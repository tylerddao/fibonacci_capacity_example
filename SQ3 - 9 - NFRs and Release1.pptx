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45"/>
  </p:notesMasterIdLst>
  <p:handoutMasterIdLst>
    <p:handoutMasterId r:id="rId46"/>
  </p:handoutMasterIdLst>
  <p:sldIdLst>
    <p:sldId id="356" r:id="rId5"/>
    <p:sldId id="285" r:id="rId6"/>
    <p:sldId id="358" r:id="rId7"/>
    <p:sldId id="371" r:id="rId8"/>
    <p:sldId id="372" r:id="rId9"/>
    <p:sldId id="326" r:id="rId10"/>
    <p:sldId id="373" r:id="rId11"/>
    <p:sldId id="258" r:id="rId12"/>
    <p:sldId id="351" r:id="rId13"/>
    <p:sldId id="348" r:id="rId14"/>
    <p:sldId id="360" r:id="rId15"/>
    <p:sldId id="387" r:id="rId16"/>
    <p:sldId id="303" r:id="rId17"/>
    <p:sldId id="361" r:id="rId18"/>
    <p:sldId id="363" r:id="rId19"/>
    <p:sldId id="374" r:id="rId20"/>
    <p:sldId id="364" r:id="rId21"/>
    <p:sldId id="365" r:id="rId22"/>
    <p:sldId id="335" r:id="rId23"/>
    <p:sldId id="375" r:id="rId24"/>
    <p:sldId id="376" r:id="rId25"/>
    <p:sldId id="377" r:id="rId26"/>
    <p:sldId id="385" r:id="rId27"/>
    <p:sldId id="378" r:id="rId28"/>
    <p:sldId id="386" r:id="rId29"/>
    <p:sldId id="384" r:id="rId30"/>
    <p:sldId id="350" r:id="rId31"/>
    <p:sldId id="336" r:id="rId32"/>
    <p:sldId id="367" r:id="rId33"/>
    <p:sldId id="368" r:id="rId34"/>
    <p:sldId id="369" r:id="rId35"/>
    <p:sldId id="337" r:id="rId36"/>
    <p:sldId id="379" r:id="rId37"/>
    <p:sldId id="370" r:id="rId38"/>
    <p:sldId id="380" r:id="rId39"/>
    <p:sldId id="338" r:id="rId40"/>
    <p:sldId id="381" r:id="rId41"/>
    <p:sldId id="388" r:id="rId42"/>
    <p:sldId id="383" r:id="rId43"/>
    <p:sldId id="355"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192E37-EA03-4620-918B-92473BB3DB29}" v="5" dt="2023-11-22T04:17:27.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74" autoAdjust="0"/>
    <p:restoredTop sz="95769"/>
  </p:normalViewPr>
  <p:slideViewPr>
    <p:cSldViewPr snapToGrid="0">
      <p:cViewPr varScale="1">
        <p:scale>
          <a:sx n="78" d="100"/>
          <a:sy n="78" d="100"/>
        </p:scale>
        <p:origin x="830" y="43"/>
      </p:cViewPr>
      <p:guideLst/>
    </p:cSldViewPr>
  </p:slideViewPr>
  <p:notesTextViewPr>
    <p:cViewPr>
      <p:scale>
        <a:sx n="1" d="1"/>
        <a:sy n="1" d="1"/>
      </p:scale>
      <p:origin x="0" y="0"/>
    </p:cViewPr>
  </p:notesText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moud Salem" userId="S::msalem@conestogac.on.ca::7bf24d79-5b67-4251-b831-92e5f8c9b05a" providerId="AD" clId="Web-{72E395A2-CAD3-F264-4CE0-1F8718F00DEC}"/>
    <pc:docChg chg="addSld delSld modSld addMainMaster delMainMaster">
      <pc:chgData name="Mahmoud Salem" userId="S::msalem@conestogac.on.ca::7bf24d79-5b67-4251-b831-92e5f8c9b05a" providerId="AD" clId="Web-{72E395A2-CAD3-F264-4CE0-1F8718F00DEC}" dt="2023-09-19T04:14:11.056" v="158" actId="20577"/>
      <pc:docMkLst>
        <pc:docMk/>
      </pc:docMkLst>
      <pc:sldChg chg="del">
        <pc:chgData name="Mahmoud Salem" userId="S::msalem@conestogac.on.ca::7bf24d79-5b67-4251-b831-92e5f8c9b05a" providerId="AD" clId="Web-{72E395A2-CAD3-F264-4CE0-1F8718F00DEC}" dt="2023-09-19T04:07:45.797" v="0"/>
        <pc:sldMkLst>
          <pc:docMk/>
          <pc:sldMk cId="1256959203" sldId="309"/>
        </pc:sldMkLst>
      </pc:sldChg>
      <pc:sldChg chg="add del">
        <pc:chgData name="Mahmoud Salem" userId="S::msalem@conestogac.on.ca::7bf24d79-5b67-4251-b831-92e5f8c9b05a" providerId="AD" clId="Web-{72E395A2-CAD3-F264-4CE0-1F8718F00DEC}" dt="2023-09-19T04:08:54.345" v="66"/>
        <pc:sldMkLst>
          <pc:docMk/>
          <pc:sldMk cId="1511196242" sldId="309"/>
        </pc:sldMkLst>
      </pc:sldChg>
      <pc:sldChg chg="modSp add">
        <pc:chgData name="Mahmoud Salem" userId="S::msalem@conestogac.on.ca::7bf24d79-5b67-4251-b831-92e5f8c9b05a" providerId="AD" clId="Web-{72E395A2-CAD3-F264-4CE0-1F8718F00DEC}" dt="2023-09-19T04:11:31.099" v="106" actId="1076"/>
        <pc:sldMkLst>
          <pc:docMk/>
          <pc:sldMk cId="3406251953" sldId="309"/>
        </pc:sldMkLst>
        <pc:spChg chg="mod">
          <ac:chgData name="Mahmoud Salem" userId="S::msalem@conestogac.on.ca::7bf24d79-5b67-4251-b831-92e5f8c9b05a" providerId="AD" clId="Web-{72E395A2-CAD3-F264-4CE0-1F8718F00DEC}" dt="2023-09-19T04:11:31.099" v="106" actId="1076"/>
          <ac:spMkLst>
            <pc:docMk/>
            <pc:sldMk cId="3406251953" sldId="309"/>
            <ac:spMk id="3" creationId="{F3005794-BF65-410E-9225-F34791DBC010}"/>
          </ac:spMkLst>
        </pc:spChg>
      </pc:sldChg>
      <pc:sldChg chg="add del">
        <pc:chgData name="Mahmoud Salem" userId="S::msalem@conestogac.on.ca::7bf24d79-5b67-4251-b831-92e5f8c9b05a" providerId="AD" clId="Web-{72E395A2-CAD3-F264-4CE0-1F8718F00DEC}" dt="2023-09-19T04:08:54.330" v="65"/>
        <pc:sldMkLst>
          <pc:docMk/>
          <pc:sldMk cId="3699985841" sldId="310"/>
        </pc:sldMkLst>
      </pc:sldChg>
      <pc:sldChg chg="modSp add">
        <pc:chgData name="Mahmoud Salem" userId="S::msalem@conestogac.on.ca::7bf24d79-5b67-4251-b831-92e5f8c9b05a" providerId="AD" clId="Web-{72E395A2-CAD3-F264-4CE0-1F8718F00DEC}" dt="2023-09-19T04:11:26.849" v="105" actId="1076"/>
        <pc:sldMkLst>
          <pc:docMk/>
          <pc:sldMk cId="4243350062" sldId="310"/>
        </pc:sldMkLst>
        <pc:spChg chg="mod">
          <ac:chgData name="Mahmoud Salem" userId="S::msalem@conestogac.on.ca::7bf24d79-5b67-4251-b831-92e5f8c9b05a" providerId="AD" clId="Web-{72E395A2-CAD3-F264-4CE0-1F8718F00DEC}" dt="2023-09-19T04:11:17.208" v="101" actId="1076"/>
          <ac:spMkLst>
            <pc:docMk/>
            <pc:sldMk cId="4243350062" sldId="310"/>
            <ac:spMk id="3" creationId="{9C44EA3A-4FC0-26F8-04DB-3710AD0DCDB0}"/>
          </ac:spMkLst>
        </pc:spChg>
        <pc:spChg chg="mod">
          <ac:chgData name="Mahmoud Salem" userId="S::msalem@conestogac.on.ca::7bf24d79-5b67-4251-b831-92e5f8c9b05a" providerId="AD" clId="Web-{72E395A2-CAD3-F264-4CE0-1F8718F00DEC}" dt="2023-09-19T04:11:22.255" v="103" actId="14100"/>
          <ac:spMkLst>
            <pc:docMk/>
            <pc:sldMk cId="4243350062" sldId="310"/>
            <ac:spMk id="4" creationId="{8CA29608-CD7B-E64B-9D21-99DE13767C4C}"/>
          </ac:spMkLst>
        </pc:spChg>
        <pc:spChg chg="mod">
          <ac:chgData name="Mahmoud Salem" userId="S::msalem@conestogac.on.ca::7bf24d79-5b67-4251-b831-92e5f8c9b05a" providerId="AD" clId="Web-{72E395A2-CAD3-F264-4CE0-1F8718F00DEC}" dt="2023-09-19T04:11:24.739" v="104" actId="1076"/>
          <ac:spMkLst>
            <pc:docMk/>
            <pc:sldMk cId="4243350062" sldId="310"/>
            <ac:spMk id="5" creationId="{817C7663-BC39-8EA7-ACDF-6FB741949DEC}"/>
          </ac:spMkLst>
        </pc:spChg>
        <pc:spChg chg="mod">
          <ac:chgData name="Mahmoud Salem" userId="S::msalem@conestogac.on.ca::7bf24d79-5b67-4251-b831-92e5f8c9b05a" providerId="AD" clId="Web-{72E395A2-CAD3-F264-4CE0-1F8718F00DEC}" dt="2023-09-19T04:11:26.849" v="105" actId="1076"/>
          <ac:spMkLst>
            <pc:docMk/>
            <pc:sldMk cId="4243350062" sldId="310"/>
            <ac:spMk id="6" creationId="{22F0562F-2239-EA49-7958-4244E2F22DB8}"/>
          </ac:spMkLst>
        </pc:spChg>
      </pc:sldChg>
      <pc:sldChg chg="add del">
        <pc:chgData name="Mahmoud Salem" userId="S::msalem@conestogac.on.ca::7bf24d79-5b67-4251-b831-92e5f8c9b05a" providerId="AD" clId="Web-{72E395A2-CAD3-F264-4CE0-1F8718F00DEC}" dt="2023-09-19T04:08:54.314" v="64"/>
        <pc:sldMkLst>
          <pc:docMk/>
          <pc:sldMk cId="212612672" sldId="311"/>
        </pc:sldMkLst>
      </pc:sldChg>
      <pc:sldChg chg="del">
        <pc:chgData name="Mahmoud Salem" userId="S::msalem@conestogac.on.ca::7bf24d79-5b67-4251-b831-92e5f8c9b05a" providerId="AD" clId="Web-{72E395A2-CAD3-F264-4CE0-1F8718F00DEC}" dt="2023-09-19T04:07:52.031" v="1"/>
        <pc:sldMkLst>
          <pc:docMk/>
          <pc:sldMk cId="3053173283" sldId="311"/>
        </pc:sldMkLst>
      </pc:sldChg>
      <pc:sldChg chg="modSp add">
        <pc:chgData name="Mahmoud Salem" userId="S::msalem@conestogac.on.ca::7bf24d79-5b67-4251-b831-92e5f8c9b05a" providerId="AD" clId="Web-{72E395A2-CAD3-F264-4CE0-1F8718F00DEC}" dt="2023-09-19T04:11:08.692" v="100" actId="1076"/>
        <pc:sldMkLst>
          <pc:docMk/>
          <pc:sldMk cId="3593093651" sldId="311"/>
        </pc:sldMkLst>
        <pc:spChg chg="mod">
          <ac:chgData name="Mahmoud Salem" userId="S::msalem@conestogac.on.ca::7bf24d79-5b67-4251-b831-92e5f8c9b05a" providerId="AD" clId="Web-{72E395A2-CAD3-F264-4CE0-1F8718F00DEC}" dt="2023-09-19T04:11:05.989" v="99" actId="1076"/>
          <ac:spMkLst>
            <pc:docMk/>
            <pc:sldMk cId="3593093651" sldId="311"/>
            <ac:spMk id="2" creationId="{E3468CF8-7858-EAF9-04F7-CE5A3DA5305D}"/>
          </ac:spMkLst>
        </pc:spChg>
        <pc:graphicFrameChg chg="mod">
          <ac:chgData name="Mahmoud Salem" userId="S::msalem@conestogac.on.ca::7bf24d79-5b67-4251-b831-92e5f8c9b05a" providerId="AD" clId="Web-{72E395A2-CAD3-F264-4CE0-1F8718F00DEC}" dt="2023-09-19T04:11:08.692" v="100" actId="1076"/>
          <ac:graphicFrameMkLst>
            <pc:docMk/>
            <pc:sldMk cId="3593093651" sldId="311"/>
            <ac:graphicFrameMk id="5" creationId="{9E9781CF-6B72-6E93-3AFB-52D2C7D86F6A}"/>
          </ac:graphicFrameMkLst>
        </pc:graphicFrameChg>
      </pc:sldChg>
      <pc:sldChg chg="add del">
        <pc:chgData name="Mahmoud Salem" userId="S::msalem@conestogac.on.ca::7bf24d79-5b67-4251-b831-92e5f8c9b05a" providerId="AD" clId="Web-{72E395A2-CAD3-F264-4CE0-1F8718F00DEC}" dt="2023-09-19T04:08:54.298" v="63"/>
        <pc:sldMkLst>
          <pc:docMk/>
          <pc:sldMk cId="2105642171" sldId="312"/>
        </pc:sldMkLst>
      </pc:sldChg>
      <pc:sldChg chg="add">
        <pc:chgData name="Mahmoud Salem" userId="S::msalem@conestogac.on.ca::7bf24d79-5b67-4251-b831-92e5f8c9b05a" providerId="AD" clId="Web-{72E395A2-CAD3-F264-4CE0-1F8718F00DEC}" dt="2023-09-19T04:09:04.205" v="70"/>
        <pc:sldMkLst>
          <pc:docMk/>
          <pc:sldMk cId="2829583618" sldId="312"/>
        </pc:sldMkLst>
      </pc:sldChg>
      <pc:sldChg chg="modSp add">
        <pc:chgData name="Mahmoud Salem" userId="S::msalem@conestogac.on.ca::7bf24d79-5b67-4251-b831-92e5f8c9b05a" providerId="AD" clId="Web-{72E395A2-CAD3-F264-4CE0-1F8718F00DEC}" dt="2023-09-19T04:11:00.645" v="98" actId="1076"/>
        <pc:sldMkLst>
          <pc:docMk/>
          <pc:sldMk cId="3599524280" sldId="313"/>
        </pc:sldMkLst>
        <pc:spChg chg="mod">
          <ac:chgData name="Mahmoud Salem" userId="S::msalem@conestogac.on.ca::7bf24d79-5b67-4251-b831-92e5f8c9b05a" providerId="AD" clId="Web-{72E395A2-CAD3-F264-4CE0-1F8718F00DEC}" dt="2023-09-19T04:11:00.645" v="98" actId="1076"/>
          <ac:spMkLst>
            <pc:docMk/>
            <pc:sldMk cId="3599524280" sldId="313"/>
            <ac:spMk id="3" creationId="{F3005794-BF65-410E-9225-F34791DBC010}"/>
          </ac:spMkLst>
        </pc:spChg>
      </pc:sldChg>
      <pc:sldChg chg="add del">
        <pc:chgData name="Mahmoud Salem" userId="S::msalem@conestogac.on.ca::7bf24d79-5b67-4251-b831-92e5f8c9b05a" providerId="AD" clId="Web-{72E395A2-CAD3-F264-4CE0-1F8718F00DEC}" dt="2023-09-19T04:08:54.298" v="62"/>
        <pc:sldMkLst>
          <pc:docMk/>
          <pc:sldMk cId="4204059943" sldId="313"/>
        </pc:sldMkLst>
      </pc:sldChg>
      <pc:sldChg chg="del">
        <pc:chgData name="Mahmoud Salem" userId="S::msalem@conestogac.on.ca::7bf24d79-5b67-4251-b831-92e5f8c9b05a" providerId="AD" clId="Web-{72E395A2-CAD3-F264-4CE0-1F8718F00DEC}" dt="2023-09-19T04:07:55.156" v="4"/>
        <pc:sldMkLst>
          <pc:docMk/>
          <pc:sldMk cId="4232797122" sldId="313"/>
        </pc:sldMkLst>
      </pc:sldChg>
      <pc:sldChg chg="add">
        <pc:chgData name="Mahmoud Salem" userId="S::msalem@conestogac.on.ca::7bf24d79-5b67-4251-b831-92e5f8c9b05a" providerId="AD" clId="Web-{72E395A2-CAD3-F264-4CE0-1F8718F00DEC}" dt="2023-09-19T04:09:04.471" v="72"/>
        <pc:sldMkLst>
          <pc:docMk/>
          <pc:sldMk cId="838113657" sldId="314"/>
        </pc:sldMkLst>
      </pc:sldChg>
      <pc:sldChg chg="add del">
        <pc:chgData name="Mahmoud Salem" userId="S::msalem@conestogac.on.ca::7bf24d79-5b67-4251-b831-92e5f8c9b05a" providerId="AD" clId="Web-{72E395A2-CAD3-F264-4CE0-1F8718F00DEC}" dt="2023-09-19T04:08:54.298" v="61"/>
        <pc:sldMkLst>
          <pc:docMk/>
          <pc:sldMk cId="2506053371" sldId="314"/>
        </pc:sldMkLst>
      </pc:sldChg>
      <pc:sldChg chg="add del">
        <pc:chgData name="Mahmoud Salem" userId="S::msalem@conestogac.on.ca::7bf24d79-5b67-4251-b831-92e5f8c9b05a" providerId="AD" clId="Web-{72E395A2-CAD3-F264-4CE0-1F8718F00DEC}" dt="2023-09-19T04:08:54.298" v="60"/>
        <pc:sldMkLst>
          <pc:docMk/>
          <pc:sldMk cId="1070163693" sldId="315"/>
        </pc:sldMkLst>
      </pc:sldChg>
      <pc:sldChg chg="add">
        <pc:chgData name="Mahmoud Salem" userId="S::msalem@conestogac.on.ca::7bf24d79-5b67-4251-b831-92e5f8c9b05a" providerId="AD" clId="Web-{72E395A2-CAD3-F264-4CE0-1F8718F00DEC}" dt="2023-09-19T04:09:04.564" v="73"/>
        <pc:sldMkLst>
          <pc:docMk/>
          <pc:sldMk cId="3990468720" sldId="315"/>
        </pc:sldMkLst>
      </pc:sldChg>
      <pc:sldChg chg="modSp add">
        <pc:chgData name="Mahmoud Salem" userId="S::msalem@conestogac.on.ca::7bf24d79-5b67-4251-b831-92e5f8c9b05a" providerId="AD" clId="Web-{72E395A2-CAD3-F264-4CE0-1F8718F00DEC}" dt="2023-09-19T04:10:27.973" v="97" actId="1076"/>
        <pc:sldMkLst>
          <pc:docMk/>
          <pc:sldMk cId="161864835" sldId="316"/>
        </pc:sldMkLst>
        <pc:spChg chg="mod">
          <ac:chgData name="Mahmoud Salem" userId="S::msalem@conestogac.on.ca::7bf24d79-5b67-4251-b831-92e5f8c9b05a" providerId="AD" clId="Web-{72E395A2-CAD3-F264-4CE0-1F8718F00DEC}" dt="2023-09-19T04:10:25.301" v="96" actId="1076"/>
          <ac:spMkLst>
            <pc:docMk/>
            <pc:sldMk cId="161864835" sldId="316"/>
            <ac:spMk id="2" creationId="{E3468CF8-7858-EAF9-04F7-CE5A3DA5305D}"/>
          </ac:spMkLst>
        </pc:spChg>
        <pc:graphicFrameChg chg="mod">
          <ac:chgData name="Mahmoud Salem" userId="S::msalem@conestogac.on.ca::7bf24d79-5b67-4251-b831-92e5f8c9b05a" providerId="AD" clId="Web-{72E395A2-CAD3-F264-4CE0-1F8718F00DEC}" dt="2023-09-19T04:10:27.973" v="97" actId="1076"/>
          <ac:graphicFrameMkLst>
            <pc:docMk/>
            <pc:sldMk cId="161864835" sldId="316"/>
            <ac:graphicFrameMk id="5" creationId="{9E9781CF-6B72-6E93-3AFB-52D2C7D86F6A}"/>
          </ac:graphicFrameMkLst>
        </pc:graphicFrameChg>
      </pc:sldChg>
      <pc:sldChg chg="del">
        <pc:chgData name="Mahmoud Salem" userId="S::msalem@conestogac.on.ca::7bf24d79-5b67-4251-b831-92e5f8c9b05a" providerId="AD" clId="Web-{72E395A2-CAD3-F264-4CE0-1F8718F00DEC}" dt="2023-09-19T04:07:56.641" v="6"/>
        <pc:sldMkLst>
          <pc:docMk/>
          <pc:sldMk cId="631526885" sldId="316"/>
        </pc:sldMkLst>
      </pc:sldChg>
      <pc:sldChg chg="add del">
        <pc:chgData name="Mahmoud Salem" userId="S::msalem@conestogac.on.ca::7bf24d79-5b67-4251-b831-92e5f8c9b05a" providerId="AD" clId="Web-{72E395A2-CAD3-F264-4CE0-1F8718F00DEC}" dt="2023-09-19T04:08:54.298" v="59"/>
        <pc:sldMkLst>
          <pc:docMk/>
          <pc:sldMk cId="2734261412" sldId="316"/>
        </pc:sldMkLst>
      </pc:sldChg>
      <pc:sldChg chg="modSp add">
        <pc:chgData name="Mahmoud Salem" userId="S::msalem@conestogac.on.ca::7bf24d79-5b67-4251-b831-92e5f8c9b05a" providerId="AD" clId="Web-{72E395A2-CAD3-F264-4CE0-1F8718F00DEC}" dt="2023-09-19T04:10:20.769" v="95" actId="1076"/>
        <pc:sldMkLst>
          <pc:docMk/>
          <pc:sldMk cId="324299304" sldId="317"/>
        </pc:sldMkLst>
        <pc:spChg chg="mod">
          <ac:chgData name="Mahmoud Salem" userId="S::msalem@conestogac.on.ca::7bf24d79-5b67-4251-b831-92e5f8c9b05a" providerId="AD" clId="Web-{72E395A2-CAD3-F264-4CE0-1F8718F00DEC}" dt="2023-09-19T04:10:20.769" v="95" actId="1076"/>
          <ac:spMkLst>
            <pc:docMk/>
            <pc:sldMk cId="324299304" sldId="317"/>
            <ac:spMk id="3" creationId="{F3005794-BF65-410E-9225-F34791DBC010}"/>
          </ac:spMkLst>
        </pc:spChg>
      </pc:sldChg>
      <pc:sldChg chg="del">
        <pc:chgData name="Mahmoud Salem" userId="S::msalem@conestogac.on.ca::7bf24d79-5b67-4251-b831-92e5f8c9b05a" providerId="AD" clId="Web-{72E395A2-CAD3-F264-4CE0-1F8718F00DEC}" dt="2023-09-19T04:07:57.672" v="7"/>
        <pc:sldMkLst>
          <pc:docMk/>
          <pc:sldMk cId="1221928769" sldId="317"/>
        </pc:sldMkLst>
      </pc:sldChg>
      <pc:sldChg chg="add del">
        <pc:chgData name="Mahmoud Salem" userId="S::msalem@conestogac.on.ca::7bf24d79-5b67-4251-b831-92e5f8c9b05a" providerId="AD" clId="Web-{72E395A2-CAD3-F264-4CE0-1F8718F00DEC}" dt="2023-09-19T04:08:54.298" v="58"/>
        <pc:sldMkLst>
          <pc:docMk/>
          <pc:sldMk cId="2845663670" sldId="317"/>
        </pc:sldMkLst>
      </pc:sldChg>
      <pc:sldChg chg="add del">
        <pc:chgData name="Mahmoud Salem" userId="S::msalem@conestogac.on.ca::7bf24d79-5b67-4251-b831-92e5f8c9b05a" providerId="AD" clId="Web-{72E395A2-CAD3-F264-4CE0-1F8718F00DEC}" dt="2023-09-19T04:08:54.298" v="57"/>
        <pc:sldMkLst>
          <pc:docMk/>
          <pc:sldMk cId="956849952" sldId="318"/>
        </pc:sldMkLst>
      </pc:sldChg>
      <pc:sldChg chg="del">
        <pc:chgData name="Mahmoud Salem" userId="S::msalem@conestogac.on.ca::7bf24d79-5b67-4251-b831-92e5f8c9b05a" providerId="AD" clId="Web-{72E395A2-CAD3-F264-4CE0-1F8718F00DEC}" dt="2023-09-19T04:07:58.797" v="8"/>
        <pc:sldMkLst>
          <pc:docMk/>
          <pc:sldMk cId="2768388143" sldId="318"/>
        </pc:sldMkLst>
      </pc:sldChg>
      <pc:sldChg chg="modSp add">
        <pc:chgData name="Mahmoud Salem" userId="S::msalem@conestogac.on.ca::7bf24d79-5b67-4251-b831-92e5f8c9b05a" providerId="AD" clId="Web-{72E395A2-CAD3-F264-4CE0-1F8718F00DEC}" dt="2023-09-19T04:10:15.160" v="94" actId="1076"/>
        <pc:sldMkLst>
          <pc:docMk/>
          <pc:sldMk cId="3138235499" sldId="318"/>
        </pc:sldMkLst>
        <pc:spChg chg="mod">
          <ac:chgData name="Mahmoud Salem" userId="S::msalem@conestogac.on.ca::7bf24d79-5b67-4251-b831-92e5f8c9b05a" providerId="AD" clId="Web-{72E395A2-CAD3-F264-4CE0-1F8718F00DEC}" dt="2023-09-19T04:10:12.582" v="93" actId="1076"/>
          <ac:spMkLst>
            <pc:docMk/>
            <pc:sldMk cId="3138235499" sldId="318"/>
            <ac:spMk id="2" creationId="{E3468CF8-7858-EAF9-04F7-CE5A3DA5305D}"/>
          </ac:spMkLst>
        </pc:spChg>
        <pc:graphicFrameChg chg="mod">
          <ac:chgData name="Mahmoud Salem" userId="S::msalem@conestogac.on.ca::7bf24d79-5b67-4251-b831-92e5f8c9b05a" providerId="AD" clId="Web-{72E395A2-CAD3-F264-4CE0-1F8718F00DEC}" dt="2023-09-19T04:10:15.160" v="94" actId="1076"/>
          <ac:graphicFrameMkLst>
            <pc:docMk/>
            <pc:sldMk cId="3138235499" sldId="318"/>
            <ac:graphicFrameMk id="5" creationId="{9E9781CF-6B72-6E93-3AFB-52D2C7D86F6A}"/>
          </ac:graphicFrameMkLst>
        </pc:graphicFrameChg>
      </pc:sldChg>
      <pc:sldChg chg="modSp add">
        <pc:chgData name="Mahmoud Salem" userId="S::msalem@conestogac.on.ca::7bf24d79-5b67-4251-b831-92e5f8c9b05a" providerId="AD" clId="Web-{72E395A2-CAD3-F264-4CE0-1F8718F00DEC}" dt="2023-09-19T04:10:06.003" v="92" actId="14100"/>
        <pc:sldMkLst>
          <pc:docMk/>
          <pc:sldMk cId="763391090" sldId="319"/>
        </pc:sldMkLst>
        <pc:spChg chg="mod">
          <ac:chgData name="Mahmoud Salem" userId="S::msalem@conestogac.on.ca::7bf24d79-5b67-4251-b831-92e5f8c9b05a" providerId="AD" clId="Web-{72E395A2-CAD3-F264-4CE0-1F8718F00DEC}" dt="2023-09-19T04:10:06.003" v="92" actId="14100"/>
          <ac:spMkLst>
            <pc:docMk/>
            <pc:sldMk cId="763391090" sldId="319"/>
            <ac:spMk id="3" creationId="{9C44EA3A-4FC0-26F8-04DB-3710AD0DCDB0}"/>
          </ac:spMkLst>
        </pc:spChg>
      </pc:sldChg>
      <pc:sldChg chg="del">
        <pc:chgData name="Mahmoud Salem" userId="S::msalem@conestogac.on.ca::7bf24d79-5b67-4251-b831-92e5f8c9b05a" providerId="AD" clId="Web-{72E395A2-CAD3-F264-4CE0-1F8718F00DEC}" dt="2023-09-19T04:08:01.047" v="10"/>
        <pc:sldMkLst>
          <pc:docMk/>
          <pc:sldMk cId="1495161542" sldId="319"/>
        </pc:sldMkLst>
      </pc:sldChg>
      <pc:sldChg chg="add del">
        <pc:chgData name="Mahmoud Salem" userId="S::msalem@conestogac.on.ca::7bf24d79-5b67-4251-b831-92e5f8c9b05a" providerId="AD" clId="Web-{72E395A2-CAD3-F264-4CE0-1F8718F00DEC}" dt="2023-09-19T04:08:54.283" v="56"/>
        <pc:sldMkLst>
          <pc:docMk/>
          <pc:sldMk cId="1665638042" sldId="319"/>
        </pc:sldMkLst>
      </pc:sldChg>
      <pc:sldChg chg="modSp add">
        <pc:chgData name="Mahmoud Salem" userId="S::msalem@conestogac.on.ca::7bf24d79-5b67-4251-b831-92e5f8c9b05a" providerId="AD" clId="Web-{72E395A2-CAD3-F264-4CE0-1F8718F00DEC}" dt="2023-09-19T04:09:56.003" v="90" actId="1076"/>
        <pc:sldMkLst>
          <pc:docMk/>
          <pc:sldMk cId="2902856244" sldId="320"/>
        </pc:sldMkLst>
        <pc:spChg chg="mod">
          <ac:chgData name="Mahmoud Salem" userId="S::msalem@conestogac.on.ca::7bf24d79-5b67-4251-b831-92e5f8c9b05a" providerId="AD" clId="Web-{72E395A2-CAD3-F264-4CE0-1F8718F00DEC}" dt="2023-09-19T04:09:56.003" v="90" actId="1076"/>
          <ac:spMkLst>
            <pc:docMk/>
            <pc:sldMk cId="2902856244" sldId="320"/>
            <ac:spMk id="3" creationId="{9C44EA3A-4FC0-26F8-04DB-3710AD0DCDB0}"/>
          </ac:spMkLst>
        </pc:spChg>
      </pc:sldChg>
      <pc:sldChg chg="add del">
        <pc:chgData name="Mahmoud Salem" userId="S::msalem@conestogac.on.ca::7bf24d79-5b67-4251-b831-92e5f8c9b05a" providerId="AD" clId="Web-{72E395A2-CAD3-F264-4CE0-1F8718F00DEC}" dt="2023-09-19T04:08:54.283" v="55"/>
        <pc:sldMkLst>
          <pc:docMk/>
          <pc:sldMk cId="2960422665" sldId="320"/>
        </pc:sldMkLst>
      </pc:sldChg>
      <pc:sldChg chg="del">
        <pc:chgData name="Mahmoud Salem" userId="S::msalem@conestogac.on.ca::7bf24d79-5b67-4251-b831-92e5f8c9b05a" providerId="AD" clId="Web-{72E395A2-CAD3-F264-4CE0-1F8718F00DEC}" dt="2023-09-19T04:08:02.141" v="12"/>
        <pc:sldMkLst>
          <pc:docMk/>
          <pc:sldMk cId="4197557340" sldId="320"/>
        </pc:sldMkLst>
      </pc:sldChg>
      <pc:sldChg chg="add">
        <pc:chgData name="Mahmoud Salem" userId="S::msalem@conestogac.on.ca::7bf24d79-5b67-4251-b831-92e5f8c9b05a" providerId="AD" clId="Web-{72E395A2-CAD3-F264-4CE0-1F8718F00DEC}" dt="2023-09-19T04:09:05.439" v="79"/>
        <pc:sldMkLst>
          <pc:docMk/>
          <pc:sldMk cId="661409037" sldId="321"/>
        </pc:sldMkLst>
      </pc:sldChg>
      <pc:sldChg chg="del">
        <pc:chgData name="Mahmoud Salem" userId="S::msalem@conestogac.on.ca::7bf24d79-5b67-4251-b831-92e5f8c9b05a" providerId="AD" clId="Web-{72E395A2-CAD3-F264-4CE0-1F8718F00DEC}" dt="2023-09-19T04:08:05.704" v="14"/>
        <pc:sldMkLst>
          <pc:docMk/>
          <pc:sldMk cId="731690978" sldId="321"/>
        </pc:sldMkLst>
      </pc:sldChg>
      <pc:sldChg chg="add del">
        <pc:chgData name="Mahmoud Salem" userId="S::msalem@conestogac.on.ca::7bf24d79-5b67-4251-b831-92e5f8c9b05a" providerId="AD" clId="Web-{72E395A2-CAD3-F264-4CE0-1F8718F00DEC}" dt="2023-09-19T04:08:54.283" v="54"/>
        <pc:sldMkLst>
          <pc:docMk/>
          <pc:sldMk cId="1704105935" sldId="321"/>
        </pc:sldMkLst>
      </pc:sldChg>
      <pc:sldChg chg="del">
        <pc:chgData name="Mahmoud Salem" userId="S::msalem@conestogac.on.ca::7bf24d79-5b67-4251-b831-92e5f8c9b05a" providerId="AD" clId="Web-{72E395A2-CAD3-F264-4CE0-1F8718F00DEC}" dt="2023-09-19T04:08:16.923" v="25"/>
        <pc:sldMkLst>
          <pc:docMk/>
          <pc:sldMk cId="531620843" sldId="322"/>
        </pc:sldMkLst>
      </pc:sldChg>
      <pc:sldChg chg="modSp add">
        <pc:chgData name="Mahmoud Salem" userId="S::msalem@conestogac.on.ca::7bf24d79-5b67-4251-b831-92e5f8c9b05a" providerId="AD" clId="Web-{72E395A2-CAD3-F264-4CE0-1F8718F00DEC}" dt="2023-09-19T04:09:38.018" v="87" actId="1076"/>
        <pc:sldMkLst>
          <pc:docMk/>
          <pc:sldMk cId="727790367" sldId="322"/>
        </pc:sldMkLst>
        <pc:spChg chg="mod">
          <ac:chgData name="Mahmoud Salem" userId="S::msalem@conestogac.on.ca::7bf24d79-5b67-4251-b831-92e5f8c9b05a" providerId="AD" clId="Web-{72E395A2-CAD3-F264-4CE0-1F8718F00DEC}" dt="2023-09-19T04:09:38.018" v="87" actId="1076"/>
          <ac:spMkLst>
            <pc:docMk/>
            <pc:sldMk cId="727790367" sldId="322"/>
            <ac:spMk id="3" creationId="{F3005794-BF65-410E-9225-F34791DBC010}"/>
          </ac:spMkLst>
        </pc:spChg>
      </pc:sldChg>
      <pc:sldChg chg="add del">
        <pc:chgData name="Mahmoud Salem" userId="S::msalem@conestogac.on.ca::7bf24d79-5b67-4251-b831-92e5f8c9b05a" providerId="AD" clId="Web-{72E395A2-CAD3-F264-4CE0-1F8718F00DEC}" dt="2023-09-19T04:08:54.283" v="53"/>
        <pc:sldMkLst>
          <pc:docMk/>
          <pc:sldMk cId="2710355122" sldId="322"/>
        </pc:sldMkLst>
      </pc:sldChg>
      <pc:sldChg chg="add del">
        <pc:chgData name="Mahmoud Salem" userId="S::msalem@conestogac.on.ca::7bf24d79-5b67-4251-b831-92e5f8c9b05a" providerId="AD" clId="Web-{72E395A2-CAD3-F264-4CE0-1F8718F00DEC}" dt="2023-09-19T04:08:54.283" v="52"/>
        <pc:sldMkLst>
          <pc:docMk/>
          <pc:sldMk cId="298250590" sldId="323"/>
        </pc:sldMkLst>
      </pc:sldChg>
      <pc:sldChg chg="del">
        <pc:chgData name="Mahmoud Salem" userId="S::msalem@conestogac.on.ca::7bf24d79-5b67-4251-b831-92e5f8c9b05a" providerId="AD" clId="Web-{72E395A2-CAD3-F264-4CE0-1F8718F00DEC}" dt="2023-09-19T04:08:10.063" v="17"/>
        <pc:sldMkLst>
          <pc:docMk/>
          <pc:sldMk cId="2759272291" sldId="323"/>
        </pc:sldMkLst>
      </pc:sldChg>
      <pc:sldChg chg="modSp add">
        <pc:chgData name="Mahmoud Salem" userId="S::msalem@conestogac.on.ca::7bf24d79-5b67-4251-b831-92e5f8c9b05a" providerId="AD" clId="Web-{72E395A2-CAD3-F264-4CE0-1F8718F00DEC}" dt="2023-09-19T04:09:31.081" v="86" actId="1076"/>
        <pc:sldMkLst>
          <pc:docMk/>
          <pc:sldMk cId="3926803258" sldId="323"/>
        </pc:sldMkLst>
        <pc:spChg chg="mod">
          <ac:chgData name="Mahmoud Salem" userId="S::msalem@conestogac.on.ca::7bf24d79-5b67-4251-b831-92e5f8c9b05a" providerId="AD" clId="Web-{72E395A2-CAD3-F264-4CE0-1F8718F00DEC}" dt="2023-09-19T04:09:31.081" v="86" actId="1076"/>
          <ac:spMkLst>
            <pc:docMk/>
            <pc:sldMk cId="3926803258" sldId="323"/>
            <ac:spMk id="3" creationId="{F3005794-BF65-410E-9225-F34791DBC010}"/>
          </ac:spMkLst>
        </pc:spChg>
      </pc:sldChg>
      <pc:sldChg chg="del">
        <pc:chgData name="Mahmoud Salem" userId="S::msalem@conestogac.on.ca::7bf24d79-5b67-4251-b831-92e5f8c9b05a" providerId="AD" clId="Web-{72E395A2-CAD3-F264-4CE0-1F8718F00DEC}" dt="2023-09-19T04:08:12.047" v="19"/>
        <pc:sldMkLst>
          <pc:docMk/>
          <pc:sldMk cId="1225233416" sldId="324"/>
        </pc:sldMkLst>
      </pc:sldChg>
      <pc:sldChg chg="add">
        <pc:chgData name="Mahmoud Salem" userId="S::msalem@conestogac.on.ca::7bf24d79-5b67-4251-b831-92e5f8c9b05a" providerId="AD" clId="Web-{72E395A2-CAD3-F264-4CE0-1F8718F00DEC}" dt="2023-09-19T04:09:05.814" v="82"/>
        <pc:sldMkLst>
          <pc:docMk/>
          <pc:sldMk cId="1908654559" sldId="324"/>
        </pc:sldMkLst>
      </pc:sldChg>
      <pc:sldChg chg="add del">
        <pc:chgData name="Mahmoud Salem" userId="S::msalem@conestogac.on.ca::7bf24d79-5b67-4251-b831-92e5f8c9b05a" providerId="AD" clId="Web-{72E395A2-CAD3-F264-4CE0-1F8718F00DEC}" dt="2023-09-19T04:08:54.283" v="51"/>
        <pc:sldMkLst>
          <pc:docMk/>
          <pc:sldMk cId="2880691255" sldId="324"/>
        </pc:sldMkLst>
      </pc:sldChg>
      <pc:sldChg chg="add">
        <pc:chgData name="Mahmoud Salem" userId="S::msalem@conestogac.on.ca::7bf24d79-5b67-4251-b831-92e5f8c9b05a" providerId="AD" clId="Web-{72E395A2-CAD3-F264-4CE0-1F8718F00DEC}" dt="2023-09-19T04:09:05.924" v="83"/>
        <pc:sldMkLst>
          <pc:docMk/>
          <pc:sldMk cId="1194463853" sldId="325"/>
        </pc:sldMkLst>
      </pc:sldChg>
      <pc:sldChg chg="del">
        <pc:chgData name="Mahmoud Salem" userId="S::msalem@conestogac.on.ca::7bf24d79-5b67-4251-b831-92e5f8c9b05a" providerId="AD" clId="Web-{72E395A2-CAD3-F264-4CE0-1F8718F00DEC}" dt="2023-09-19T04:08:12.860" v="20"/>
        <pc:sldMkLst>
          <pc:docMk/>
          <pc:sldMk cId="2068690893" sldId="325"/>
        </pc:sldMkLst>
      </pc:sldChg>
      <pc:sldChg chg="add del">
        <pc:chgData name="Mahmoud Salem" userId="S::msalem@conestogac.on.ca::7bf24d79-5b67-4251-b831-92e5f8c9b05a" providerId="AD" clId="Web-{72E395A2-CAD3-F264-4CE0-1F8718F00DEC}" dt="2023-09-19T04:08:54.283" v="50"/>
        <pc:sldMkLst>
          <pc:docMk/>
          <pc:sldMk cId="3125434490" sldId="325"/>
        </pc:sldMkLst>
      </pc:sldChg>
      <pc:sldChg chg="add del">
        <pc:chgData name="Mahmoud Salem" userId="S::msalem@conestogac.on.ca::7bf24d79-5b67-4251-b831-92e5f8c9b05a" providerId="AD" clId="Web-{72E395A2-CAD3-F264-4CE0-1F8718F00DEC}" dt="2023-09-19T04:09:21.080" v="85"/>
        <pc:sldMkLst>
          <pc:docMk/>
          <pc:sldMk cId="2063699409" sldId="326"/>
        </pc:sldMkLst>
      </pc:sldChg>
      <pc:sldChg chg="add del">
        <pc:chgData name="Mahmoud Salem" userId="S::msalem@conestogac.on.ca::7bf24d79-5b67-4251-b831-92e5f8c9b05a" providerId="AD" clId="Web-{72E395A2-CAD3-F264-4CE0-1F8718F00DEC}" dt="2023-09-19T04:08:54.283" v="49"/>
        <pc:sldMkLst>
          <pc:docMk/>
          <pc:sldMk cId="2124682108" sldId="326"/>
        </pc:sldMkLst>
      </pc:sldChg>
      <pc:sldChg chg="modSp new">
        <pc:chgData name="Mahmoud Salem" userId="S::msalem@conestogac.on.ca::7bf24d79-5b67-4251-b831-92e5f8c9b05a" providerId="AD" clId="Web-{72E395A2-CAD3-F264-4CE0-1F8718F00DEC}" dt="2023-09-19T04:11:53.818" v="117" actId="20577"/>
        <pc:sldMkLst>
          <pc:docMk/>
          <pc:sldMk cId="3762962865" sldId="326"/>
        </pc:sldMkLst>
        <pc:spChg chg="mod">
          <ac:chgData name="Mahmoud Salem" userId="S::msalem@conestogac.on.ca::7bf24d79-5b67-4251-b831-92e5f8c9b05a" providerId="AD" clId="Web-{72E395A2-CAD3-F264-4CE0-1F8718F00DEC}" dt="2023-09-19T04:11:53.818" v="117" actId="20577"/>
          <ac:spMkLst>
            <pc:docMk/>
            <pc:sldMk cId="3762962865" sldId="326"/>
            <ac:spMk id="2" creationId="{CDC6775A-36EF-A4D3-79B1-09DF4A3F79D1}"/>
          </ac:spMkLst>
        </pc:spChg>
      </pc:sldChg>
      <pc:sldChg chg="del">
        <pc:chgData name="Mahmoud Salem" userId="S::msalem@conestogac.on.ca::7bf24d79-5b67-4251-b831-92e5f8c9b05a" providerId="AD" clId="Web-{72E395A2-CAD3-F264-4CE0-1F8718F00DEC}" dt="2023-09-19T04:08:13.516" v="21"/>
        <pc:sldMkLst>
          <pc:docMk/>
          <pc:sldMk cId="3885044238" sldId="326"/>
        </pc:sldMkLst>
      </pc:sldChg>
      <pc:sldChg chg="modSp add replId">
        <pc:chgData name="Mahmoud Salem" userId="S::msalem@conestogac.on.ca::7bf24d79-5b67-4251-b831-92e5f8c9b05a" providerId="AD" clId="Web-{72E395A2-CAD3-F264-4CE0-1F8718F00DEC}" dt="2023-09-19T04:12:10.303" v="123" actId="20577"/>
        <pc:sldMkLst>
          <pc:docMk/>
          <pc:sldMk cId="1080984189" sldId="327"/>
        </pc:sldMkLst>
        <pc:spChg chg="mod">
          <ac:chgData name="Mahmoud Salem" userId="S::msalem@conestogac.on.ca::7bf24d79-5b67-4251-b831-92e5f8c9b05a" providerId="AD" clId="Web-{72E395A2-CAD3-F264-4CE0-1F8718F00DEC}" dt="2023-09-19T04:12:10.303" v="123" actId="20577"/>
          <ac:spMkLst>
            <pc:docMk/>
            <pc:sldMk cId="1080984189" sldId="327"/>
            <ac:spMk id="2" creationId="{CDC6775A-36EF-A4D3-79B1-09DF4A3F79D1}"/>
          </ac:spMkLst>
        </pc:spChg>
      </pc:sldChg>
      <pc:sldChg chg="del">
        <pc:chgData name="Mahmoud Salem" userId="S::msalem@conestogac.on.ca::7bf24d79-5b67-4251-b831-92e5f8c9b05a" providerId="AD" clId="Web-{72E395A2-CAD3-F264-4CE0-1F8718F00DEC}" dt="2023-09-19T04:08:14.563" v="22"/>
        <pc:sldMkLst>
          <pc:docMk/>
          <pc:sldMk cId="2735572049" sldId="327"/>
        </pc:sldMkLst>
      </pc:sldChg>
      <pc:sldChg chg="add replId">
        <pc:chgData name="Mahmoud Salem" userId="S::msalem@conestogac.on.ca::7bf24d79-5b67-4251-b831-92e5f8c9b05a" providerId="AD" clId="Web-{72E395A2-CAD3-F264-4CE0-1F8718F00DEC}" dt="2023-09-19T04:12:15.522" v="124"/>
        <pc:sldMkLst>
          <pc:docMk/>
          <pc:sldMk cId="514499304" sldId="328"/>
        </pc:sldMkLst>
      </pc:sldChg>
      <pc:sldChg chg="del">
        <pc:chgData name="Mahmoud Salem" userId="S::msalem@conestogac.on.ca::7bf24d79-5b67-4251-b831-92e5f8c9b05a" providerId="AD" clId="Web-{72E395A2-CAD3-F264-4CE0-1F8718F00DEC}" dt="2023-09-19T04:08:15.469" v="23"/>
        <pc:sldMkLst>
          <pc:docMk/>
          <pc:sldMk cId="2480324938" sldId="328"/>
        </pc:sldMkLst>
      </pc:sldChg>
      <pc:sldChg chg="del">
        <pc:chgData name="Mahmoud Salem" userId="S::msalem@conestogac.on.ca::7bf24d79-5b67-4251-b831-92e5f8c9b05a" providerId="AD" clId="Web-{72E395A2-CAD3-F264-4CE0-1F8718F00DEC}" dt="2023-09-19T04:08:17.298" v="26"/>
        <pc:sldMkLst>
          <pc:docMk/>
          <pc:sldMk cId="916755846" sldId="329"/>
        </pc:sldMkLst>
      </pc:sldChg>
      <pc:sldChg chg="add replId">
        <pc:chgData name="Mahmoud Salem" userId="S::msalem@conestogac.on.ca::7bf24d79-5b67-4251-b831-92e5f8c9b05a" providerId="AD" clId="Web-{72E395A2-CAD3-F264-4CE0-1F8718F00DEC}" dt="2023-09-19T04:12:21.960" v="125"/>
        <pc:sldMkLst>
          <pc:docMk/>
          <pc:sldMk cId="4225086459" sldId="329"/>
        </pc:sldMkLst>
      </pc:sldChg>
      <pc:sldChg chg="del">
        <pc:chgData name="Mahmoud Salem" userId="S::msalem@conestogac.on.ca::7bf24d79-5b67-4251-b831-92e5f8c9b05a" providerId="AD" clId="Web-{72E395A2-CAD3-F264-4CE0-1F8718F00DEC}" dt="2023-09-19T04:08:18.688" v="27"/>
        <pc:sldMkLst>
          <pc:docMk/>
          <pc:sldMk cId="762515290" sldId="330"/>
        </pc:sldMkLst>
      </pc:sldChg>
      <pc:sldChg chg="add replId">
        <pc:chgData name="Mahmoud Salem" userId="S::msalem@conestogac.on.ca::7bf24d79-5b67-4251-b831-92e5f8c9b05a" providerId="AD" clId="Web-{72E395A2-CAD3-F264-4CE0-1F8718F00DEC}" dt="2023-09-19T04:13:26.711" v="126"/>
        <pc:sldMkLst>
          <pc:docMk/>
          <pc:sldMk cId="1932260263" sldId="330"/>
        </pc:sldMkLst>
      </pc:sldChg>
      <pc:sldChg chg="del">
        <pc:chgData name="Mahmoud Salem" userId="S::msalem@conestogac.on.ca::7bf24d79-5b67-4251-b831-92e5f8c9b05a" providerId="AD" clId="Web-{72E395A2-CAD3-F264-4CE0-1F8718F00DEC}" dt="2023-09-19T04:08:19.313" v="28"/>
        <pc:sldMkLst>
          <pc:docMk/>
          <pc:sldMk cId="3871501249" sldId="331"/>
        </pc:sldMkLst>
      </pc:sldChg>
      <pc:sldChg chg="modSp add replId">
        <pc:chgData name="Mahmoud Salem" userId="S::msalem@conestogac.on.ca::7bf24d79-5b67-4251-b831-92e5f8c9b05a" providerId="AD" clId="Web-{72E395A2-CAD3-F264-4CE0-1F8718F00DEC}" dt="2023-09-19T04:13:40.555" v="143" actId="20577"/>
        <pc:sldMkLst>
          <pc:docMk/>
          <pc:sldMk cId="4206540229" sldId="331"/>
        </pc:sldMkLst>
        <pc:spChg chg="mod">
          <ac:chgData name="Mahmoud Salem" userId="S::msalem@conestogac.on.ca::7bf24d79-5b67-4251-b831-92e5f8c9b05a" providerId="AD" clId="Web-{72E395A2-CAD3-F264-4CE0-1F8718F00DEC}" dt="2023-09-19T04:13:40.555" v="143" actId="20577"/>
          <ac:spMkLst>
            <pc:docMk/>
            <pc:sldMk cId="4206540229" sldId="331"/>
            <ac:spMk id="2" creationId="{CDC6775A-36EF-A4D3-79B1-09DF4A3F79D1}"/>
          </ac:spMkLst>
        </pc:spChg>
      </pc:sldChg>
      <pc:sldChg chg="modSp add replId">
        <pc:chgData name="Mahmoud Salem" userId="S::msalem@conestogac.on.ca::7bf24d79-5b67-4251-b831-92e5f8c9b05a" providerId="AD" clId="Web-{72E395A2-CAD3-F264-4CE0-1F8718F00DEC}" dt="2023-09-19T04:14:11.056" v="158" actId="20577"/>
        <pc:sldMkLst>
          <pc:docMk/>
          <pc:sldMk cId="544057948" sldId="332"/>
        </pc:sldMkLst>
        <pc:spChg chg="mod">
          <ac:chgData name="Mahmoud Salem" userId="S::msalem@conestogac.on.ca::7bf24d79-5b67-4251-b831-92e5f8c9b05a" providerId="AD" clId="Web-{72E395A2-CAD3-F264-4CE0-1F8718F00DEC}" dt="2023-09-19T04:14:11.056" v="158" actId="20577"/>
          <ac:spMkLst>
            <pc:docMk/>
            <pc:sldMk cId="544057948" sldId="332"/>
            <ac:spMk id="2" creationId="{CDC6775A-36EF-A4D3-79B1-09DF4A3F79D1}"/>
          </ac:spMkLst>
        </pc:spChg>
      </pc:sldChg>
      <pc:sldChg chg="del">
        <pc:chgData name="Mahmoud Salem" userId="S::msalem@conestogac.on.ca::7bf24d79-5b67-4251-b831-92e5f8c9b05a" providerId="AD" clId="Web-{72E395A2-CAD3-F264-4CE0-1F8718F00DEC}" dt="2023-09-19T04:08:20.298" v="29"/>
        <pc:sldMkLst>
          <pc:docMk/>
          <pc:sldMk cId="1558592222" sldId="332"/>
        </pc:sldMkLst>
      </pc:sldChg>
      <pc:sldChg chg="del">
        <pc:chgData name="Mahmoud Salem" userId="S::msalem@conestogac.on.ca::7bf24d79-5b67-4251-b831-92e5f8c9b05a" providerId="AD" clId="Web-{72E395A2-CAD3-F264-4CE0-1F8718F00DEC}" dt="2023-09-19T04:07:53.766" v="3"/>
        <pc:sldMkLst>
          <pc:docMk/>
          <pc:sldMk cId="371591689" sldId="333"/>
        </pc:sldMkLst>
      </pc:sldChg>
      <pc:sldChg chg="del">
        <pc:chgData name="Mahmoud Salem" userId="S::msalem@conestogac.on.ca::7bf24d79-5b67-4251-b831-92e5f8c9b05a" providerId="AD" clId="Web-{72E395A2-CAD3-F264-4CE0-1F8718F00DEC}" dt="2023-09-19T04:07:55.891" v="5"/>
        <pc:sldMkLst>
          <pc:docMk/>
          <pc:sldMk cId="293040030" sldId="334"/>
        </pc:sldMkLst>
      </pc:sldChg>
      <pc:sldChg chg="del">
        <pc:chgData name="Mahmoud Salem" userId="S::msalem@conestogac.on.ca::7bf24d79-5b67-4251-b831-92e5f8c9b05a" providerId="AD" clId="Web-{72E395A2-CAD3-F264-4CE0-1F8718F00DEC}" dt="2023-09-19T04:08:00.063" v="9"/>
        <pc:sldMkLst>
          <pc:docMk/>
          <pc:sldMk cId="3625798597" sldId="335"/>
        </pc:sldMkLst>
      </pc:sldChg>
      <pc:sldChg chg="del">
        <pc:chgData name="Mahmoud Salem" userId="S::msalem@conestogac.on.ca::7bf24d79-5b67-4251-b831-92e5f8c9b05a" providerId="AD" clId="Web-{72E395A2-CAD3-F264-4CE0-1F8718F00DEC}" dt="2023-09-19T04:08:01.797" v="11"/>
        <pc:sldMkLst>
          <pc:docMk/>
          <pc:sldMk cId="2957568938" sldId="336"/>
        </pc:sldMkLst>
      </pc:sldChg>
      <pc:sldChg chg="del">
        <pc:chgData name="Mahmoud Salem" userId="S::msalem@conestogac.on.ca::7bf24d79-5b67-4251-b831-92e5f8c9b05a" providerId="AD" clId="Web-{72E395A2-CAD3-F264-4CE0-1F8718F00DEC}" dt="2023-09-19T04:08:04.219" v="13"/>
        <pc:sldMkLst>
          <pc:docMk/>
          <pc:sldMk cId="3558790779" sldId="337"/>
        </pc:sldMkLst>
      </pc:sldChg>
      <pc:sldChg chg="del">
        <pc:chgData name="Mahmoud Salem" userId="S::msalem@conestogac.on.ca::7bf24d79-5b67-4251-b831-92e5f8c9b05a" providerId="AD" clId="Web-{72E395A2-CAD3-F264-4CE0-1F8718F00DEC}" dt="2023-09-19T04:08:08.110" v="15"/>
        <pc:sldMkLst>
          <pc:docMk/>
          <pc:sldMk cId="3138559417" sldId="338"/>
        </pc:sldMkLst>
      </pc:sldChg>
      <pc:sldChg chg="del">
        <pc:chgData name="Mahmoud Salem" userId="S::msalem@conestogac.on.ca::7bf24d79-5b67-4251-b831-92e5f8c9b05a" providerId="AD" clId="Web-{72E395A2-CAD3-F264-4CE0-1F8718F00DEC}" dt="2023-09-19T04:08:10.547" v="18"/>
        <pc:sldMkLst>
          <pc:docMk/>
          <pc:sldMk cId="771561726" sldId="339"/>
        </pc:sldMkLst>
      </pc:sldChg>
      <pc:sldChg chg="del">
        <pc:chgData name="Mahmoud Salem" userId="S::msalem@conestogac.on.ca::7bf24d79-5b67-4251-b831-92e5f8c9b05a" providerId="AD" clId="Web-{72E395A2-CAD3-F264-4CE0-1F8718F00DEC}" dt="2023-09-19T04:08:09.313" v="16"/>
        <pc:sldMkLst>
          <pc:docMk/>
          <pc:sldMk cId="3649510849" sldId="343"/>
        </pc:sldMkLst>
      </pc:sldChg>
      <pc:sldChg chg="del">
        <pc:chgData name="Mahmoud Salem" userId="S::msalem@conestogac.on.ca::7bf24d79-5b67-4251-b831-92e5f8c9b05a" providerId="AD" clId="Web-{72E395A2-CAD3-F264-4CE0-1F8718F00DEC}" dt="2023-09-19T04:08:16.594" v="24"/>
        <pc:sldMkLst>
          <pc:docMk/>
          <pc:sldMk cId="1328173489" sldId="344"/>
        </pc:sldMkLst>
      </pc:sldChg>
      <pc:sldChg chg="del">
        <pc:chgData name="Mahmoud Salem" userId="S::msalem@conestogac.on.ca::7bf24d79-5b67-4251-b831-92e5f8c9b05a" providerId="AD" clId="Web-{72E395A2-CAD3-F264-4CE0-1F8718F00DEC}" dt="2023-09-19T04:08:21.673" v="30"/>
        <pc:sldMkLst>
          <pc:docMk/>
          <pc:sldMk cId="135639429" sldId="346"/>
        </pc:sldMkLst>
      </pc:sldChg>
      <pc:sldChg chg="del">
        <pc:chgData name="Mahmoud Salem" userId="S::msalem@conestogac.on.ca::7bf24d79-5b67-4251-b831-92e5f8c9b05a" providerId="AD" clId="Web-{72E395A2-CAD3-F264-4CE0-1F8718F00DEC}" dt="2023-09-19T04:07:53.156" v="2"/>
        <pc:sldMkLst>
          <pc:docMk/>
          <pc:sldMk cId="4141365409" sldId="347"/>
        </pc:sldMkLst>
      </pc:sldChg>
      <pc:sldMasterChg chg="add del addSldLayout delSldLayout">
        <pc:chgData name="Mahmoud Salem" userId="S::msalem@conestogac.on.ca::7bf24d79-5b67-4251-b831-92e5f8c9b05a" providerId="AD" clId="Web-{72E395A2-CAD3-F264-4CE0-1F8718F00DEC}" dt="2023-09-19T04:08:54.330" v="65"/>
        <pc:sldMasterMkLst>
          <pc:docMk/>
          <pc:sldMasterMk cId="0" sldId="2147483648"/>
        </pc:sldMasterMkLst>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49"/>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0"/>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1"/>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2"/>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3"/>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4"/>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5"/>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6"/>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7"/>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8"/>
          </pc:sldLayoutMkLst>
        </pc:sldLayoutChg>
        <pc:sldLayoutChg chg="add del">
          <pc:chgData name="Mahmoud Salem" userId="S::msalem@conestogac.on.ca::7bf24d79-5b67-4251-b831-92e5f8c9b05a" providerId="AD" clId="Web-{72E395A2-CAD3-F264-4CE0-1F8718F00DEC}" dt="2023-09-19T04:08:54.330" v="65"/>
          <pc:sldLayoutMkLst>
            <pc:docMk/>
            <pc:sldMasterMk cId="0" sldId="2147483648"/>
            <pc:sldLayoutMk cId="0" sldId="2147483659"/>
          </pc:sldLayoutMkLst>
        </pc:sldLayoutChg>
      </pc:sldMasterChg>
      <pc:sldMasterChg chg="add del addSldLayout delSldLayout">
        <pc:chgData name="Mahmoud Salem" userId="S::msalem@conestogac.on.ca::7bf24d79-5b67-4251-b831-92e5f8c9b05a" providerId="AD" clId="Web-{72E395A2-CAD3-F264-4CE0-1F8718F00DEC}" dt="2023-09-19T04:08:54.345" v="66"/>
        <pc:sldMasterMkLst>
          <pc:docMk/>
          <pc:sldMasterMk cId="2522220789" sldId="2147483660"/>
        </pc:sldMasterMkLst>
        <pc:sldLayoutChg chg="add del">
          <pc:chgData name="Mahmoud Salem" userId="S::msalem@conestogac.on.ca::7bf24d79-5b67-4251-b831-92e5f8c9b05a" providerId="AD" clId="Web-{72E395A2-CAD3-F264-4CE0-1F8718F00DEC}" dt="2023-09-19T04:08:54.345" v="66"/>
          <pc:sldLayoutMkLst>
            <pc:docMk/>
            <pc:sldMasterMk cId="2522220789" sldId="2147483660"/>
            <pc:sldLayoutMk cId="2774044489" sldId="2147483661"/>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3397247603" sldId="2147483662"/>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2106992153" sldId="2147483663"/>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4126721660" sldId="2147483664"/>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191782322" sldId="2147483665"/>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2562267661" sldId="2147483666"/>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1960496394" sldId="2147483667"/>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4059882272" sldId="2147483668"/>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1043074175" sldId="2147483669"/>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332057839" sldId="2147483670"/>
          </pc:sldLayoutMkLst>
        </pc:sldLayoutChg>
        <pc:sldLayoutChg chg="add del">
          <pc:chgData name="Mahmoud Salem" userId="S::msalem@conestogac.on.ca::7bf24d79-5b67-4251-b831-92e5f8c9b05a" providerId="AD" clId="Web-{72E395A2-CAD3-F264-4CE0-1F8718F00DEC}" dt="2023-09-19T04:08:54.345" v="66"/>
          <pc:sldLayoutMkLst>
            <pc:docMk/>
            <pc:sldMasterMk cId="2522220789" sldId="2147483660"/>
            <pc:sldLayoutMk cId="387667743" sldId="2147483671"/>
          </pc:sldLayoutMkLst>
        </pc:sldLayoutChg>
      </pc:sldMasterChg>
    </pc:docChg>
  </pc:docChgLst>
  <pc:docChgLst>
    <pc:chgData name="Mahmoud Salem" userId="7bf24d79-5b67-4251-b831-92e5f8c9b05a" providerId="ADAL" clId="{68B001FD-60DE-CD46-9C35-464AAB1A950F}"/>
    <pc:docChg chg="undo custSel addSld delSld modSld">
      <pc:chgData name="Mahmoud Salem" userId="7bf24d79-5b67-4251-b831-92e5f8c9b05a" providerId="ADAL" clId="{68B001FD-60DE-CD46-9C35-464AAB1A950F}" dt="2023-11-01T16:57:22.879" v="97" actId="20577"/>
      <pc:docMkLst>
        <pc:docMk/>
      </pc:docMkLst>
      <pc:sldChg chg="addSp modSp add mod setBg">
        <pc:chgData name="Mahmoud Salem" userId="7bf24d79-5b67-4251-b831-92e5f8c9b05a" providerId="ADAL" clId="{68B001FD-60DE-CD46-9C35-464AAB1A950F}" dt="2023-11-01T16:38:45.813" v="13" actId="1076"/>
        <pc:sldMkLst>
          <pc:docMk/>
          <pc:sldMk cId="3007400236" sldId="328"/>
        </pc:sldMkLst>
        <pc:spChg chg="mod">
          <ac:chgData name="Mahmoud Salem" userId="7bf24d79-5b67-4251-b831-92e5f8c9b05a" providerId="ADAL" clId="{68B001FD-60DE-CD46-9C35-464AAB1A950F}" dt="2023-11-01T16:38:43.291" v="12" actId="26606"/>
          <ac:spMkLst>
            <pc:docMk/>
            <pc:sldMk cId="3007400236" sldId="328"/>
            <ac:spMk id="2" creationId="{E777E4B0-E03F-4F02-BDFE-7A4C6DA29131}"/>
          </ac:spMkLst>
        </pc:spChg>
        <pc:spChg chg="mod ord">
          <ac:chgData name="Mahmoud Salem" userId="7bf24d79-5b67-4251-b831-92e5f8c9b05a" providerId="ADAL" clId="{68B001FD-60DE-CD46-9C35-464AAB1A950F}" dt="2023-11-01T16:38:43.291" v="12" actId="26606"/>
          <ac:spMkLst>
            <pc:docMk/>
            <pc:sldMk cId="3007400236" sldId="328"/>
            <ac:spMk id="4" creationId="{4E14A3A2-0881-4AA2-B724-688DC4391366}"/>
          </ac:spMkLst>
        </pc:spChg>
        <pc:spChg chg="add">
          <ac:chgData name="Mahmoud Salem" userId="7bf24d79-5b67-4251-b831-92e5f8c9b05a" providerId="ADAL" clId="{68B001FD-60DE-CD46-9C35-464AAB1A950F}" dt="2023-11-01T16:38:43.291" v="12" actId="26606"/>
          <ac:spMkLst>
            <pc:docMk/>
            <pc:sldMk cId="3007400236" sldId="328"/>
            <ac:spMk id="1031" creationId="{D4771268-CB57-404A-9271-370EB28F6090}"/>
          </ac:spMkLst>
        </pc:spChg>
        <pc:picChg chg="mod">
          <ac:chgData name="Mahmoud Salem" userId="7bf24d79-5b67-4251-b831-92e5f8c9b05a" providerId="ADAL" clId="{68B001FD-60DE-CD46-9C35-464AAB1A950F}" dt="2023-11-01T16:38:45.813" v="13" actId="1076"/>
          <ac:picMkLst>
            <pc:docMk/>
            <pc:sldMk cId="3007400236" sldId="328"/>
            <ac:picMk id="1026" creationId="{107F10E1-7802-8835-6C6A-BEF822F9D8BF}"/>
          </ac:picMkLst>
        </pc:picChg>
      </pc:sldChg>
      <pc:sldChg chg="del">
        <pc:chgData name="Mahmoud Salem" userId="7bf24d79-5b67-4251-b831-92e5f8c9b05a" providerId="ADAL" clId="{68B001FD-60DE-CD46-9C35-464AAB1A950F}" dt="2023-11-01T16:51:43.137" v="42" actId="2696"/>
        <pc:sldMkLst>
          <pc:docMk/>
          <pc:sldMk cId="987655779" sldId="332"/>
        </pc:sldMkLst>
      </pc:sldChg>
      <pc:sldChg chg="add">
        <pc:chgData name="Mahmoud Salem" userId="7bf24d79-5b67-4251-b831-92e5f8c9b05a" providerId="ADAL" clId="{68B001FD-60DE-CD46-9C35-464AAB1A950F}" dt="2023-11-01T16:51:55.714" v="43"/>
        <pc:sldMkLst>
          <pc:docMk/>
          <pc:sldMk cId="3046894195" sldId="332"/>
        </pc:sldMkLst>
      </pc:sldChg>
      <pc:sldChg chg="modSp del mod">
        <pc:chgData name="Mahmoud Salem" userId="7bf24d79-5b67-4251-b831-92e5f8c9b05a" providerId="ADAL" clId="{68B001FD-60DE-CD46-9C35-464AAB1A950F}" dt="2023-11-01T16:51:43.137" v="42" actId="2696"/>
        <pc:sldMkLst>
          <pc:docMk/>
          <pc:sldMk cId="885774682" sldId="333"/>
        </pc:sldMkLst>
        <pc:spChg chg="mod">
          <ac:chgData name="Mahmoud Salem" userId="7bf24d79-5b67-4251-b831-92e5f8c9b05a" providerId="ADAL" clId="{68B001FD-60DE-CD46-9C35-464AAB1A950F}" dt="2023-11-01T16:51:11.170" v="41" actId="120"/>
          <ac:spMkLst>
            <pc:docMk/>
            <pc:sldMk cId="885774682" sldId="333"/>
            <ac:spMk id="3" creationId="{F3005794-BF65-410E-9225-F34791DBC010}"/>
          </ac:spMkLst>
        </pc:spChg>
      </pc:sldChg>
      <pc:sldChg chg="modSp add mod">
        <pc:chgData name="Mahmoud Salem" userId="7bf24d79-5b67-4251-b831-92e5f8c9b05a" providerId="ADAL" clId="{68B001FD-60DE-CD46-9C35-464AAB1A950F}" dt="2023-11-01T16:54:18.997" v="78" actId="20577"/>
        <pc:sldMkLst>
          <pc:docMk/>
          <pc:sldMk cId="2389471559" sldId="333"/>
        </pc:sldMkLst>
        <pc:spChg chg="mod">
          <ac:chgData name="Mahmoud Salem" userId="7bf24d79-5b67-4251-b831-92e5f8c9b05a" providerId="ADAL" clId="{68B001FD-60DE-CD46-9C35-464AAB1A950F}" dt="2023-11-01T16:52:39.306" v="47" actId="20577"/>
          <ac:spMkLst>
            <pc:docMk/>
            <pc:sldMk cId="2389471559" sldId="333"/>
            <ac:spMk id="2" creationId="{E777E4B0-E03F-4F02-BDFE-7A4C6DA29131}"/>
          </ac:spMkLst>
        </pc:spChg>
        <pc:spChg chg="mod">
          <ac:chgData name="Mahmoud Salem" userId="7bf24d79-5b67-4251-b831-92e5f8c9b05a" providerId="ADAL" clId="{68B001FD-60DE-CD46-9C35-464AAB1A950F}" dt="2023-11-01T16:54:18.997" v="78" actId="20577"/>
          <ac:spMkLst>
            <pc:docMk/>
            <pc:sldMk cId="2389471559" sldId="333"/>
            <ac:spMk id="3" creationId="{F3005794-BF65-410E-9225-F34791DBC010}"/>
          </ac:spMkLst>
        </pc:spChg>
      </pc:sldChg>
      <pc:sldChg chg="del">
        <pc:chgData name="Mahmoud Salem" userId="7bf24d79-5b67-4251-b831-92e5f8c9b05a" providerId="ADAL" clId="{68B001FD-60DE-CD46-9C35-464AAB1A950F}" dt="2023-11-01T16:51:43.137" v="42" actId="2696"/>
        <pc:sldMkLst>
          <pc:docMk/>
          <pc:sldMk cId="3200218040" sldId="334"/>
        </pc:sldMkLst>
      </pc:sldChg>
      <pc:sldChg chg="modSp add mod">
        <pc:chgData name="Mahmoud Salem" userId="7bf24d79-5b67-4251-b831-92e5f8c9b05a" providerId="ADAL" clId="{68B001FD-60DE-CD46-9C35-464AAB1A950F}" dt="2023-11-01T16:54:43.394" v="86" actId="113"/>
        <pc:sldMkLst>
          <pc:docMk/>
          <pc:sldMk cId="3416767286" sldId="334"/>
        </pc:sldMkLst>
        <pc:spChg chg="mod">
          <ac:chgData name="Mahmoud Salem" userId="7bf24d79-5b67-4251-b831-92e5f8c9b05a" providerId="ADAL" clId="{68B001FD-60DE-CD46-9C35-464AAB1A950F}" dt="2023-11-01T16:53:43.383" v="69"/>
          <ac:spMkLst>
            <pc:docMk/>
            <pc:sldMk cId="3416767286" sldId="334"/>
            <ac:spMk id="2" creationId="{E777E4B0-E03F-4F02-BDFE-7A4C6DA29131}"/>
          </ac:spMkLst>
        </pc:spChg>
        <pc:spChg chg="mod">
          <ac:chgData name="Mahmoud Salem" userId="7bf24d79-5b67-4251-b831-92e5f8c9b05a" providerId="ADAL" clId="{68B001FD-60DE-CD46-9C35-464AAB1A950F}" dt="2023-11-01T16:54:43.394" v="86" actId="113"/>
          <ac:spMkLst>
            <pc:docMk/>
            <pc:sldMk cId="3416767286" sldId="334"/>
            <ac:spMk id="3" creationId="{F3005794-BF65-410E-9225-F34791DBC010}"/>
          </ac:spMkLst>
        </pc:spChg>
      </pc:sldChg>
      <pc:sldChg chg="addSp delSp modSp mod">
        <pc:chgData name="Mahmoud Salem" userId="7bf24d79-5b67-4251-b831-92e5f8c9b05a" providerId="ADAL" clId="{68B001FD-60DE-CD46-9C35-464AAB1A950F}" dt="2023-11-01T16:57:22.879" v="97" actId="20577"/>
        <pc:sldMkLst>
          <pc:docMk/>
          <pc:sldMk cId="3608490325" sldId="335"/>
        </pc:sldMkLst>
        <pc:spChg chg="add del">
          <ac:chgData name="Mahmoud Salem" userId="7bf24d79-5b67-4251-b831-92e5f8c9b05a" providerId="ADAL" clId="{68B001FD-60DE-CD46-9C35-464AAB1A950F}" dt="2023-11-01T16:56:57.405" v="92" actId="26606"/>
          <ac:spMkLst>
            <pc:docMk/>
            <pc:sldMk cId="3608490325" sldId="335"/>
            <ac:spMk id="4" creationId="{0E3B2660-7FD8-79A6-DBA8-B66A508A2591}"/>
          </ac:spMkLst>
        </pc:spChg>
        <pc:graphicFrameChg chg="add del">
          <ac:chgData name="Mahmoud Salem" userId="7bf24d79-5b67-4251-b831-92e5f8c9b05a" providerId="ADAL" clId="{68B001FD-60DE-CD46-9C35-464AAB1A950F}" dt="2023-11-01T16:56:56.789" v="89" actId="26606"/>
          <ac:graphicFrameMkLst>
            <pc:docMk/>
            <pc:sldMk cId="3608490325" sldId="335"/>
            <ac:graphicFrameMk id="6" creationId="{331B4E8B-82D3-B582-ECC1-0D27021BE064}"/>
          </ac:graphicFrameMkLst>
        </pc:graphicFrameChg>
        <pc:graphicFrameChg chg="add del">
          <ac:chgData name="Mahmoud Salem" userId="7bf24d79-5b67-4251-b831-92e5f8c9b05a" providerId="ADAL" clId="{68B001FD-60DE-CD46-9C35-464AAB1A950F}" dt="2023-11-01T16:56:57.374" v="91" actId="26606"/>
          <ac:graphicFrameMkLst>
            <pc:docMk/>
            <pc:sldMk cId="3608490325" sldId="335"/>
            <ac:graphicFrameMk id="8" creationId="{0D2C840F-926B-A322-3000-6041939A9083}"/>
          </ac:graphicFrameMkLst>
        </pc:graphicFrameChg>
        <pc:graphicFrameChg chg="add mod">
          <ac:chgData name="Mahmoud Salem" userId="7bf24d79-5b67-4251-b831-92e5f8c9b05a" providerId="ADAL" clId="{68B001FD-60DE-CD46-9C35-464AAB1A950F}" dt="2023-11-01T16:57:22.879" v="97" actId="20577"/>
          <ac:graphicFrameMkLst>
            <pc:docMk/>
            <pc:sldMk cId="3608490325" sldId="335"/>
            <ac:graphicFrameMk id="10" creationId="{7EFB8B20-9FB0-D3B7-FFA1-BE82CA05DB19}"/>
          </ac:graphicFrameMkLst>
        </pc:graphicFrameChg>
      </pc:sldChg>
      <pc:sldChg chg="add del">
        <pc:chgData name="Mahmoud Salem" userId="7bf24d79-5b67-4251-b831-92e5f8c9b05a" providerId="ADAL" clId="{68B001FD-60DE-CD46-9C35-464AAB1A950F}" dt="2023-11-01T16:46:23.514" v="16" actId="2696"/>
        <pc:sldMkLst>
          <pc:docMk/>
          <pc:sldMk cId="852220592" sldId="340"/>
        </pc:sldMkLst>
      </pc:sldChg>
      <pc:sldChg chg="addSp delSp modSp add mod setBg delDesignElem">
        <pc:chgData name="Mahmoud Salem" userId="7bf24d79-5b67-4251-b831-92e5f8c9b05a" providerId="ADAL" clId="{68B001FD-60DE-CD46-9C35-464AAB1A950F}" dt="2023-11-01T16:47:24.721" v="26" actId="26606"/>
        <pc:sldMkLst>
          <pc:docMk/>
          <pc:sldMk cId="3239073747" sldId="340"/>
        </pc:sldMkLst>
        <pc:spChg chg="del">
          <ac:chgData name="Mahmoud Salem" userId="7bf24d79-5b67-4251-b831-92e5f8c9b05a" providerId="ADAL" clId="{68B001FD-60DE-CD46-9C35-464AAB1A950F}" dt="2023-11-01T16:47:15.629" v="25"/>
          <ac:spMkLst>
            <pc:docMk/>
            <pc:sldMk cId="3239073747" sldId="340"/>
            <ac:spMk id="10" creationId="{0671A8AE-40A1-4631-A6B8-581AFF065482}"/>
          </ac:spMkLst>
        </pc:spChg>
        <pc:spChg chg="add">
          <ac:chgData name="Mahmoud Salem" userId="7bf24d79-5b67-4251-b831-92e5f8c9b05a" providerId="ADAL" clId="{68B001FD-60DE-CD46-9C35-464AAB1A950F}" dt="2023-11-01T16:47:24.721" v="26" actId="26606"/>
          <ac:spMkLst>
            <pc:docMk/>
            <pc:sldMk cId="3239073747" sldId="340"/>
            <ac:spMk id="11" creationId="{0671A8AE-40A1-4631-A6B8-581AFF065482}"/>
          </ac:spMkLst>
        </pc:spChg>
        <pc:spChg chg="del">
          <ac:chgData name="Mahmoud Salem" userId="7bf24d79-5b67-4251-b831-92e5f8c9b05a" providerId="ADAL" clId="{68B001FD-60DE-CD46-9C35-464AAB1A950F}" dt="2023-11-01T16:47:15.629" v="25"/>
          <ac:spMkLst>
            <pc:docMk/>
            <pc:sldMk cId="3239073747" sldId="340"/>
            <ac:spMk id="12" creationId="{AB58EF07-17C2-48CF-ABB0-EEF1F17CB8F0}"/>
          </ac:spMkLst>
        </pc:spChg>
        <pc:spChg chg="add">
          <ac:chgData name="Mahmoud Salem" userId="7bf24d79-5b67-4251-b831-92e5f8c9b05a" providerId="ADAL" clId="{68B001FD-60DE-CD46-9C35-464AAB1A950F}" dt="2023-11-01T16:47:24.721" v="26" actId="26606"/>
          <ac:spMkLst>
            <pc:docMk/>
            <pc:sldMk cId="3239073747" sldId="340"/>
            <ac:spMk id="13" creationId="{AB58EF07-17C2-48CF-ABB0-EEF1F17CB8F0}"/>
          </ac:spMkLst>
        </pc:spChg>
        <pc:spChg chg="del">
          <ac:chgData name="Mahmoud Salem" userId="7bf24d79-5b67-4251-b831-92e5f8c9b05a" providerId="ADAL" clId="{68B001FD-60DE-CD46-9C35-464AAB1A950F}" dt="2023-11-01T16:47:15.629" v="25"/>
          <ac:spMkLst>
            <pc:docMk/>
            <pc:sldMk cId="3239073747" sldId="340"/>
            <ac:spMk id="14" creationId="{AF2F604E-43BE-4DC3-B983-E071523364F8}"/>
          </ac:spMkLst>
        </pc:spChg>
        <pc:spChg chg="add">
          <ac:chgData name="Mahmoud Salem" userId="7bf24d79-5b67-4251-b831-92e5f8c9b05a" providerId="ADAL" clId="{68B001FD-60DE-CD46-9C35-464AAB1A950F}" dt="2023-11-01T16:47:24.721" v="26" actId="26606"/>
          <ac:spMkLst>
            <pc:docMk/>
            <pc:sldMk cId="3239073747" sldId="340"/>
            <ac:spMk id="15" creationId="{AF2F604E-43BE-4DC3-B983-E071523364F8}"/>
          </ac:spMkLst>
        </pc:spChg>
        <pc:spChg chg="del">
          <ac:chgData name="Mahmoud Salem" userId="7bf24d79-5b67-4251-b831-92e5f8c9b05a" providerId="ADAL" clId="{68B001FD-60DE-CD46-9C35-464AAB1A950F}" dt="2023-11-01T16:47:15.629" v="25"/>
          <ac:spMkLst>
            <pc:docMk/>
            <pc:sldMk cId="3239073747" sldId="340"/>
            <ac:spMk id="16" creationId="{08C9B587-E65E-4B52-B37C-ABEBB6E87928}"/>
          </ac:spMkLst>
        </pc:spChg>
        <pc:spChg chg="add">
          <ac:chgData name="Mahmoud Salem" userId="7bf24d79-5b67-4251-b831-92e5f8c9b05a" providerId="ADAL" clId="{68B001FD-60DE-CD46-9C35-464AAB1A950F}" dt="2023-11-01T16:47:24.721" v="26" actId="26606"/>
          <ac:spMkLst>
            <pc:docMk/>
            <pc:sldMk cId="3239073747" sldId="340"/>
            <ac:spMk id="17" creationId="{08C9B587-E65E-4B52-B37C-ABEBB6E87928}"/>
          </ac:spMkLst>
        </pc:spChg>
        <pc:picChg chg="mod">
          <ac:chgData name="Mahmoud Salem" userId="7bf24d79-5b67-4251-b831-92e5f8c9b05a" providerId="ADAL" clId="{68B001FD-60DE-CD46-9C35-464AAB1A950F}" dt="2023-11-01T16:47:24.721" v="26" actId="26606"/>
          <ac:picMkLst>
            <pc:docMk/>
            <pc:sldMk cId="3239073747" sldId="340"/>
            <ac:picMk id="6" creationId="{3EFFBE80-D003-3F32-3744-24E2A9473747}"/>
          </ac:picMkLst>
        </pc:picChg>
      </pc:sldChg>
      <pc:sldChg chg="del">
        <pc:chgData name="Mahmoud Salem" userId="7bf24d79-5b67-4251-b831-92e5f8c9b05a" providerId="ADAL" clId="{68B001FD-60DE-CD46-9C35-464AAB1A950F}" dt="2023-11-01T16:46:23.514" v="16" actId="2696"/>
        <pc:sldMkLst>
          <pc:docMk/>
          <pc:sldMk cId="151185085" sldId="341"/>
        </pc:sldMkLst>
      </pc:sldChg>
      <pc:sldChg chg="addSp delSp modSp add mod setBg delDesignElem">
        <pc:chgData name="Mahmoud Salem" userId="7bf24d79-5b67-4251-b831-92e5f8c9b05a" providerId="ADAL" clId="{68B001FD-60DE-CD46-9C35-464AAB1A950F}" dt="2023-11-01T16:56:31.005" v="87" actId="26606"/>
        <pc:sldMkLst>
          <pc:docMk/>
          <pc:sldMk cId="4174950571" sldId="341"/>
        </pc:sldMkLst>
        <pc:spChg chg="mod">
          <ac:chgData name="Mahmoud Salem" userId="7bf24d79-5b67-4251-b831-92e5f8c9b05a" providerId="ADAL" clId="{68B001FD-60DE-CD46-9C35-464AAB1A950F}" dt="2023-11-01T16:56:31.005" v="87" actId="26606"/>
          <ac:spMkLst>
            <pc:docMk/>
            <pc:sldMk cId="4174950571" sldId="341"/>
            <ac:spMk id="3" creationId="{2C43D6FC-802C-5194-B5CE-00202E61D27C}"/>
          </ac:spMkLst>
        </pc:spChg>
        <pc:spChg chg="add">
          <ac:chgData name="Mahmoud Salem" userId="7bf24d79-5b67-4251-b831-92e5f8c9b05a" providerId="ADAL" clId="{68B001FD-60DE-CD46-9C35-464AAB1A950F}" dt="2023-11-01T16:56:31.005" v="87" actId="26606"/>
          <ac:spMkLst>
            <pc:docMk/>
            <pc:sldMk cId="4174950571" sldId="341"/>
            <ac:spMk id="8" creationId="{6753252F-4873-4F63-801D-CC719279A7D5}"/>
          </ac:spMkLst>
        </pc:spChg>
        <pc:spChg chg="del">
          <ac:chgData name="Mahmoud Salem" userId="7bf24d79-5b67-4251-b831-92e5f8c9b05a" providerId="ADAL" clId="{68B001FD-60DE-CD46-9C35-464AAB1A950F}" dt="2023-11-01T16:47:15.629" v="25"/>
          <ac:spMkLst>
            <pc:docMk/>
            <pc:sldMk cId="4174950571" sldId="341"/>
            <ac:spMk id="11" creationId="{D12DDE76-C203-4047-9998-63900085B5E8}"/>
          </ac:spMkLst>
        </pc:spChg>
        <pc:spChg chg="add">
          <ac:chgData name="Mahmoud Salem" userId="7bf24d79-5b67-4251-b831-92e5f8c9b05a" providerId="ADAL" clId="{68B001FD-60DE-CD46-9C35-464AAB1A950F}" dt="2023-11-01T16:56:31.005" v="87" actId="26606"/>
          <ac:spMkLst>
            <pc:docMk/>
            <pc:sldMk cId="4174950571" sldId="341"/>
            <ac:spMk id="13" creationId="{047C8CCB-F95D-4249-92DD-651249D3535A}"/>
          </ac:spMkLst>
        </pc:spChg>
        <pc:picChg chg="mod">
          <ac:chgData name="Mahmoud Salem" userId="7bf24d79-5b67-4251-b831-92e5f8c9b05a" providerId="ADAL" clId="{68B001FD-60DE-CD46-9C35-464AAB1A950F}" dt="2023-11-01T16:56:31.005" v="87" actId="26606"/>
          <ac:picMkLst>
            <pc:docMk/>
            <pc:sldMk cId="4174950571" sldId="341"/>
            <ac:picMk id="6" creationId="{46D948E7-661A-7010-6857-CF407E6901FB}"/>
          </ac:picMkLst>
        </pc:picChg>
      </pc:sldChg>
      <pc:sldChg chg="add del">
        <pc:chgData name="Mahmoud Salem" userId="7bf24d79-5b67-4251-b831-92e5f8c9b05a" providerId="ADAL" clId="{68B001FD-60DE-CD46-9C35-464AAB1A950F}" dt="2023-11-01T16:46:23.514" v="16" actId="2696"/>
        <pc:sldMkLst>
          <pc:docMk/>
          <pc:sldMk cId="1155241085" sldId="342"/>
        </pc:sldMkLst>
      </pc:sldChg>
      <pc:sldChg chg="add">
        <pc:chgData name="Mahmoud Salem" userId="7bf24d79-5b67-4251-b831-92e5f8c9b05a" providerId="ADAL" clId="{68B001FD-60DE-CD46-9C35-464AAB1A950F}" dt="2023-11-01T16:47:15.629" v="25"/>
        <pc:sldMkLst>
          <pc:docMk/>
          <pc:sldMk cId="1744900692" sldId="342"/>
        </pc:sldMkLst>
      </pc:sldChg>
      <pc:sldChg chg="add">
        <pc:chgData name="Mahmoud Salem" userId="7bf24d79-5b67-4251-b831-92e5f8c9b05a" providerId="ADAL" clId="{68B001FD-60DE-CD46-9C35-464AAB1A950F}" dt="2023-11-01T16:47:15.629" v="25"/>
        <pc:sldMkLst>
          <pc:docMk/>
          <pc:sldMk cId="835572930" sldId="343"/>
        </pc:sldMkLst>
      </pc:sldChg>
      <pc:sldChg chg="add del">
        <pc:chgData name="Mahmoud Salem" userId="7bf24d79-5b67-4251-b831-92e5f8c9b05a" providerId="ADAL" clId="{68B001FD-60DE-CD46-9C35-464AAB1A950F}" dt="2023-11-01T16:46:23.514" v="16" actId="2696"/>
        <pc:sldMkLst>
          <pc:docMk/>
          <pc:sldMk cId="3299310672" sldId="343"/>
        </pc:sldMkLst>
      </pc:sldChg>
    </pc:docChg>
  </pc:docChgLst>
  <pc:docChgLst>
    <pc:chgData name="Mahmoud Salem" userId="S::msalem@conestogac.on.ca::7bf24d79-5b67-4251-b831-92e5f8c9b05a" providerId="AD" clId="Web-{4C19CEDC-6D27-3ACC-92CC-E8F737226F69}"/>
    <pc:docChg chg="modSld">
      <pc:chgData name="Mahmoud Salem" userId="S::msalem@conestogac.on.ca::7bf24d79-5b67-4251-b831-92e5f8c9b05a" providerId="AD" clId="Web-{4C19CEDC-6D27-3ACC-92CC-E8F737226F69}" dt="2023-09-19T20:30:24.501" v="1"/>
      <pc:docMkLst>
        <pc:docMk/>
      </pc:docMkLst>
      <pc:sldChg chg="addSp delSp modSp">
        <pc:chgData name="Mahmoud Salem" userId="S::msalem@conestogac.on.ca::7bf24d79-5b67-4251-b831-92e5f8c9b05a" providerId="AD" clId="Web-{4C19CEDC-6D27-3ACC-92CC-E8F737226F69}" dt="2023-09-19T20:30:24.501" v="1"/>
        <pc:sldMkLst>
          <pc:docMk/>
          <pc:sldMk cId="3406251953" sldId="309"/>
        </pc:sldMkLst>
        <pc:picChg chg="add del mod">
          <ac:chgData name="Mahmoud Salem" userId="S::msalem@conestogac.on.ca::7bf24d79-5b67-4251-b831-92e5f8c9b05a" providerId="AD" clId="Web-{4C19CEDC-6D27-3ACC-92CC-E8F737226F69}" dt="2023-09-19T20:30:24.501" v="1"/>
          <ac:picMkLst>
            <pc:docMk/>
            <pc:sldMk cId="3406251953" sldId="309"/>
            <ac:picMk id="5" creationId="{AFCDFF12-4597-1E60-AD15-568C9FBCE3A1}"/>
          </ac:picMkLst>
        </pc:picChg>
      </pc:sldChg>
    </pc:docChg>
  </pc:docChgLst>
  <pc:docChgLst>
    <pc:chgData name="Mahmoud Salem" userId="S::msalem@conestogac.on.ca::7bf24d79-5b67-4251-b831-92e5f8c9b05a" providerId="AD" clId="Web-{E8B216F0-182F-48A8-7C5B-1BC4EB69397C}"/>
    <pc:docChg chg="modSld">
      <pc:chgData name="Mahmoud Salem" userId="S::msalem@conestogac.on.ca::7bf24d79-5b67-4251-b831-92e5f8c9b05a" providerId="AD" clId="Web-{E8B216F0-182F-48A8-7C5B-1BC4EB69397C}" dt="2023-09-20T19:51:35.984" v="0" actId="20577"/>
      <pc:docMkLst>
        <pc:docMk/>
      </pc:docMkLst>
      <pc:sldChg chg="modSp">
        <pc:chgData name="Mahmoud Salem" userId="S::msalem@conestogac.on.ca::7bf24d79-5b67-4251-b831-92e5f8c9b05a" providerId="AD" clId="Web-{E8B216F0-182F-48A8-7C5B-1BC4EB69397C}" dt="2023-09-20T19:51:35.984" v="0" actId="20577"/>
        <pc:sldMkLst>
          <pc:docMk/>
          <pc:sldMk cId="1050297658" sldId="268"/>
        </pc:sldMkLst>
        <pc:spChg chg="mod">
          <ac:chgData name="Mahmoud Salem" userId="S::msalem@conestogac.on.ca::7bf24d79-5b67-4251-b831-92e5f8c9b05a" providerId="AD" clId="Web-{E8B216F0-182F-48A8-7C5B-1BC4EB69397C}" dt="2023-09-20T19:51:35.984" v="0" actId="20577"/>
          <ac:spMkLst>
            <pc:docMk/>
            <pc:sldMk cId="1050297658" sldId="268"/>
            <ac:spMk id="6" creationId="{00000000-0000-0000-0000-000000000000}"/>
          </ac:spMkLst>
        </pc:spChg>
      </pc:sldChg>
    </pc:docChg>
  </pc:docChgLst>
  <pc:docChgLst>
    <pc:chgData name="Mahmoud Salem" userId="S::msalem@conestogac.on.ca::7bf24d79-5b67-4251-b831-92e5f8c9b05a" providerId="AD" clId="Web-{CC5DAEF1-D64E-ADC6-005B-D3EC5C579CCA}"/>
    <pc:docChg chg="modSld">
      <pc:chgData name="Mahmoud Salem" userId="S::msalem@conestogac.on.ca::7bf24d79-5b67-4251-b831-92e5f8c9b05a" providerId="AD" clId="Web-{CC5DAEF1-D64E-ADC6-005B-D3EC5C579CCA}" dt="2023-11-17T19:37:52.836" v="1" actId="20577"/>
      <pc:docMkLst>
        <pc:docMk/>
      </pc:docMkLst>
      <pc:sldChg chg="modSp">
        <pc:chgData name="Mahmoud Salem" userId="S::msalem@conestogac.on.ca::7bf24d79-5b67-4251-b831-92e5f8c9b05a" providerId="AD" clId="Web-{CC5DAEF1-D64E-ADC6-005B-D3EC5C579CCA}" dt="2023-11-17T19:37:52.836" v="1" actId="20577"/>
        <pc:sldMkLst>
          <pc:docMk/>
          <pc:sldMk cId="2602317404" sldId="364"/>
        </pc:sldMkLst>
        <pc:spChg chg="mod">
          <ac:chgData name="Mahmoud Salem" userId="S::msalem@conestogac.on.ca::7bf24d79-5b67-4251-b831-92e5f8c9b05a" providerId="AD" clId="Web-{CC5DAEF1-D64E-ADC6-005B-D3EC5C579CCA}" dt="2023-11-17T19:37:52.836" v="1" actId="20577"/>
          <ac:spMkLst>
            <pc:docMk/>
            <pc:sldMk cId="2602317404" sldId="364"/>
            <ac:spMk id="2" creationId="{96AF5CDA-568D-1FAB-9703-4CEA1D0FF5D0}"/>
          </ac:spMkLst>
        </pc:spChg>
      </pc:sldChg>
    </pc:docChg>
  </pc:docChgLst>
  <pc:docChgLst>
    <pc:chgData name="Mahmoud Salem" userId="7bf24d79-5b67-4251-b831-92e5f8c9b05a" providerId="ADAL" clId="{D71FA534-3898-4413-9294-5564A9E3DCAA}"/>
    <pc:docChg chg="undo custSel addSld delSld modSld sldOrd">
      <pc:chgData name="Mahmoud Salem" userId="7bf24d79-5b67-4251-b831-92e5f8c9b05a" providerId="ADAL" clId="{D71FA534-3898-4413-9294-5564A9E3DCAA}" dt="2023-11-08T03:44:33.632" v="2798" actId="26606"/>
      <pc:docMkLst>
        <pc:docMk/>
      </pc:docMkLst>
      <pc:sldChg chg="del">
        <pc:chgData name="Mahmoud Salem" userId="7bf24d79-5b67-4251-b831-92e5f8c9b05a" providerId="ADAL" clId="{D71FA534-3898-4413-9294-5564A9E3DCAA}" dt="2023-11-07T01:59:14.462" v="19" actId="47"/>
        <pc:sldMkLst>
          <pc:docMk/>
          <pc:sldMk cId="4262868419" sldId="256"/>
        </pc:sldMkLst>
      </pc:sldChg>
      <pc:sldChg chg="modSp add mod">
        <pc:chgData name="Mahmoud Salem" userId="7bf24d79-5b67-4251-b831-92e5f8c9b05a" providerId="ADAL" clId="{D71FA534-3898-4413-9294-5564A9E3DCAA}" dt="2023-11-07T02:58:51.090" v="165" actId="20577"/>
        <pc:sldMkLst>
          <pc:docMk/>
          <pc:sldMk cId="1346212066" sldId="257"/>
        </pc:sldMkLst>
        <pc:spChg chg="mod">
          <ac:chgData name="Mahmoud Salem" userId="7bf24d79-5b67-4251-b831-92e5f8c9b05a" providerId="ADAL" clId="{D71FA534-3898-4413-9294-5564A9E3DCAA}" dt="2023-11-07T02:58:51.090" v="165" actId="20577"/>
          <ac:spMkLst>
            <pc:docMk/>
            <pc:sldMk cId="1346212066" sldId="257"/>
            <ac:spMk id="2" creationId="{70752FD7-76EF-4EBF-8807-5A08A9C8EA09}"/>
          </ac:spMkLst>
        </pc:spChg>
      </pc:sldChg>
      <pc:sldChg chg="add del">
        <pc:chgData name="Mahmoud Salem" userId="7bf24d79-5b67-4251-b831-92e5f8c9b05a" providerId="ADAL" clId="{D71FA534-3898-4413-9294-5564A9E3DCAA}" dt="2023-11-07T01:59:34.092" v="22" actId="47"/>
        <pc:sldMkLst>
          <pc:docMk/>
          <pc:sldMk cId="3657133794" sldId="258"/>
        </pc:sldMkLst>
      </pc:sldChg>
      <pc:sldChg chg="modSp add del mod">
        <pc:chgData name="Mahmoud Salem" userId="7bf24d79-5b67-4251-b831-92e5f8c9b05a" providerId="ADAL" clId="{D71FA534-3898-4413-9294-5564A9E3DCAA}" dt="2023-11-07T02:00:09.037" v="25" actId="14100"/>
        <pc:sldMkLst>
          <pc:docMk/>
          <pc:sldMk cId="177477495" sldId="285"/>
        </pc:sldMkLst>
        <pc:spChg chg="mod">
          <ac:chgData name="Mahmoud Salem" userId="7bf24d79-5b67-4251-b831-92e5f8c9b05a" providerId="ADAL" clId="{D71FA534-3898-4413-9294-5564A9E3DCAA}" dt="2023-11-07T02:00:09.037" v="25" actId="14100"/>
          <ac:spMkLst>
            <pc:docMk/>
            <pc:sldMk cId="177477495" sldId="285"/>
            <ac:spMk id="3" creationId="{F3005794-BF65-410E-9225-F34791DBC010}"/>
          </ac:spMkLst>
        </pc:spChg>
        <pc:spChg chg="mod">
          <ac:chgData name="Mahmoud Salem" userId="7bf24d79-5b67-4251-b831-92e5f8c9b05a" providerId="ADAL" clId="{D71FA534-3898-4413-9294-5564A9E3DCAA}" dt="2023-11-07T01:59:11.661" v="6"/>
          <ac:spMkLst>
            <pc:docMk/>
            <pc:sldMk cId="177477495" sldId="285"/>
            <ac:spMk id="4" creationId="{4E14A3A2-0881-4AA2-B724-688DC4391366}"/>
          </ac:spMkLst>
        </pc:spChg>
      </pc:sldChg>
      <pc:sldChg chg="del">
        <pc:chgData name="Mahmoud Salem" userId="7bf24d79-5b67-4251-b831-92e5f8c9b05a" providerId="ADAL" clId="{D71FA534-3898-4413-9294-5564A9E3DCAA}" dt="2023-11-07T01:58:55.070" v="1" actId="47"/>
        <pc:sldMkLst>
          <pc:docMk/>
          <pc:sldMk cId="4262167541" sldId="286"/>
        </pc:sldMkLst>
      </pc:sldChg>
      <pc:sldChg chg="del">
        <pc:chgData name="Mahmoud Salem" userId="7bf24d79-5b67-4251-b831-92e5f8c9b05a" providerId="ADAL" clId="{D71FA534-3898-4413-9294-5564A9E3DCAA}" dt="2023-11-07T01:58:55.070" v="1" actId="47"/>
        <pc:sldMkLst>
          <pc:docMk/>
          <pc:sldMk cId="1526657781" sldId="288"/>
        </pc:sldMkLst>
      </pc:sldChg>
      <pc:sldChg chg="del">
        <pc:chgData name="Mahmoud Salem" userId="7bf24d79-5b67-4251-b831-92e5f8c9b05a" providerId="ADAL" clId="{D71FA534-3898-4413-9294-5564A9E3DCAA}" dt="2023-11-07T01:58:55.070" v="1" actId="47"/>
        <pc:sldMkLst>
          <pc:docMk/>
          <pc:sldMk cId="4002250383" sldId="292"/>
        </pc:sldMkLst>
      </pc:sldChg>
      <pc:sldChg chg="modSp add del mod">
        <pc:chgData name="Mahmoud Salem" userId="7bf24d79-5b67-4251-b831-92e5f8c9b05a" providerId="ADAL" clId="{D71FA534-3898-4413-9294-5564A9E3DCAA}" dt="2023-11-07T02:01:11.773" v="30" actId="1076"/>
        <pc:sldMkLst>
          <pc:docMk/>
          <pc:sldMk cId="2698832496" sldId="303"/>
        </pc:sldMkLst>
        <pc:spChg chg="mod">
          <ac:chgData name="Mahmoud Salem" userId="7bf24d79-5b67-4251-b831-92e5f8c9b05a" providerId="ADAL" clId="{D71FA534-3898-4413-9294-5564A9E3DCAA}" dt="2023-11-07T02:01:11.773" v="30" actId="1076"/>
          <ac:spMkLst>
            <pc:docMk/>
            <pc:sldMk cId="2698832496" sldId="303"/>
            <ac:spMk id="3" creationId="{F3005794-BF65-410E-9225-F34791DBC010}"/>
          </ac:spMkLst>
        </pc:spChg>
        <pc:spChg chg="mod">
          <ac:chgData name="Mahmoud Salem" userId="7bf24d79-5b67-4251-b831-92e5f8c9b05a" providerId="ADAL" clId="{D71FA534-3898-4413-9294-5564A9E3DCAA}" dt="2023-11-07T01:59:11.661" v="6"/>
          <ac:spMkLst>
            <pc:docMk/>
            <pc:sldMk cId="2698832496" sldId="303"/>
            <ac:spMk id="4" creationId="{4E14A3A2-0881-4AA2-B724-688DC4391366}"/>
          </ac:spMkLst>
        </pc:spChg>
      </pc:sldChg>
      <pc:sldChg chg="add del">
        <pc:chgData name="Mahmoud Salem" userId="7bf24d79-5b67-4251-b831-92e5f8c9b05a" providerId="ADAL" clId="{D71FA534-3898-4413-9294-5564A9E3DCAA}" dt="2023-11-07T02:06:04.251" v="53" actId="47"/>
        <pc:sldMkLst>
          <pc:docMk/>
          <pc:sldMk cId="2659362190" sldId="304"/>
        </pc:sldMkLst>
      </pc:sldChg>
      <pc:sldChg chg="addSp modSp add del mod setBg">
        <pc:chgData name="Mahmoud Salem" userId="7bf24d79-5b67-4251-b831-92e5f8c9b05a" providerId="ADAL" clId="{D71FA534-3898-4413-9294-5564A9E3DCAA}" dt="2023-11-07T02:04:42.330" v="51" actId="1076"/>
        <pc:sldMkLst>
          <pc:docMk/>
          <pc:sldMk cId="3799807154" sldId="319"/>
        </pc:sldMkLst>
        <pc:spChg chg="mod">
          <ac:chgData name="Mahmoud Salem" userId="7bf24d79-5b67-4251-b831-92e5f8c9b05a" providerId="ADAL" clId="{D71FA534-3898-4413-9294-5564A9E3DCAA}" dt="2023-11-07T02:04:38.356" v="49" actId="26606"/>
          <ac:spMkLst>
            <pc:docMk/>
            <pc:sldMk cId="3799807154" sldId="319"/>
            <ac:spMk id="2" creationId="{E777E4B0-E03F-4F02-BDFE-7A4C6DA29131}"/>
          </ac:spMkLst>
        </pc:spChg>
        <pc:spChg chg="mod ord">
          <ac:chgData name="Mahmoud Salem" userId="7bf24d79-5b67-4251-b831-92e5f8c9b05a" providerId="ADAL" clId="{D71FA534-3898-4413-9294-5564A9E3DCAA}" dt="2023-11-07T02:04:38.356" v="49" actId="26606"/>
          <ac:spMkLst>
            <pc:docMk/>
            <pc:sldMk cId="3799807154" sldId="319"/>
            <ac:spMk id="4" creationId="{4E14A3A2-0881-4AA2-B724-688DC4391366}"/>
          </ac:spMkLst>
        </pc:spChg>
        <pc:spChg chg="add">
          <ac:chgData name="Mahmoud Salem" userId="7bf24d79-5b67-4251-b831-92e5f8c9b05a" providerId="ADAL" clId="{D71FA534-3898-4413-9294-5564A9E3DCAA}" dt="2023-11-07T02:04:38.356" v="49" actId="26606"/>
          <ac:spMkLst>
            <pc:docMk/>
            <pc:sldMk cId="3799807154" sldId="319"/>
            <ac:spMk id="9" creationId="{D4771268-CB57-404A-9271-370EB28F6090}"/>
          </ac:spMkLst>
        </pc:spChg>
        <pc:picChg chg="mod">
          <ac:chgData name="Mahmoud Salem" userId="7bf24d79-5b67-4251-b831-92e5f8c9b05a" providerId="ADAL" clId="{D71FA534-3898-4413-9294-5564A9E3DCAA}" dt="2023-11-07T02:04:42.330" v="51" actId="1076"/>
          <ac:picMkLst>
            <pc:docMk/>
            <pc:sldMk cId="3799807154" sldId="319"/>
            <ac:picMk id="3" creationId="{718DC6DD-3606-1D46-F25E-CBBA821E3DE5}"/>
          </ac:picMkLst>
        </pc:picChg>
      </pc:sldChg>
      <pc:sldChg chg="modSp add del mod">
        <pc:chgData name="Mahmoud Salem" userId="7bf24d79-5b67-4251-b831-92e5f8c9b05a" providerId="ADAL" clId="{D71FA534-3898-4413-9294-5564A9E3DCAA}" dt="2023-11-07T02:02:51.531" v="37" actId="1076"/>
        <pc:sldMkLst>
          <pc:docMk/>
          <pc:sldMk cId="1079151901" sldId="320"/>
        </pc:sldMkLst>
        <pc:spChg chg="mod">
          <ac:chgData name="Mahmoud Salem" userId="7bf24d79-5b67-4251-b831-92e5f8c9b05a" providerId="ADAL" clId="{D71FA534-3898-4413-9294-5564A9E3DCAA}" dt="2023-11-07T02:02:51.531" v="37" actId="1076"/>
          <ac:spMkLst>
            <pc:docMk/>
            <pc:sldMk cId="1079151901" sldId="320"/>
            <ac:spMk id="3" creationId="{F3005794-BF65-410E-9225-F34791DBC010}"/>
          </ac:spMkLst>
        </pc:spChg>
        <pc:spChg chg="mod">
          <ac:chgData name="Mahmoud Salem" userId="7bf24d79-5b67-4251-b831-92e5f8c9b05a" providerId="ADAL" clId="{D71FA534-3898-4413-9294-5564A9E3DCAA}" dt="2023-11-07T01:59:11.661" v="6"/>
          <ac:spMkLst>
            <pc:docMk/>
            <pc:sldMk cId="1079151901" sldId="320"/>
            <ac:spMk id="4" creationId="{4E14A3A2-0881-4AA2-B724-688DC4391366}"/>
          </ac:spMkLst>
        </pc:spChg>
      </pc:sldChg>
      <pc:sldChg chg="del">
        <pc:chgData name="Mahmoud Salem" userId="7bf24d79-5b67-4251-b831-92e5f8c9b05a" providerId="ADAL" clId="{D71FA534-3898-4413-9294-5564A9E3DCAA}" dt="2023-11-07T01:58:55.070" v="1" actId="47"/>
        <pc:sldMkLst>
          <pc:docMk/>
          <pc:sldMk cId="190409357" sldId="321"/>
        </pc:sldMkLst>
      </pc:sldChg>
      <pc:sldChg chg="addSp delSp modSp add del mod setBg">
        <pc:chgData name="Mahmoud Salem" userId="7bf24d79-5b67-4251-b831-92e5f8c9b05a" providerId="ADAL" clId="{D71FA534-3898-4413-9294-5564A9E3DCAA}" dt="2023-11-08T03:39:50.724" v="2346" actId="20577"/>
        <pc:sldMkLst>
          <pc:docMk/>
          <pc:sldMk cId="3897656664" sldId="322"/>
        </pc:sldMkLst>
        <pc:spChg chg="mod">
          <ac:chgData name="Mahmoud Salem" userId="7bf24d79-5b67-4251-b831-92e5f8c9b05a" providerId="ADAL" clId="{D71FA534-3898-4413-9294-5564A9E3DCAA}" dt="2023-11-08T03:39:45.963" v="2344" actId="26606"/>
          <ac:spMkLst>
            <pc:docMk/>
            <pc:sldMk cId="3897656664" sldId="322"/>
            <ac:spMk id="2" creationId="{E777E4B0-E03F-4F02-BDFE-7A4C6DA29131}"/>
          </ac:spMkLst>
        </pc:spChg>
        <pc:spChg chg="mod ord">
          <ac:chgData name="Mahmoud Salem" userId="7bf24d79-5b67-4251-b831-92e5f8c9b05a" providerId="ADAL" clId="{D71FA534-3898-4413-9294-5564A9E3DCAA}" dt="2023-11-08T03:39:45.963" v="2344" actId="26606"/>
          <ac:spMkLst>
            <pc:docMk/>
            <pc:sldMk cId="3897656664" sldId="322"/>
            <ac:spMk id="4" creationId="{4E14A3A2-0881-4AA2-B724-688DC4391366}"/>
          </ac:spMkLst>
        </pc:spChg>
        <pc:spChg chg="mod">
          <ac:chgData name="Mahmoud Salem" userId="7bf24d79-5b67-4251-b831-92e5f8c9b05a" providerId="ADAL" clId="{D71FA534-3898-4413-9294-5564A9E3DCAA}" dt="2023-11-08T03:39:50.724" v="2346" actId="20577"/>
          <ac:spMkLst>
            <pc:docMk/>
            <pc:sldMk cId="3897656664" sldId="322"/>
            <ac:spMk id="6" creationId="{1315A59C-6538-745C-B0B9-DEC85998F7DF}"/>
          </ac:spMkLst>
        </pc:spChg>
        <pc:grpChg chg="add del">
          <ac:chgData name="Mahmoud Salem" userId="7bf24d79-5b67-4251-b831-92e5f8c9b05a" providerId="ADAL" clId="{D71FA534-3898-4413-9294-5564A9E3DCAA}" dt="2023-11-08T03:39:45.963" v="2344" actId="26606"/>
          <ac:grpSpMkLst>
            <pc:docMk/>
            <pc:sldMk cId="3897656664" sldId="322"/>
            <ac:grpSpMk id="13" creationId="{7024687B-3153-123C-0A8C-D7D007FAF1BE}"/>
          </ac:grpSpMkLst>
        </pc:grpChg>
        <pc:picChg chg="add del">
          <ac:chgData name="Mahmoud Salem" userId="7bf24d79-5b67-4251-b831-92e5f8c9b05a" providerId="ADAL" clId="{D71FA534-3898-4413-9294-5564A9E3DCAA}" dt="2023-11-08T03:39:45.963" v="2344" actId="26606"/>
          <ac:picMkLst>
            <pc:docMk/>
            <pc:sldMk cId="3897656664" sldId="322"/>
            <ac:picMk id="10" creationId="{09DAA6E7-8EB7-611E-3DC4-E19DDD267DD6}"/>
          </ac:picMkLst>
        </pc:picChg>
      </pc:sldChg>
      <pc:sldChg chg="addSp modSp add del mod setBg">
        <pc:chgData name="Mahmoud Salem" userId="7bf24d79-5b67-4251-b831-92e5f8c9b05a" providerId="ADAL" clId="{D71FA534-3898-4413-9294-5564A9E3DCAA}" dt="2023-11-07T02:05:04.401" v="52" actId="26606"/>
        <pc:sldMkLst>
          <pc:docMk/>
          <pc:sldMk cId="3437872710" sldId="323"/>
        </pc:sldMkLst>
        <pc:spChg chg="mod">
          <ac:chgData name="Mahmoud Salem" userId="7bf24d79-5b67-4251-b831-92e5f8c9b05a" providerId="ADAL" clId="{D71FA534-3898-4413-9294-5564A9E3DCAA}" dt="2023-11-07T02:05:04.401" v="52" actId="26606"/>
          <ac:spMkLst>
            <pc:docMk/>
            <pc:sldMk cId="3437872710" sldId="323"/>
            <ac:spMk id="2" creationId="{E777E4B0-E03F-4F02-BDFE-7A4C6DA29131}"/>
          </ac:spMkLst>
        </pc:spChg>
        <pc:spChg chg="mod ord">
          <ac:chgData name="Mahmoud Salem" userId="7bf24d79-5b67-4251-b831-92e5f8c9b05a" providerId="ADAL" clId="{D71FA534-3898-4413-9294-5564A9E3DCAA}" dt="2023-11-07T02:05:04.401" v="52" actId="26606"/>
          <ac:spMkLst>
            <pc:docMk/>
            <pc:sldMk cId="3437872710" sldId="323"/>
            <ac:spMk id="4" creationId="{4E14A3A2-0881-4AA2-B724-688DC4391366}"/>
          </ac:spMkLst>
        </pc:spChg>
        <pc:spChg chg="add">
          <ac:chgData name="Mahmoud Salem" userId="7bf24d79-5b67-4251-b831-92e5f8c9b05a" providerId="ADAL" clId="{D71FA534-3898-4413-9294-5564A9E3DCAA}" dt="2023-11-07T02:05:04.401" v="52" actId="26606"/>
          <ac:spMkLst>
            <pc:docMk/>
            <pc:sldMk cId="3437872710" sldId="323"/>
            <ac:spMk id="9" creationId="{D4771268-CB57-404A-9271-370EB28F6090}"/>
          </ac:spMkLst>
        </pc:spChg>
        <pc:picChg chg="mod">
          <ac:chgData name="Mahmoud Salem" userId="7bf24d79-5b67-4251-b831-92e5f8c9b05a" providerId="ADAL" clId="{D71FA534-3898-4413-9294-5564A9E3DCAA}" dt="2023-11-07T02:05:04.401" v="52" actId="26606"/>
          <ac:picMkLst>
            <pc:docMk/>
            <pc:sldMk cId="3437872710" sldId="323"/>
            <ac:picMk id="3" creationId="{CC8CE52E-A730-6C60-CF9A-461260BBED3D}"/>
          </ac:picMkLst>
        </pc:picChg>
      </pc:sldChg>
      <pc:sldChg chg="modSp add del">
        <pc:chgData name="Mahmoud Salem" userId="7bf24d79-5b67-4251-b831-92e5f8c9b05a" providerId="ADAL" clId="{D71FA534-3898-4413-9294-5564A9E3DCAA}" dt="2023-11-07T02:06:10.355" v="56" actId="47"/>
        <pc:sldMkLst>
          <pc:docMk/>
          <pc:sldMk cId="597852385" sldId="324"/>
        </pc:sldMkLst>
        <pc:spChg chg="mod">
          <ac:chgData name="Mahmoud Salem" userId="7bf24d79-5b67-4251-b831-92e5f8c9b05a" providerId="ADAL" clId="{D71FA534-3898-4413-9294-5564A9E3DCAA}" dt="2023-11-07T01:59:11.661" v="6"/>
          <ac:spMkLst>
            <pc:docMk/>
            <pc:sldMk cId="597852385" sldId="324"/>
            <ac:spMk id="4" creationId="{4E14A3A2-0881-4AA2-B724-688DC4391366}"/>
          </ac:spMkLst>
        </pc:spChg>
      </pc:sldChg>
      <pc:sldChg chg="del">
        <pc:chgData name="Mahmoud Salem" userId="7bf24d79-5b67-4251-b831-92e5f8c9b05a" providerId="ADAL" clId="{D71FA534-3898-4413-9294-5564A9E3DCAA}" dt="2023-11-07T01:58:55.070" v="1" actId="47"/>
        <pc:sldMkLst>
          <pc:docMk/>
          <pc:sldMk cId="4284002882" sldId="325"/>
        </pc:sldMkLst>
      </pc:sldChg>
      <pc:sldChg chg="addSp delSp modSp add del mod modClrScheme chgLayout">
        <pc:chgData name="Mahmoud Salem" userId="7bf24d79-5b67-4251-b831-92e5f8c9b05a" providerId="ADAL" clId="{D71FA534-3898-4413-9294-5564A9E3DCAA}" dt="2023-11-08T03:34:12.648" v="1909" actId="47"/>
        <pc:sldMkLst>
          <pc:docMk/>
          <pc:sldMk cId="1662058748" sldId="326"/>
        </pc:sldMkLst>
        <pc:spChg chg="mod ord">
          <ac:chgData name="Mahmoud Salem" userId="7bf24d79-5b67-4251-b831-92e5f8c9b05a" providerId="ADAL" clId="{D71FA534-3898-4413-9294-5564A9E3DCAA}" dt="2023-11-07T02:03:47.331" v="46" actId="27636"/>
          <ac:spMkLst>
            <pc:docMk/>
            <pc:sldMk cId="1662058748" sldId="326"/>
            <ac:spMk id="2" creationId="{C23F65B8-D81E-A1FD-0F11-29279744247E}"/>
          </ac:spMkLst>
        </pc:spChg>
        <pc:spChg chg="mod ord">
          <ac:chgData name="Mahmoud Salem" userId="7bf24d79-5b67-4251-b831-92e5f8c9b05a" providerId="ADAL" clId="{D71FA534-3898-4413-9294-5564A9E3DCAA}" dt="2023-11-07T02:03:41.265" v="43" actId="6264"/>
          <ac:spMkLst>
            <pc:docMk/>
            <pc:sldMk cId="1662058748" sldId="326"/>
            <ac:spMk id="3" creationId="{9C44EA3A-4FC0-26F8-04DB-3710AD0DCDB0}"/>
          </ac:spMkLst>
        </pc:spChg>
        <pc:spChg chg="mod ord">
          <ac:chgData name="Mahmoud Salem" userId="7bf24d79-5b67-4251-b831-92e5f8c9b05a" providerId="ADAL" clId="{D71FA534-3898-4413-9294-5564A9E3DCAA}" dt="2023-11-07T02:04:01.483" v="47" actId="20577"/>
          <ac:spMkLst>
            <pc:docMk/>
            <pc:sldMk cId="1662058748" sldId="326"/>
            <ac:spMk id="4" creationId="{8CA29608-CD7B-E64B-9D21-99DE13767C4C}"/>
          </ac:spMkLst>
        </pc:spChg>
        <pc:spChg chg="mod ord">
          <ac:chgData name="Mahmoud Salem" userId="7bf24d79-5b67-4251-b831-92e5f8c9b05a" providerId="ADAL" clId="{D71FA534-3898-4413-9294-5564A9E3DCAA}" dt="2023-11-07T02:03:41.265" v="43" actId="6264"/>
          <ac:spMkLst>
            <pc:docMk/>
            <pc:sldMk cId="1662058748" sldId="326"/>
            <ac:spMk id="5" creationId="{817C7663-BC39-8EA7-ACDF-6FB741949DEC}"/>
          </ac:spMkLst>
        </pc:spChg>
        <pc:spChg chg="mod ord">
          <ac:chgData name="Mahmoud Salem" userId="7bf24d79-5b67-4251-b831-92e5f8c9b05a" providerId="ADAL" clId="{D71FA534-3898-4413-9294-5564A9E3DCAA}" dt="2023-11-07T02:03:41.271" v="44" actId="27636"/>
          <ac:spMkLst>
            <pc:docMk/>
            <pc:sldMk cId="1662058748" sldId="326"/>
            <ac:spMk id="6" creationId="{22F0562F-2239-EA49-7958-4244E2F22DB8}"/>
          </ac:spMkLst>
        </pc:spChg>
        <pc:spChg chg="add del mod">
          <ac:chgData name="Mahmoud Salem" userId="7bf24d79-5b67-4251-b831-92e5f8c9b05a" providerId="ADAL" clId="{D71FA534-3898-4413-9294-5564A9E3DCAA}" dt="2023-11-07T02:03:41.265" v="43" actId="6264"/>
          <ac:spMkLst>
            <pc:docMk/>
            <pc:sldMk cId="1662058748" sldId="326"/>
            <ac:spMk id="7" creationId="{A071A2E5-4DA7-DACF-D9C5-77D3C938792F}"/>
          </ac:spMkLst>
        </pc:spChg>
        <pc:spChg chg="add del mod">
          <ac:chgData name="Mahmoud Salem" userId="7bf24d79-5b67-4251-b831-92e5f8c9b05a" providerId="ADAL" clId="{D71FA534-3898-4413-9294-5564A9E3DCAA}" dt="2023-11-07T02:03:41.265" v="43" actId="6264"/>
          <ac:spMkLst>
            <pc:docMk/>
            <pc:sldMk cId="1662058748" sldId="326"/>
            <ac:spMk id="8" creationId="{8479EFC5-22B0-FC34-0F74-DD70047A5B1B}"/>
          </ac:spMkLst>
        </pc:spChg>
        <pc:spChg chg="add del mod">
          <ac:chgData name="Mahmoud Salem" userId="7bf24d79-5b67-4251-b831-92e5f8c9b05a" providerId="ADAL" clId="{D71FA534-3898-4413-9294-5564A9E3DCAA}" dt="2023-11-07T02:03:41.265" v="43" actId="6264"/>
          <ac:spMkLst>
            <pc:docMk/>
            <pc:sldMk cId="1662058748" sldId="326"/>
            <ac:spMk id="9" creationId="{8D5E23F1-CB2B-1D61-1C8C-EC28061CD549}"/>
          </ac:spMkLst>
        </pc:spChg>
        <pc:spChg chg="add del mod">
          <ac:chgData name="Mahmoud Salem" userId="7bf24d79-5b67-4251-b831-92e5f8c9b05a" providerId="ADAL" clId="{D71FA534-3898-4413-9294-5564A9E3DCAA}" dt="2023-11-07T02:03:41.265" v="43" actId="6264"/>
          <ac:spMkLst>
            <pc:docMk/>
            <pc:sldMk cId="1662058748" sldId="326"/>
            <ac:spMk id="10" creationId="{E9906C17-CBC3-F48C-6D3E-951CB0B09C5F}"/>
          </ac:spMkLst>
        </pc:spChg>
        <pc:spChg chg="add del mod">
          <ac:chgData name="Mahmoud Salem" userId="7bf24d79-5b67-4251-b831-92e5f8c9b05a" providerId="ADAL" clId="{D71FA534-3898-4413-9294-5564A9E3DCAA}" dt="2023-11-07T02:03:41.265" v="43" actId="6264"/>
          <ac:spMkLst>
            <pc:docMk/>
            <pc:sldMk cId="1662058748" sldId="326"/>
            <ac:spMk id="11" creationId="{4D4414B6-2E71-84AC-7D02-FE48996A7212}"/>
          </ac:spMkLst>
        </pc:spChg>
      </pc:sldChg>
      <pc:sldChg chg="del">
        <pc:chgData name="Mahmoud Salem" userId="7bf24d79-5b67-4251-b831-92e5f8c9b05a" providerId="ADAL" clId="{D71FA534-3898-4413-9294-5564A9E3DCAA}" dt="2023-11-07T01:58:55.070" v="1" actId="47"/>
        <pc:sldMkLst>
          <pc:docMk/>
          <pc:sldMk cId="814378534" sldId="327"/>
        </pc:sldMkLst>
      </pc:sldChg>
      <pc:sldChg chg="del">
        <pc:chgData name="Mahmoud Salem" userId="7bf24d79-5b67-4251-b831-92e5f8c9b05a" providerId="ADAL" clId="{D71FA534-3898-4413-9294-5564A9E3DCAA}" dt="2023-11-07T01:58:55.070" v="1" actId="47"/>
        <pc:sldMkLst>
          <pc:docMk/>
          <pc:sldMk cId="3007400236" sldId="328"/>
        </pc:sldMkLst>
      </pc:sldChg>
      <pc:sldChg chg="del">
        <pc:chgData name="Mahmoud Salem" userId="7bf24d79-5b67-4251-b831-92e5f8c9b05a" providerId="ADAL" clId="{D71FA534-3898-4413-9294-5564A9E3DCAA}" dt="2023-11-07T01:58:55.070" v="1" actId="47"/>
        <pc:sldMkLst>
          <pc:docMk/>
          <pc:sldMk cId="2642769082" sldId="329"/>
        </pc:sldMkLst>
      </pc:sldChg>
      <pc:sldChg chg="del">
        <pc:chgData name="Mahmoud Salem" userId="7bf24d79-5b67-4251-b831-92e5f8c9b05a" providerId="ADAL" clId="{D71FA534-3898-4413-9294-5564A9E3DCAA}" dt="2023-11-07T01:58:55.070" v="1" actId="47"/>
        <pc:sldMkLst>
          <pc:docMk/>
          <pc:sldMk cId="3967323747" sldId="330"/>
        </pc:sldMkLst>
      </pc:sldChg>
      <pc:sldChg chg="del">
        <pc:chgData name="Mahmoud Salem" userId="7bf24d79-5b67-4251-b831-92e5f8c9b05a" providerId="ADAL" clId="{D71FA534-3898-4413-9294-5564A9E3DCAA}" dt="2023-11-07T01:58:55.070" v="1" actId="47"/>
        <pc:sldMkLst>
          <pc:docMk/>
          <pc:sldMk cId="4022253823" sldId="331"/>
        </pc:sldMkLst>
      </pc:sldChg>
      <pc:sldChg chg="del">
        <pc:chgData name="Mahmoud Salem" userId="7bf24d79-5b67-4251-b831-92e5f8c9b05a" providerId="ADAL" clId="{D71FA534-3898-4413-9294-5564A9E3DCAA}" dt="2023-11-07T01:58:55.070" v="1" actId="47"/>
        <pc:sldMkLst>
          <pc:docMk/>
          <pc:sldMk cId="3046894195" sldId="332"/>
        </pc:sldMkLst>
      </pc:sldChg>
      <pc:sldChg chg="del">
        <pc:chgData name="Mahmoud Salem" userId="7bf24d79-5b67-4251-b831-92e5f8c9b05a" providerId="ADAL" clId="{D71FA534-3898-4413-9294-5564A9E3DCAA}" dt="2023-11-07T01:58:55.070" v="1" actId="47"/>
        <pc:sldMkLst>
          <pc:docMk/>
          <pc:sldMk cId="2389471559" sldId="333"/>
        </pc:sldMkLst>
      </pc:sldChg>
      <pc:sldChg chg="del">
        <pc:chgData name="Mahmoud Salem" userId="7bf24d79-5b67-4251-b831-92e5f8c9b05a" providerId="ADAL" clId="{D71FA534-3898-4413-9294-5564A9E3DCAA}" dt="2023-11-07T01:58:55.070" v="1" actId="47"/>
        <pc:sldMkLst>
          <pc:docMk/>
          <pc:sldMk cId="3416767286" sldId="334"/>
        </pc:sldMkLst>
      </pc:sldChg>
      <pc:sldChg chg="delSp modSp add mod setBg delDesignElem">
        <pc:chgData name="Mahmoud Salem" userId="7bf24d79-5b67-4251-b831-92e5f8c9b05a" providerId="ADAL" clId="{D71FA534-3898-4413-9294-5564A9E3DCAA}" dt="2023-11-07T02:00:22.856" v="26" actId="1076"/>
        <pc:sldMkLst>
          <pc:docMk/>
          <pc:sldMk cId="2762817715" sldId="335"/>
        </pc:sldMkLst>
        <pc:spChg chg="mod">
          <ac:chgData name="Mahmoud Salem" userId="7bf24d79-5b67-4251-b831-92e5f8c9b05a" providerId="ADAL" clId="{D71FA534-3898-4413-9294-5564A9E3DCAA}" dt="2023-11-07T01:59:11.661" v="6"/>
          <ac:spMkLst>
            <pc:docMk/>
            <pc:sldMk cId="2762817715" sldId="335"/>
            <ac:spMk id="4" creationId="{4E14A3A2-0881-4AA2-B724-688DC4391366}"/>
          </ac:spMkLst>
        </pc:spChg>
        <pc:spChg chg="del">
          <ac:chgData name="Mahmoud Salem" userId="7bf24d79-5b67-4251-b831-92e5f8c9b05a" providerId="ADAL" clId="{D71FA534-3898-4413-9294-5564A9E3DCAA}" dt="2023-11-07T01:59:11.661" v="6"/>
          <ac:spMkLst>
            <pc:docMk/>
            <pc:sldMk cId="2762817715" sldId="335"/>
            <ac:spMk id="13" creationId="{0B9EE3F3-89B7-43C3-8651-C4C96830993D}"/>
          </ac:spMkLst>
        </pc:spChg>
        <pc:spChg chg="del">
          <ac:chgData name="Mahmoud Salem" userId="7bf24d79-5b67-4251-b831-92e5f8c9b05a" providerId="ADAL" clId="{D71FA534-3898-4413-9294-5564A9E3DCAA}" dt="2023-11-07T01:59:11.661" v="6"/>
          <ac:spMkLst>
            <pc:docMk/>
            <pc:sldMk cId="2762817715" sldId="335"/>
            <ac:spMk id="15" creationId="{33AE4636-AEEC-45D6-84D4-7AC2DA48ECF8}"/>
          </ac:spMkLst>
        </pc:spChg>
        <pc:spChg chg="del">
          <ac:chgData name="Mahmoud Salem" userId="7bf24d79-5b67-4251-b831-92e5f8c9b05a" providerId="ADAL" clId="{D71FA534-3898-4413-9294-5564A9E3DCAA}" dt="2023-11-07T01:59:11.661" v="6"/>
          <ac:spMkLst>
            <pc:docMk/>
            <pc:sldMk cId="2762817715" sldId="335"/>
            <ac:spMk id="17" creationId="{8D9CE0F4-2EB2-4F1F-8AAC-DB3571D9FE10}"/>
          </ac:spMkLst>
        </pc:spChg>
        <pc:picChg chg="mod">
          <ac:chgData name="Mahmoud Salem" userId="7bf24d79-5b67-4251-b831-92e5f8c9b05a" providerId="ADAL" clId="{D71FA534-3898-4413-9294-5564A9E3DCAA}" dt="2023-11-07T02:00:22.856" v="26" actId="1076"/>
          <ac:picMkLst>
            <pc:docMk/>
            <pc:sldMk cId="2762817715" sldId="335"/>
            <ac:picMk id="6" creationId="{10BE53F0-2489-A11B-73CE-711FB6B125F4}"/>
          </ac:picMkLst>
        </pc:picChg>
      </pc:sldChg>
      <pc:sldChg chg="del">
        <pc:chgData name="Mahmoud Salem" userId="7bf24d79-5b67-4251-b831-92e5f8c9b05a" providerId="ADAL" clId="{D71FA534-3898-4413-9294-5564A9E3DCAA}" dt="2023-11-07T01:58:55.070" v="1" actId="47"/>
        <pc:sldMkLst>
          <pc:docMk/>
          <pc:sldMk cId="3608490325" sldId="335"/>
        </pc:sldMkLst>
      </pc:sldChg>
      <pc:sldChg chg="modSp add mod ord">
        <pc:chgData name="Mahmoud Salem" userId="7bf24d79-5b67-4251-b831-92e5f8c9b05a" providerId="ADAL" clId="{D71FA534-3898-4413-9294-5564A9E3DCAA}" dt="2023-11-08T03:24:19.674" v="1382"/>
        <pc:sldMkLst>
          <pc:docMk/>
          <pc:sldMk cId="314413839" sldId="336"/>
        </pc:sldMkLst>
        <pc:spChg chg="mod">
          <ac:chgData name="Mahmoud Salem" userId="7bf24d79-5b67-4251-b831-92e5f8c9b05a" providerId="ADAL" clId="{D71FA534-3898-4413-9294-5564A9E3DCAA}" dt="2023-11-07T02:01:27.582" v="33" actId="20577"/>
          <ac:spMkLst>
            <pc:docMk/>
            <pc:sldMk cId="314413839" sldId="336"/>
            <ac:spMk id="3" creationId="{F3005794-BF65-410E-9225-F34791DBC010}"/>
          </ac:spMkLst>
        </pc:spChg>
        <pc:spChg chg="mod">
          <ac:chgData name="Mahmoud Salem" userId="7bf24d79-5b67-4251-b831-92e5f8c9b05a" providerId="ADAL" clId="{D71FA534-3898-4413-9294-5564A9E3DCAA}" dt="2023-11-07T01:59:11.661" v="6"/>
          <ac:spMkLst>
            <pc:docMk/>
            <pc:sldMk cId="314413839" sldId="336"/>
            <ac:spMk id="4" creationId="{4E14A3A2-0881-4AA2-B724-688DC4391366}"/>
          </ac:spMkLst>
        </pc:spChg>
      </pc:sldChg>
      <pc:sldChg chg="del">
        <pc:chgData name="Mahmoud Salem" userId="7bf24d79-5b67-4251-b831-92e5f8c9b05a" providerId="ADAL" clId="{D71FA534-3898-4413-9294-5564A9E3DCAA}" dt="2023-11-07T01:58:47.661" v="0" actId="47"/>
        <pc:sldMkLst>
          <pc:docMk/>
          <pc:sldMk cId="1138749647" sldId="336"/>
        </pc:sldMkLst>
      </pc:sldChg>
      <pc:sldChg chg="modSp add del mod">
        <pc:chgData name="Mahmoud Salem" userId="7bf24d79-5b67-4251-b831-92e5f8c9b05a" providerId="ADAL" clId="{D71FA534-3898-4413-9294-5564A9E3DCAA}" dt="2023-11-07T02:15:39.041" v="85" actId="47"/>
        <pc:sldMkLst>
          <pc:docMk/>
          <pc:sldMk cId="1003864445" sldId="337"/>
        </pc:sldMkLst>
        <pc:spChg chg="mod">
          <ac:chgData name="Mahmoud Salem" userId="7bf24d79-5b67-4251-b831-92e5f8c9b05a" providerId="ADAL" clId="{D71FA534-3898-4413-9294-5564A9E3DCAA}" dt="2023-11-07T02:01:34.951" v="34" actId="1076"/>
          <ac:spMkLst>
            <pc:docMk/>
            <pc:sldMk cId="1003864445" sldId="337"/>
            <ac:spMk id="3" creationId="{F3005794-BF65-410E-9225-F34791DBC010}"/>
          </ac:spMkLst>
        </pc:spChg>
        <pc:spChg chg="mod">
          <ac:chgData name="Mahmoud Salem" userId="7bf24d79-5b67-4251-b831-92e5f8c9b05a" providerId="ADAL" clId="{D71FA534-3898-4413-9294-5564A9E3DCAA}" dt="2023-11-07T01:59:11.661" v="6"/>
          <ac:spMkLst>
            <pc:docMk/>
            <pc:sldMk cId="1003864445" sldId="337"/>
            <ac:spMk id="4" creationId="{4E14A3A2-0881-4AA2-B724-688DC4391366}"/>
          </ac:spMkLst>
        </pc:spChg>
      </pc:sldChg>
      <pc:sldChg chg="del">
        <pc:chgData name="Mahmoud Salem" userId="7bf24d79-5b67-4251-b831-92e5f8c9b05a" providerId="ADAL" clId="{D71FA534-3898-4413-9294-5564A9E3DCAA}" dt="2023-11-07T01:58:47.661" v="0" actId="47"/>
        <pc:sldMkLst>
          <pc:docMk/>
          <pc:sldMk cId="3578171912" sldId="337"/>
        </pc:sldMkLst>
      </pc:sldChg>
      <pc:sldChg chg="modSp add del mod">
        <pc:chgData name="Mahmoud Salem" userId="7bf24d79-5b67-4251-b831-92e5f8c9b05a" providerId="ADAL" clId="{D71FA534-3898-4413-9294-5564A9E3DCAA}" dt="2023-11-08T03:23:30.099" v="1296" actId="47"/>
        <pc:sldMkLst>
          <pc:docMk/>
          <pc:sldMk cId="698408817" sldId="338"/>
        </pc:sldMkLst>
        <pc:spChg chg="mod">
          <ac:chgData name="Mahmoud Salem" userId="7bf24d79-5b67-4251-b831-92e5f8c9b05a" providerId="ADAL" clId="{D71FA534-3898-4413-9294-5564A9E3DCAA}" dt="2023-11-07T02:16:00.151" v="90" actId="20577"/>
          <ac:spMkLst>
            <pc:docMk/>
            <pc:sldMk cId="698408817" sldId="338"/>
            <ac:spMk id="3" creationId="{F3005794-BF65-410E-9225-F34791DBC010}"/>
          </ac:spMkLst>
        </pc:spChg>
        <pc:spChg chg="mod">
          <ac:chgData name="Mahmoud Salem" userId="7bf24d79-5b67-4251-b831-92e5f8c9b05a" providerId="ADAL" clId="{D71FA534-3898-4413-9294-5564A9E3DCAA}" dt="2023-11-07T01:59:11.661" v="6"/>
          <ac:spMkLst>
            <pc:docMk/>
            <pc:sldMk cId="698408817" sldId="338"/>
            <ac:spMk id="4" creationId="{4E14A3A2-0881-4AA2-B724-688DC4391366}"/>
          </ac:spMkLst>
        </pc:spChg>
      </pc:sldChg>
      <pc:sldChg chg="del">
        <pc:chgData name="Mahmoud Salem" userId="7bf24d79-5b67-4251-b831-92e5f8c9b05a" providerId="ADAL" clId="{D71FA534-3898-4413-9294-5564A9E3DCAA}" dt="2023-11-07T01:58:47.661" v="0" actId="47"/>
        <pc:sldMkLst>
          <pc:docMk/>
          <pc:sldMk cId="2393229972" sldId="338"/>
        </pc:sldMkLst>
      </pc:sldChg>
      <pc:sldChg chg="delSp modSp add mod setBg delDesignElem">
        <pc:chgData name="Mahmoud Salem" userId="7bf24d79-5b67-4251-b831-92e5f8c9b05a" providerId="ADAL" clId="{D71FA534-3898-4413-9294-5564A9E3DCAA}" dt="2023-11-07T02:59:00.285" v="166" actId="1076"/>
        <pc:sldMkLst>
          <pc:docMk/>
          <pc:sldMk cId="522358487" sldId="339"/>
        </pc:sldMkLst>
        <pc:spChg chg="mod">
          <ac:chgData name="Mahmoud Salem" userId="7bf24d79-5b67-4251-b831-92e5f8c9b05a" providerId="ADAL" clId="{D71FA534-3898-4413-9294-5564A9E3DCAA}" dt="2023-11-07T01:59:11.661" v="6"/>
          <ac:spMkLst>
            <pc:docMk/>
            <pc:sldMk cId="522358487" sldId="339"/>
            <ac:spMk id="4" creationId="{4E14A3A2-0881-4AA2-B724-688DC4391366}"/>
          </ac:spMkLst>
        </pc:spChg>
        <pc:spChg chg="mod">
          <ac:chgData name="Mahmoud Salem" userId="7bf24d79-5b67-4251-b831-92e5f8c9b05a" providerId="ADAL" clId="{D71FA534-3898-4413-9294-5564A9E3DCAA}" dt="2023-11-07T02:03:10.231" v="38" actId="1076"/>
          <ac:spMkLst>
            <pc:docMk/>
            <pc:sldMk cId="522358487" sldId="339"/>
            <ac:spMk id="9" creationId="{772B3385-D885-C9C6-0B09-D0E1EDE1BA15}"/>
          </ac:spMkLst>
        </pc:spChg>
        <pc:spChg chg="del">
          <ac:chgData name="Mahmoud Salem" userId="7bf24d79-5b67-4251-b831-92e5f8c9b05a" providerId="ADAL" clId="{D71FA534-3898-4413-9294-5564A9E3DCAA}" dt="2023-11-07T01:59:11.661" v="6"/>
          <ac:spMkLst>
            <pc:docMk/>
            <pc:sldMk cId="522358487" sldId="339"/>
            <ac:spMk id="12" creationId="{B47A3059-69F2-4E12-ACD8-A5FE28191966}"/>
          </ac:spMkLst>
        </pc:spChg>
        <pc:spChg chg="del">
          <ac:chgData name="Mahmoud Salem" userId="7bf24d79-5b67-4251-b831-92e5f8c9b05a" providerId="ADAL" clId="{D71FA534-3898-4413-9294-5564A9E3DCAA}" dt="2023-11-07T01:59:11.661" v="6"/>
          <ac:spMkLst>
            <pc:docMk/>
            <pc:sldMk cId="522358487" sldId="339"/>
            <ac:spMk id="14" creationId="{33AE4636-AEEC-45D6-84D4-7AC2DA48ECF8}"/>
          </ac:spMkLst>
        </pc:spChg>
        <pc:spChg chg="del">
          <ac:chgData name="Mahmoud Salem" userId="7bf24d79-5b67-4251-b831-92e5f8c9b05a" providerId="ADAL" clId="{D71FA534-3898-4413-9294-5564A9E3DCAA}" dt="2023-11-07T01:59:11.661" v="6"/>
          <ac:spMkLst>
            <pc:docMk/>
            <pc:sldMk cId="522358487" sldId="339"/>
            <ac:spMk id="16" creationId="{8D9CE0F4-2EB2-4F1F-8AAC-DB3571D9FE10}"/>
          </ac:spMkLst>
        </pc:spChg>
        <pc:picChg chg="mod">
          <ac:chgData name="Mahmoud Salem" userId="7bf24d79-5b67-4251-b831-92e5f8c9b05a" providerId="ADAL" clId="{D71FA534-3898-4413-9294-5564A9E3DCAA}" dt="2023-11-07T02:59:00.285" v="166" actId="1076"/>
          <ac:picMkLst>
            <pc:docMk/>
            <pc:sldMk cId="522358487" sldId="339"/>
            <ac:picMk id="5" creationId="{FA4B80C7-D715-B1E9-04C2-F4BCD3739854}"/>
          </ac:picMkLst>
        </pc:picChg>
      </pc:sldChg>
      <pc:sldChg chg="del">
        <pc:chgData name="Mahmoud Salem" userId="7bf24d79-5b67-4251-b831-92e5f8c9b05a" providerId="ADAL" clId="{D71FA534-3898-4413-9294-5564A9E3DCAA}" dt="2023-11-07T01:58:55.070" v="1" actId="47"/>
        <pc:sldMkLst>
          <pc:docMk/>
          <pc:sldMk cId="2656168202" sldId="339"/>
        </pc:sldMkLst>
      </pc:sldChg>
      <pc:sldChg chg="delSp modSp add mod setBg delDesignElem">
        <pc:chgData name="Mahmoud Salem" userId="7bf24d79-5b67-4251-b831-92e5f8c9b05a" providerId="ADAL" clId="{D71FA534-3898-4413-9294-5564A9E3DCAA}" dt="2023-11-08T03:33:46.293" v="1908" actId="14100"/>
        <pc:sldMkLst>
          <pc:docMk/>
          <pc:sldMk cId="2229669696" sldId="340"/>
        </pc:sldMkLst>
        <pc:spChg chg="mod">
          <ac:chgData name="Mahmoud Salem" userId="7bf24d79-5b67-4251-b831-92e5f8c9b05a" providerId="ADAL" clId="{D71FA534-3898-4413-9294-5564A9E3DCAA}" dt="2023-11-07T01:59:11.661" v="6"/>
          <ac:spMkLst>
            <pc:docMk/>
            <pc:sldMk cId="2229669696" sldId="340"/>
            <ac:spMk id="4" creationId="{4E14A3A2-0881-4AA2-B724-688DC4391366}"/>
          </ac:spMkLst>
        </pc:spChg>
        <pc:spChg chg="mod">
          <ac:chgData name="Mahmoud Salem" userId="7bf24d79-5b67-4251-b831-92e5f8c9b05a" providerId="ADAL" clId="{D71FA534-3898-4413-9294-5564A9E3DCAA}" dt="2023-11-08T03:33:46.293" v="1908" actId="14100"/>
          <ac:spMkLst>
            <pc:docMk/>
            <pc:sldMk cId="2229669696" sldId="340"/>
            <ac:spMk id="9" creationId="{F3233C34-28B4-CB31-3E56-CE567A03E831}"/>
          </ac:spMkLst>
        </pc:spChg>
        <pc:spChg chg="del">
          <ac:chgData name="Mahmoud Salem" userId="7bf24d79-5b67-4251-b831-92e5f8c9b05a" providerId="ADAL" clId="{D71FA534-3898-4413-9294-5564A9E3DCAA}" dt="2023-11-07T01:59:11.661" v="6"/>
          <ac:spMkLst>
            <pc:docMk/>
            <pc:sldMk cId="2229669696" sldId="340"/>
            <ac:spMk id="12" creationId="{2550BE34-C2B8-49B8-8519-67A8CAD51AE9}"/>
          </ac:spMkLst>
        </pc:spChg>
        <pc:spChg chg="del">
          <ac:chgData name="Mahmoud Salem" userId="7bf24d79-5b67-4251-b831-92e5f8c9b05a" providerId="ADAL" clId="{D71FA534-3898-4413-9294-5564A9E3DCAA}" dt="2023-11-07T01:59:11.661" v="6"/>
          <ac:spMkLst>
            <pc:docMk/>
            <pc:sldMk cId="2229669696" sldId="340"/>
            <ac:spMk id="14" creationId="{A7457DD9-5A45-400A-AB4B-4B4EDECA25F1}"/>
          </ac:spMkLst>
        </pc:spChg>
        <pc:spChg chg="del">
          <ac:chgData name="Mahmoud Salem" userId="7bf24d79-5b67-4251-b831-92e5f8c9b05a" providerId="ADAL" clId="{D71FA534-3898-4413-9294-5564A9E3DCAA}" dt="2023-11-07T01:59:11.661" v="6"/>
          <ac:spMkLst>
            <pc:docMk/>
            <pc:sldMk cId="2229669696" sldId="340"/>
            <ac:spMk id="16" creationId="{441CF7D6-A660-431A-B0BB-140A0D5556B6}"/>
          </ac:spMkLst>
        </pc:spChg>
        <pc:spChg chg="del">
          <ac:chgData name="Mahmoud Salem" userId="7bf24d79-5b67-4251-b831-92e5f8c9b05a" providerId="ADAL" clId="{D71FA534-3898-4413-9294-5564A9E3DCAA}" dt="2023-11-07T01:59:11.661" v="6"/>
          <ac:spMkLst>
            <pc:docMk/>
            <pc:sldMk cId="2229669696" sldId="340"/>
            <ac:spMk id="18" creationId="{0570A85B-3810-4F95-97B0-CBF4CCDB381C}"/>
          </ac:spMkLst>
        </pc:spChg>
        <pc:picChg chg="mod">
          <ac:chgData name="Mahmoud Salem" userId="7bf24d79-5b67-4251-b831-92e5f8c9b05a" providerId="ADAL" clId="{D71FA534-3898-4413-9294-5564A9E3DCAA}" dt="2023-11-08T03:33:43.309" v="1907" actId="1076"/>
          <ac:picMkLst>
            <pc:docMk/>
            <pc:sldMk cId="2229669696" sldId="340"/>
            <ac:picMk id="5" creationId="{26BA4A8F-1BCF-4CCD-24AE-C45817D26B2D}"/>
          </ac:picMkLst>
        </pc:picChg>
      </pc:sldChg>
      <pc:sldChg chg="del">
        <pc:chgData name="Mahmoud Salem" userId="7bf24d79-5b67-4251-b831-92e5f8c9b05a" providerId="ADAL" clId="{D71FA534-3898-4413-9294-5564A9E3DCAA}" dt="2023-11-07T01:58:55.070" v="1" actId="47"/>
        <pc:sldMkLst>
          <pc:docMk/>
          <pc:sldMk cId="3239073747" sldId="340"/>
        </pc:sldMkLst>
      </pc:sldChg>
      <pc:sldChg chg="del">
        <pc:chgData name="Mahmoud Salem" userId="7bf24d79-5b67-4251-b831-92e5f8c9b05a" providerId="ADAL" clId="{D71FA534-3898-4413-9294-5564A9E3DCAA}" dt="2023-11-07T01:58:55.070" v="1" actId="47"/>
        <pc:sldMkLst>
          <pc:docMk/>
          <pc:sldMk cId="4174950571" sldId="341"/>
        </pc:sldMkLst>
      </pc:sldChg>
      <pc:sldChg chg="add">
        <pc:chgData name="Mahmoud Salem" userId="7bf24d79-5b67-4251-b831-92e5f8c9b05a" providerId="ADAL" clId="{D71FA534-3898-4413-9294-5564A9E3DCAA}" dt="2023-11-07T01:59:11.661" v="6"/>
        <pc:sldMkLst>
          <pc:docMk/>
          <pc:sldMk cId="4262167541" sldId="341"/>
        </pc:sldMkLst>
      </pc:sldChg>
      <pc:sldChg chg="del">
        <pc:chgData name="Mahmoud Salem" userId="7bf24d79-5b67-4251-b831-92e5f8c9b05a" providerId="ADAL" clId="{D71FA534-3898-4413-9294-5564A9E3DCAA}" dt="2023-11-07T01:58:55.070" v="1" actId="47"/>
        <pc:sldMkLst>
          <pc:docMk/>
          <pc:sldMk cId="1744900692" sldId="342"/>
        </pc:sldMkLst>
      </pc:sldChg>
      <pc:sldChg chg="modSp add mod">
        <pc:chgData name="Mahmoud Salem" userId="7bf24d79-5b67-4251-b831-92e5f8c9b05a" providerId="ADAL" clId="{D71FA534-3898-4413-9294-5564A9E3DCAA}" dt="2023-11-07T02:04:10.571" v="48" actId="1076"/>
        <pc:sldMkLst>
          <pc:docMk/>
          <pc:sldMk cId="1750997955" sldId="342"/>
        </pc:sldMkLst>
        <pc:spChg chg="mod">
          <ac:chgData name="Mahmoud Salem" userId="7bf24d79-5b67-4251-b831-92e5f8c9b05a" providerId="ADAL" clId="{D71FA534-3898-4413-9294-5564A9E3DCAA}" dt="2023-11-07T02:04:10.571" v="48" actId="1076"/>
          <ac:spMkLst>
            <pc:docMk/>
            <pc:sldMk cId="1750997955" sldId="342"/>
            <ac:spMk id="3" creationId="{F3005794-BF65-410E-9225-F34791DBC010}"/>
          </ac:spMkLst>
        </pc:spChg>
        <pc:spChg chg="mod">
          <ac:chgData name="Mahmoud Salem" userId="7bf24d79-5b67-4251-b831-92e5f8c9b05a" providerId="ADAL" clId="{D71FA534-3898-4413-9294-5564A9E3DCAA}" dt="2023-11-07T01:59:11.661" v="6"/>
          <ac:spMkLst>
            <pc:docMk/>
            <pc:sldMk cId="1750997955" sldId="342"/>
            <ac:spMk id="4" creationId="{4E14A3A2-0881-4AA2-B724-688DC4391366}"/>
          </ac:spMkLst>
        </pc:spChg>
      </pc:sldChg>
      <pc:sldChg chg="del">
        <pc:chgData name="Mahmoud Salem" userId="7bf24d79-5b67-4251-b831-92e5f8c9b05a" providerId="ADAL" clId="{D71FA534-3898-4413-9294-5564A9E3DCAA}" dt="2023-11-07T01:58:55.070" v="1" actId="47"/>
        <pc:sldMkLst>
          <pc:docMk/>
          <pc:sldMk cId="835572930" sldId="343"/>
        </pc:sldMkLst>
      </pc:sldChg>
      <pc:sldChg chg="modSp add del mod">
        <pc:chgData name="Mahmoud Salem" userId="7bf24d79-5b67-4251-b831-92e5f8c9b05a" providerId="ADAL" clId="{D71FA534-3898-4413-9294-5564A9E3DCAA}" dt="2023-11-08T03:39:59.692" v="2347" actId="47"/>
        <pc:sldMkLst>
          <pc:docMk/>
          <pc:sldMk cId="3161997414" sldId="343"/>
        </pc:sldMkLst>
        <pc:spChg chg="mod">
          <ac:chgData name="Mahmoud Salem" userId="7bf24d79-5b67-4251-b831-92e5f8c9b05a" providerId="ADAL" clId="{D71FA534-3898-4413-9294-5564A9E3DCAA}" dt="2023-11-07T01:59:11.661" v="6"/>
          <ac:spMkLst>
            <pc:docMk/>
            <pc:sldMk cId="3161997414" sldId="343"/>
            <ac:spMk id="4" creationId="{4E14A3A2-0881-4AA2-B724-688DC4391366}"/>
          </ac:spMkLst>
        </pc:spChg>
        <pc:spChg chg="mod">
          <ac:chgData name="Mahmoud Salem" userId="7bf24d79-5b67-4251-b831-92e5f8c9b05a" providerId="ADAL" clId="{D71FA534-3898-4413-9294-5564A9E3DCAA}" dt="2023-11-07T01:59:11.861" v="13" actId="27636"/>
          <ac:spMkLst>
            <pc:docMk/>
            <pc:sldMk cId="3161997414" sldId="343"/>
            <ac:spMk id="6" creationId="{1315A59C-6538-745C-B0B9-DEC85998F7DF}"/>
          </ac:spMkLst>
        </pc:spChg>
      </pc:sldChg>
      <pc:sldChg chg="modSp add mod">
        <pc:chgData name="Mahmoud Salem" userId="7bf24d79-5b67-4251-b831-92e5f8c9b05a" providerId="ADAL" clId="{D71FA534-3898-4413-9294-5564A9E3DCAA}" dt="2023-11-07T01:59:11.864" v="15" actId="27636"/>
        <pc:sldMkLst>
          <pc:docMk/>
          <pc:sldMk cId="1207969175" sldId="344"/>
        </pc:sldMkLst>
        <pc:spChg chg="mod">
          <ac:chgData name="Mahmoud Salem" userId="7bf24d79-5b67-4251-b831-92e5f8c9b05a" providerId="ADAL" clId="{D71FA534-3898-4413-9294-5564A9E3DCAA}" dt="2023-11-07T01:59:11.864" v="14" actId="27636"/>
          <ac:spMkLst>
            <pc:docMk/>
            <pc:sldMk cId="1207969175" sldId="344"/>
            <ac:spMk id="2" creationId="{E777E4B0-E03F-4F02-BDFE-7A4C6DA29131}"/>
          </ac:spMkLst>
        </pc:spChg>
        <pc:spChg chg="mod">
          <ac:chgData name="Mahmoud Salem" userId="7bf24d79-5b67-4251-b831-92e5f8c9b05a" providerId="ADAL" clId="{D71FA534-3898-4413-9294-5564A9E3DCAA}" dt="2023-11-07T01:59:11.661" v="6"/>
          <ac:spMkLst>
            <pc:docMk/>
            <pc:sldMk cId="1207969175" sldId="344"/>
            <ac:spMk id="4" creationId="{4E14A3A2-0881-4AA2-B724-688DC4391366}"/>
          </ac:spMkLst>
        </pc:spChg>
        <pc:spChg chg="mod">
          <ac:chgData name="Mahmoud Salem" userId="7bf24d79-5b67-4251-b831-92e5f8c9b05a" providerId="ADAL" clId="{D71FA534-3898-4413-9294-5564A9E3DCAA}" dt="2023-11-07T01:59:11.864" v="15" actId="27636"/>
          <ac:spMkLst>
            <pc:docMk/>
            <pc:sldMk cId="1207969175" sldId="344"/>
            <ac:spMk id="6" creationId="{1315A59C-6538-745C-B0B9-DEC85998F7DF}"/>
          </ac:spMkLst>
        </pc:spChg>
      </pc:sldChg>
      <pc:sldChg chg="modSp add del mod">
        <pc:chgData name="Mahmoud Salem" userId="7bf24d79-5b67-4251-b831-92e5f8c9b05a" providerId="ADAL" clId="{D71FA534-3898-4413-9294-5564A9E3DCAA}" dt="2023-11-07T04:09:12.976" v="303" actId="47"/>
        <pc:sldMkLst>
          <pc:docMk/>
          <pc:sldMk cId="3322495100" sldId="345"/>
        </pc:sldMkLst>
        <pc:spChg chg="mod">
          <ac:chgData name="Mahmoud Salem" userId="7bf24d79-5b67-4251-b831-92e5f8c9b05a" providerId="ADAL" clId="{D71FA534-3898-4413-9294-5564A9E3DCAA}" dt="2023-11-07T01:59:11.868" v="16" actId="27636"/>
          <ac:spMkLst>
            <pc:docMk/>
            <pc:sldMk cId="3322495100" sldId="345"/>
            <ac:spMk id="2" creationId="{E777E4B0-E03F-4F02-BDFE-7A4C6DA29131}"/>
          </ac:spMkLst>
        </pc:spChg>
        <pc:spChg chg="mod">
          <ac:chgData name="Mahmoud Salem" userId="7bf24d79-5b67-4251-b831-92e5f8c9b05a" providerId="ADAL" clId="{D71FA534-3898-4413-9294-5564A9E3DCAA}" dt="2023-11-07T01:59:11.661" v="6"/>
          <ac:spMkLst>
            <pc:docMk/>
            <pc:sldMk cId="3322495100" sldId="345"/>
            <ac:spMk id="4" creationId="{4E14A3A2-0881-4AA2-B724-688DC4391366}"/>
          </ac:spMkLst>
        </pc:spChg>
      </pc:sldChg>
      <pc:sldChg chg="modSp add mod">
        <pc:chgData name="Mahmoud Salem" userId="7bf24d79-5b67-4251-b831-92e5f8c9b05a" providerId="ADAL" clId="{D71FA534-3898-4413-9294-5564A9E3DCAA}" dt="2023-11-07T01:59:11.876" v="17" actId="27636"/>
        <pc:sldMkLst>
          <pc:docMk/>
          <pc:sldMk cId="1693446013" sldId="346"/>
        </pc:sldMkLst>
        <pc:spChg chg="mod">
          <ac:chgData name="Mahmoud Salem" userId="7bf24d79-5b67-4251-b831-92e5f8c9b05a" providerId="ADAL" clId="{D71FA534-3898-4413-9294-5564A9E3DCAA}" dt="2023-11-07T01:59:11.876" v="17" actId="27636"/>
          <ac:spMkLst>
            <pc:docMk/>
            <pc:sldMk cId="1693446013" sldId="346"/>
            <ac:spMk id="2" creationId="{E777E4B0-E03F-4F02-BDFE-7A4C6DA29131}"/>
          </ac:spMkLst>
        </pc:spChg>
        <pc:spChg chg="mod">
          <ac:chgData name="Mahmoud Salem" userId="7bf24d79-5b67-4251-b831-92e5f8c9b05a" providerId="ADAL" clId="{D71FA534-3898-4413-9294-5564A9E3DCAA}" dt="2023-11-07T01:59:11.661" v="6"/>
          <ac:spMkLst>
            <pc:docMk/>
            <pc:sldMk cId="1693446013" sldId="346"/>
            <ac:spMk id="4" creationId="{4E14A3A2-0881-4AA2-B724-688DC4391366}"/>
          </ac:spMkLst>
        </pc:spChg>
      </pc:sldChg>
      <pc:sldChg chg="modSp add del">
        <pc:chgData name="Mahmoud Salem" userId="7bf24d79-5b67-4251-b831-92e5f8c9b05a" providerId="ADAL" clId="{D71FA534-3898-4413-9294-5564A9E3DCAA}" dt="2023-11-07T02:06:05.821" v="54" actId="47"/>
        <pc:sldMkLst>
          <pc:docMk/>
          <pc:sldMk cId="1072440276" sldId="347"/>
        </pc:sldMkLst>
        <pc:spChg chg="mod">
          <ac:chgData name="Mahmoud Salem" userId="7bf24d79-5b67-4251-b831-92e5f8c9b05a" providerId="ADAL" clId="{D71FA534-3898-4413-9294-5564A9E3DCAA}" dt="2023-11-07T01:59:11.661" v="6"/>
          <ac:spMkLst>
            <pc:docMk/>
            <pc:sldMk cId="1072440276" sldId="347"/>
            <ac:spMk id="4" creationId="{4E14A3A2-0881-4AA2-B724-688DC4391366}"/>
          </ac:spMkLst>
        </pc:spChg>
      </pc:sldChg>
      <pc:sldChg chg="modSp new mod">
        <pc:chgData name="Mahmoud Salem" userId="7bf24d79-5b67-4251-b831-92e5f8c9b05a" providerId="ADAL" clId="{D71FA534-3898-4413-9294-5564A9E3DCAA}" dt="2023-11-08T03:28:09.987" v="1667" actId="20577"/>
        <pc:sldMkLst>
          <pc:docMk/>
          <pc:sldMk cId="1097437128" sldId="347"/>
        </pc:sldMkLst>
        <pc:spChg chg="mod">
          <ac:chgData name="Mahmoud Salem" userId="7bf24d79-5b67-4251-b831-92e5f8c9b05a" providerId="ADAL" clId="{D71FA534-3898-4413-9294-5564A9E3DCAA}" dt="2023-11-07T03:01:13.125" v="187" actId="20577"/>
          <ac:spMkLst>
            <pc:docMk/>
            <pc:sldMk cId="1097437128" sldId="347"/>
            <ac:spMk id="2" creationId="{8239EB49-D11F-E781-0187-032305365D54}"/>
          </ac:spMkLst>
        </pc:spChg>
        <pc:spChg chg="mod">
          <ac:chgData name="Mahmoud Salem" userId="7bf24d79-5b67-4251-b831-92e5f8c9b05a" providerId="ADAL" clId="{D71FA534-3898-4413-9294-5564A9E3DCAA}" dt="2023-11-08T03:28:09.987" v="1667" actId="20577"/>
          <ac:spMkLst>
            <pc:docMk/>
            <pc:sldMk cId="1097437128" sldId="347"/>
            <ac:spMk id="3" creationId="{4044965D-687D-721D-00E0-B7608D7E1B08}"/>
          </ac:spMkLst>
        </pc:spChg>
      </pc:sldChg>
      <pc:sldChg chg="modSp new del mod">
        <pc:chgData name="Mahmoud Salem" userId="7bf24d79-5b67-4251-b831-92e5f8c9b05a" providerId="ADAL" clId="{D71FA534-3898-4413-9294-5564A9E3DCAA}" dt="2023-11-07T02:52:43.679" v="139" actId="47"/>
        <pc:sldMkLst>
          <pc:docMk/>
          <pc:sldMk cId="1578076426" sldId="347"/>
        </pc:sldMkLst>
        <pc:spChg chg="mod">
          <ac:chgData name="Mahmoud Salem" userId="7bf24d79-5b67-4251-b831-92e5f8c9b05a" providerId="ADAL" clId="{D71FA534-3898-4413-9294-5564A9E3DCAA}" dt="2023-11-07T02:51:22.544" v="98" actId="20577"/>
          <ac:spMkLst>
            <pc:docMk/>
            <pc:sldMk cId="1578076426" sldId="347"/>
            <ac:spMk id="2" creationId="{DF5CE460-9D05-6F37-443A-5516584D062C}"/>
          </ac:spMkLst>
        </pc:spChg>
        <pc:spChg chg="mod">
          <ac:chgData name="Mahmoud Salem" userId="7bf24d79-5b67-4251-b831-92e5f8c9b05a" providerId="ADAL" clId="{D71FA534-3898-4413-9294-5564A9E3DCAA}" dt="2023-11-07T02:51:36.921" v="138" actId="20577"/>
          <ac:spMkLst>
            <pc:docMk/>
            <pc:sldMk cId="1578076426" sldId="347"/>
            <ac:spMk id="3" creationId="{D6D72257-7D44-FC45-5424-BF35A24C772D}"/>
          </ac:spMkLst>
        </pc:spChg>
      </pc:sldChg>
      <pc:sldChg chg="modSp new mod">
        <pc:chgData name="Mahmoud Salem" userId="7bf24d79-5b67-4251-b831-92e5f8c9b05a" providerId="ADAL" clId="{D71FA534-3898-4413-9294-5564A9E3DCAA}" dt="2023-11-08T03:30:19.441" v="1902" actId="20577"/>
        <pc:sldMkLst>
          <pc:docMk/>
          <pc:sldMk cId="2479882721" sldId="348"/>
        </pc:sldMkLst>
        <pc:spChg chg="mod">
          <ac:chgData name="Mahmoud Salem" userId="7bf24d79-5b67-4251-b831-92e5f8c9b05a" providerId="ADAL" clId="{D71FA534-3898-4413-9294-5564A9E3DCAA}" dt="2023-11-07T03:01:24.643" v="208" actId="20577"/>
          <ac:spMkLst>
            <pc:docMk/>
            <pc:sldMk cId="2479882721" sldId="348"/>
            <ac:spMk id="2" creationId="{99CDF73F-58DD-D502-C74B-23E44598F2C7}"/>
          </ac:spMkLst>
        </pc:spChg>
        <pc:spChg chg="mod">
          <ac:chgData name="Mahmoud Salem" userId="7bf24d79-5b67-4251-b831-92e5f8c9b05a" providerId="ADAL" clId="{D71FA534-3898-4413-9294-5564A9E3DCAA}" dt="2023-11-08T03:30:19.441" v="1902" actId="20577"/>
          <ac:spMkLst>
            <pc:docMk/>
            <pc:sldMk cId="2479882721" sldId="348"/>
            <ac:spMk id="3" creationId="{54327577-F8E5-CD15-EA68-31CD978B529B}"/>
          </ac:spMkLst>
        </pc:spChg>
      </pc:sldChg>
      <pc:sldChg chg="modSp add del mod">
        <pc:chgData name="Mahmoud Salem" userId="7bf24d79-5b67-4251-b831-92e5f8c9b05a" providerId="ADAL" clId="{D71FA534-3898-4413-9294-5564A9E3DCAA}" dt="2023-11-07T02:06:06.872" v="55" actId="47"/>
        <pc:sldMkLst>
          <pc:docMk/>
          <pc:sldMk cId="2696250432" sldId="348"/>
        </pc:sldMkLst>
        <pc:spChg chg="mod">
          <ac:chgData name="Mahmoud Salem" userId="7bf24d79-5b67-4251-b831-92e5f8c9b05a" providerId="ADAL" clId="{D71FA534-3898-4413-9294-5564A9E3DCAA}" dt="2023-11-07T01:59:11.882" v="18" actId="27636"/>
          <ac:spMkLst>
            <pc:docMk/>
            <pc:sldMk cId="2696250432" sldId="348"/>
            <ac:spMk id="2" creationId="{7E95B9FB-0E91-C3C1-29D3-91F8E3C21B26}"/>
          </ac:spMkLst>
        </pc:spChg>
      </pc:sldChg>
      <pc:sldChg chg="modSp add del mod">
        <pc:chgData name="Mahmoud Salem" userId="7bf24d79-5b67-4251-b831-92e5f8c9b05a" providerId="ADAL" clId="{D71FA534-3898-4413-9294-5564A9E3DCAA}" dt="2023-11-08T03:25:26.405" v="1383" actId="47"/>
        <pc:sldMkLst>
          <pc:docMk/>
          <pc:sldMk cId="3373085747" sldId="349"/>
        </pc:sldMkLst>
        <pc:spChg chg="mod">
          <ac:chgData name="Mahmoud Salem" userId="7bf24d79-5b67-4251-b831-92e5f8c9b05a" providerId="ADAL" clId="{D71FA534-3898-4413-9294-5564A9E3DCAA}" dt="2023-11-07T03:05:20.573" v="211" actId="27636"/>
          <ac:spMkLst>
            <pc:docMk/>
            <pc:sldMk cId="3373085747" sldId="349"/>
            <ac:spMk id="3" creationId="{F3005794-BF65-410E-9225-F34791DBC010}"/>
          </ac:spMkLst>
        </pc:spChg>
      </pc:sldChg>
      <pc:sldChg chg="modSp add mod">
        <pc:chgData name="Mahmoud Salem" userId="7bf24d79-5b67-4251-b831-92e5f8c9b05a" providerId="ADAL" clId="{D71FA534-3898-4413-9294-5564A9E3DCAA}" dt="2023-11-08T03:36:40.844" v="2297" actId="20577"/>
        <pc:sldMkLst>
          <pc:docMk/>
          <pc:sldMk cId="1336387465" sldId="350"/>
        </pc:sldMkLst>
        <pc:spChg chg="mod">
          <ac:chgData name="Mahmoud Salem" userId="7bf24d79-5b67-4251-b831-92e5f8c9b05a" providerId="ADAL" clId="{D71FA534-3898-4413-9294-5564A9E3DCAA}" dt="2023-11-08T03:34:37.797" v="1972" actId="20577"/>
          <ac:spMkLst>
            <pc:docMk/>
            <pc:sldMk cId="1336387465" sldId="350"/>
            <ac:spMk id="3" creationId="{9C44EA3A-4FC0-26F8-04DB-3710AD0DCDB0}"/>
          </ac:spMkLst>
        </pc:spChg>
        <pc:spChg chg="mod">
          <ac:chgData name="Mahmoud Salem" userId="7bf24d79-5b67-4251-b831-92e5f8c9b05a" providerId="ADAL" clId="{D71FA534-3898-4413-9294-5564A9E3DCAA}" dt="2023-11-08T03:35:19.456" v="2097" actId="20577"/>
          <ac:spMkLst>
            <pc:docMk/>
            <pc:sldMk cId="1336387465" sldId="350"/>
            <ac:spMk id="4" creationId="{8CA29608-CD7B-E64B-9D21-99DE13767C4C}"/>
          </ac:spMkLst>
        </pc:spChg>
        <pc:spChg chg="mod">
          <ac:chgData name="Mahmoud Salem" userId="7bf24d79-5b67-4251-b831-92e5f8c9b05a" providerId="ADAL" clId="{D71FA534-3898-4413-9294-5564A9E3DCAA}" dt="2023-11-08T03:35:51.209" v="2154" actId="20577"/>
          <ac:spMkLst>
            <pc:docMk/>
            <pc:sldMk cId="1336387465" sldId="350"/>
            <ac:spMk id="5" creationId="{817C7663-BC39-8EA7-ACDF-6FB741949DEC}"/>
          </ac:spMkLst>
        </pc:spChg>
        <pc:spChg chg="mod">
          <ac:chgData name="Mahmoud Salem" userId="7bf24d79-5b67-4251-b831-92e5f8c9b05a" providerId="ADAL" clId="{D71FA534-3898-4413-9294-5564A9E3DCAA}" dt="2023-11-08T03:36:40.844" v="2297" actId="20577"/>
          <ac:spMkLst>
            <pc:docMk/>
            <pc:sldMk cId="1336387465" sldId="350"/>
            <ac:spMk id="6" creationId="{22F0562F-2239-EA49-7958-4244E2F22DB8}"/>
          </ac:spMkLst>
        </pc:spChg>
      </pc:sldChg>
      <pc:sldChg chg="modSp new del mod">
        <pc:chgData name="Mahmoud Salem" userId="7bf24d79-5b67-4251-b831-92e5f8c9b05a" providerId="ADAL" clId="{D71FA534-3898-4413-9294-5564A9E3DCAA}" dt="2023-11-08T03:38:37.716" v="2334" actId="47"/>
        <pc:sldMkLst>
          <pc:docMk/>
          <pc:sldMk cId="2999965738" sldId="351"/>
        </pc:sldMkLst>
        <pc:spChg chg="mod">
          <ac:chgData name="Mahmoud Salem" userId="7bf24d79-5b67-4251-b831-92e5f8c9b05a" providerId="ADAL" clId="{D71FA534-3898-4413-9294-5564A9E3DCAA}" dt="2023-11-07T04:02:09.412" v="260" actId="20577"/>
          <ac:spMkLst>
            <pc:docMk/>
            <pc:sldMk cId="2999965738" sldId="351"/>
            <ac:spMk id="2" creationId="{69C34C65-B74D-E591-96AE-FB530A370986}"/>
          </ac:spMkLst>
        </pc:spChg>
      </pc:sldChg>
      <pc:sldChg chg="add del">
        <pc:chgData name="Mahmoud Salem" userId="7bf24d79-5b67-4251-b831-92e5f8c9b05a" providerId="ADAL" clId="{D71FA534-3898-4413-9294-5564A9E3DCAA}" dt="2023-11-08T03:38:37.716" v="2334" actId="47"/>
        <pc:sldMkLst>
          <pc:docMk/>
          <pc:sldMk cId="1451435120" sldId="352"/>
        </pc:sldMkLst>
      </pc:sldChg>
      <pc:sldChg chg="add del">
        <pc:chgData name="Mahmoud Salem" userId="7bf24d79-5b67-4251-b831-92e5f8c9b05a" providerId="ADAL" clId="{D71FA534-3898-4413-9294-5564A9E3DCAA}" dt="2023-11-08T03:38:37.716" v="2334" actId="47"/>
        <pc:sldMkLst>
          <pc:docMk/>
          <pc:sldMk cId="4263193834" sldId="353"/>
        </pc:sldMkLst>
      </pc:sldChg>
      <pc:sldChg chg="modSp new mod">
        <pc:chgData name="Mahmoud Salem" userId="7bf24d79-5b67-4251-b831-92e5f8c9b05a" providerId="ADAL" clId="{D71FA534-3898-4413-9294-5564A9E3DCAA}" dt="2023-11-08T03:42:07.558" v="2743" actId="20577"/>
        <pc:sldMkLst>
          <pc:docMk/>
          <pc:sldMk cId="4110701958" sldId="354"/>
        </pc:sldMkLst>
        <pc:spChg chg="mod">
          <ac:chgData name="Mahmoud Salem" userId="7bf24d79-5b67-4251-b831-92e5f8c9b05a" providerId="ADAL" clId="{D71FA534-3898-4413-9294-5564A9E3DCAA}" dt="2023-11-07T04:05:31.805" v="302" actId="20577"/>
          <ac:spMkLst>
            <pc:docMk/>
            <pc:sldMk cId="4110701958" sldId="354"/>
            <ac:spMk id="2" creationId="{3845BBBC-2077-19D9-8B75-699AE1344B17}"/>
          </ac:spMkLst>
        </pc:spChg>
        <pc:spChg chg="mod">
          <ac:chgData name="Mahmoud Salem" userId="7bf24d79-5b67-4251-b831-92e5f8c9b05a" providerId="ADAL" clId="{D71FA534-3898-4413-9294-5564A9E3DCAA}" dt="2023-11-08T03:42:07.558" v="2743" actId="20577"/>
          <ac:spMkLst>
            <pc:docMk/>
            <pc:sldMk cId="4110701958" sldId="354"/>
            <ac:spMk id="3" creationId="{CC54D5FC-3649-974F-8F9D-504E187FBC7D}"/>
          </ac:spMkLst>
        </pc:spChg>
      </pc:sldChg>
      <pc:sldChg chg="addSp delSp modSp new mod setBg">
        <pc:chgData name="Mahmoud Salem" userId="7bf24d79-5b67-4251-b831-92e5f8c9b05a" providerId="ADAL" clId="{D71FA534-3898-4413-9294-5564A9E3DCAA}" dt="2023-11-08T03:44:33.632" v="2798" actId="26606"/>
        <pc:sldMkLst>
          <pc:docMk/>
          <pc:sldMk cId="1072547022" sldId="355"/>
        </pc:sldMkLst>
        <pc:spChg chg="mod">
          <ac:chgData name="Mahmoud Salem" userId="7bf24d79-5b67-4251-b831-92e5f8c9b05a" providerId="ADAL" clId="{D71FA534-3898-4413-9294-5564A9E3DCAA}" dt="2023-11-08T03:44:33.632" v="2798" actId="26606"/>
          <ac:spMkLst>
            <pc:docMk/>
            <pc:sldMk cId="1072547022" sldId="355"/>
            <ac:spMk id="2" creationId="{51067AFE-471F-2E31-5CA2-5121C24E1894}"/>
          </ac:spMkLst>
        </pc:spChg>
        <pc:spChg chg="add del">
          <ac:chgData name="Mahmoud Salem" userId="7bf24d79-5b67-4251-b831-92e5f8c9b05a" providerId="ADAL" clId="{D71FA534-3898-4413-9294-5564A9E3DCAA}" dt="2023-11-08T03:44:27.414" v="2794" actId="26606"/>
          <ac:spMkLst>
            <pc:docMk/>
            <pc:sldMk cId="1072547022" sldId="355"/>
            <ac:spMk id="3" creationId="{DB957F1E-40EB-68C6-898C-8331CF92A779}"/>
          </ac:spMkLst>
        </pc:spChg>
        <pc:spChg chg="add del">
          <ac:chgData name="Mahmoud Salem" userId="7bf24d79-5b67-4251-b831-92e5f8c9b05a" providerId="ADAL" clId="{D71FA534-3898-4413-9294-5564A9E3DCAA}" dt="2023-11-08T03:44:27.414" v="2793" actId="26606"/>
          <ac:spMkLst>
            <pc:docMk/>
            <pc:sldMk cId="1072547022" sldId="355"/>
            <ac:spMk id="10" creationId="{A3363022-C969-41E9-8EB2-E4C94908C1FA}"/>
          </ac:spMkLst>
        </pc:spChg>
        <pc:spChg chg="add del">
          <ac:chgData name="Mahmoud Salem" userId="7bf24d79-5b67-4251-b831-92e5f8c9b05a" providerId="ADAL" clId="{D71FA534-3898-4413-9294-5564A9E3DCAA}" dt="2023-11-08T03:44:27.414" v="2793" actId="26606"/>
          <ac:spMkLst>
            <pc:docMk/>
            <pc:sldMk cId="1072547022" sldId="355"/>
            <ac:spMk id="12" creationId="{8D1AD6B3-BE88-4CEB-BA17-790657CC4729}"/>
          </ac:spMkLst>
        </pc:spChg>
        <pc:spChg chg="add del">
          <ac:chgData name="Mahmoud Salem" userId="7bf24d79-5b67-4251-b831-92e5f8c9b05a" providerId="ADAL" clId="{D71FA534-3898-4413-9294-5564A9E3DCAA}" dt="2023-11-08T03:44:29.985" v="2795" actId="478"/>
          <ac:spMkLst>
            <pc:docMk/>
            <pc:sldMk cId="1072547022" sldId="355"/>
            <ac:spMk id="21" creationId="{DB957F1E-40EB-68C6-898C-8331CF92A779}"/>
          </ac:spMkLst>
        </pc:spChg>
        <pc:spChg chg="add">
          <ac:chgData name="Mahmoud Salem" userId="7bf24d79-5b67-4251-b831-92e5f8c9b05a" providerId="ADAL" clId="{D71FA534-3898-4413-9294-5564A9E3DCAA}" dt="2023-11-08T03:44:33.632" v="2798" actId="26606"/>
          <ac:spMkLst>
            <pc:docMk/>
            <pc:sldMk cId="1072547022" sldId="355"/>
            <ac:spMk id="31" creationId="{D4771268-CB57-404A-9271-370EB28F6090}"/>
          </ac:spMkLst>
        </pc:spChg>
        <pc:grpChg chg="add del">
          <ac:chgData name="Mahmoud Salem" userId="7bf24d79-5b67-4251-b831-92e5f8c9b05a" providerId="ADAL" clId="{D71FA534-3898-4413-9294-5564A9E3DCAA}" dt="2023-11-08T03:44:27.414" v="2793" actId="26606"/>
          <ac:grpSpMkLst>
            <pc:docMk/>
            <pc:sldMk cId="1072547022" sldId="355"/>
            <ac:grpSpMk id="14" creationId="{89D1390B-7E13-4B4F-9CB2-391063412E54}"/>
          </ac:grpSpMkLst>
        </pc:grpChg>
        <pc:grpChg chg="add del">
          <ac:chgData name="Mahmoud Salem" userId="7bf24d79-5b67-4251-b831-92e5f8c9b05a" providerId="ADAL" clId="{D71FA534-3898-4413-9294-5564A9E3DCAA}" dt="2023-11-08T03:44:33.632" v="2798" actId="26606"/>
          <ac:grpSpMkLst>
            <pc:docMk/>
            <pc:sldMk cId="1072547022" sldId="355"/>
            <ac:grpSpMk id="19" creationId="{7024687B-3153-123C-0A8C-D7D007FAF1BE}"/>
          </ac:grpSpMkLst>
        </pc:grpChg>
        <pc:grpChg chg="add del">
          <ac:chgData name="Mahmoud Salem" userId="7bf24d79-5b67-4251-b831-92e5f8c9b05a" providerId="ADAL" clId="{D71FA534-3898-4413-9294-5564A9E3DCAA}" dt="2023-11-08T03:44:33.632" v="2797" actId="26606"/>
          <ac:grpSpMkLst>
            <pc:docMk/>
            <pc:sldMk cId="1072547022" sldId="355"/>
            <ac:grpSpMk id="27" creationId="{4C4BC784-2004-F0C3-0968-B0F39DBB54B1}"/>
          </ac:grpSpMkLst>
        </pc:grpChg>
        <pc:picChg chg="add del">
          <ac:chgData name="Mahmoud Salem" userId="7bf24d79-5b67-4251-b831-92e5f8c9b05a" providerId="ADAL" clId="{D71FA534-3898-4413-9294-5564A9E3DCAA}" dt="2023-11-08T03:44:27.414" v="2793" actId="26606"/>
          <ac:picMkLst>
            <pc:docMk/>
            <pc:sldMk cId="1072547022" sldId="355"/>
            <ac:picMk id="7" creationId="{32FC51B6-9C16-7E2C-C5CA-2CC363C770E5}"/>
          </ac:picMkLst>
        </pc:picChg>
        <pc:picChg chg="add mod">
          <ac:chgData name="Mahmoud Salem" userId="7bf24d79-5b67-4251-b831-92e5f8c9b05a" providerId="ADAL" clId="{D71FA534-3898-4413-9294-5564A9E3DCAA}" dt="2023-11-08T03:44:33.632" v="2798" actId="26606"/>
          <ac:picMkLst>
            <pc:docMk/>
            <pc:sldMk cId="1072547022" sldId="355"/>
            <ac:picMk id="22" creationId="{42EE5B13-7D58-66A4-B152-E268F1A4CB72}"/>
          </ac:picMkLst>
        </pc:picChg>
      </pc:sldChg>
      <pc:sldChg chg="modSp add del mod">
        <pc:chgData name="Mahmoud Salem" userId="7bf24d79-5b67-4251-b831-92e5f8c9b05a" providerId="ADAL" clId="{D71FA534-3898-4413-9294-5564A9E3DCAA}" dt="2023-11-08T03:44:06.090" v="2780" actId="47"/>
        <pc:sldMkLst>
          <pc:docMk/>
          <pc:sldMk cId="2917743353" sldId="356"/>
        </pc:sldMkLst>
        <pc:spChg chg="mod">
          <ac:chgData name="Mahmoud Salem" userId="7bf24d79-5b67-4251-b831-92e5f8c9b05a" providerId="ADAL" clId="{D71FA534-3898-4413-9294-5564A9E3DCAA}" dt="2023-11-07T04:11:48.666" v="313" actId="6549"/>
          <ac:spMkLst>
            <pc:docMk/>
            <pc:sldMk cId="2917743353" sldId="356"/>
            <ac:spMk id="6" creationId="{1315A59C-6538-745C-B0B9-DEC85998F7DF}"/>
          </ac:spMkLst>
        </pc:spChg>
      </pc:sldChg>
      <pc:sldChg chg="addSp delSp modSp new mod setBg modClrScheme chgLayout">
        <pc:chgData name="Mahmoud Salem" userId="7bf24d79-5b67-4251-b831-92e5f8c9b05a" providerId="ADAL" clId="{D71FA534-3898-4413-9294-5564A9E3DCAA}" dt="2023-11-08T02:14:56.875" v="1295" actId="20577"/>
        <pc:sldMkLst>
          <pc:docMk/>
          <pc:sldMk cId="3652839603" sldId="357"/>
        </pc:sldMkLst>
        <pc:spChg chg="del mod ord">
          <ac:chgData name="Mahmoud Salem" userId="7bf24d79-5b67-4251-b831-92e5f8c9b05a" providerId="ADAL" clId="{D71FA534-3898-4413-9294-5564A9E3DCAA}" dt="2023-11-07T04:12:10.030" v="315" actId="700"/>
          <ac:spMkLst>
            <pc:docMk/>
            <pc:sldMk cId="3652839603" sldId="357"/>
            <ac:spMk id="2" creationId="{B352077D-8104-D509-AA87-8B3FB1C226E9}"/>
          </ac:spMkLst>
        </pc:spChg>
        <pc:spChg chg="del">
          <ac:chgData name="Mahmoud Salem" userId="7bf24d79-5b67-4251-b831-92e5f8c9b05a" providerId="ADAL" clId="{D71FA534-3898-4413-9294-5564A9E3DCAA}" dt="2023-11-07T04:12:10.030" v="315" actId="700"/>
          <ac:spMkLst>
            <pc:docMk/>
            <pc:sldMk cId="3652839603" sldId="357"/>
            <ac:spMk id="3" creationId="{19A65BF8-ACBB-11B0-07A7-4A14601524E2}"/>
          </ac:spMkLst>
        </pc:spChg>
        <pc:spChg chg="del mod ord">
          <ac:chgData name="Mahmoud Salem" userId="7bf24d79-5b67-4251-b831-92e5f8c9b05a" providerId="ADAL" clId="{D71FA534-3898-4413-9294-5564A9E3DCAA}" dt="2023-11-07T04:12:10.030" v="315" actId="700"/>
          <ac:spMkLst>
            <pc:docMk/>
            <pc:sldMk cId="3652839603" sldId="357"/>
            <ac:spMk id="4" creationId="{BA96BEA2-7CC3-F15F-EC57-D0CBF5E0B7C8}"/>
          </ac:spMkLst>
        </pc:spChg>
        <pc:spChg chg="del">
          <ac:chgData name="Mahmoud Salem" userId="7bf24d79-5b67-4251-b831-92e5f8c9b05a" providerId="ADAL" clId="{D71FA534-3898-4413-9294-5564A9E3DCAA}" dt="2023-11-07T04:12:10.030" v="315" actId="700"/>
          <ac:spMkLst>
            <pc:docMk/>
            <pc:sldMk cId="3652839603" sldId="357"/>
            <ac:spMk id="5" creationId="{48AB857C-F87A-7697-71D8-876F83BD20C0}"/>
          </ac:spMkLst>
        </pc:spChg>
        <pc:spChg chg="del">
          <ac:chgData name="Mahmoud Salem" userId="7bf24d79-5b67-4251-b831-92e5f8c9b05a" providerId="ADAL" clId="{D71FA534-3898-4413-9294-5564A9E3DCAA}" dt="2023-11-07T04:12:10.030" v="315" actId="700"/>
          <ac:spMkLst>
            <pc:docMk/>
            <pc:sldMk cId="3652839603" sldId="357"/>
            <ac:spMk id="6" creationId="{F2B81430-2FD6-33D5-CF3B-E0DC1E90C535}"/>
          </ac:spMkLst>
        </pc:spChg>
        <pc:spChg chg="add mod ord">
          <ac:chgData name="Mahmoud Salem" userId="7bf24d79-5b67-4251-b831-92e5f8c9b05a" providerId="ADAL" clId="{D71FA534-3898-4413-9294-5564A9E3DCAA}" dt="2023-11-08T02:14:56.875" v="1295" actId="20577"/>
          <ac:spMkLst>
            <pc:docMk/>
            <pc:sldMk cId="3652839603" sldId="357"/>
            <ac:spMk id="7" creationId="{D763C3FA-7250-7F0D-43B5-A9855AF4CB76}"/>
          </ac:spMkLst>
        </pc:spChg>
        <pc:spChg chg="add del mod ord">
          <ac:chgData name="Mahmoud Salem" userId="7bf24d79-5b67-4251-b831-92e5f8c9b05a" providerId="ADAL" clId="{D71FA534-3898-4413-9294-5564A9E3DCAA}" dt="2023-11-08T02:09:30.806" v="1030" actId="26606"/>
          <ac:spMkLst>
            <pc:docMk/>
            <pc:sldMk cId="3652839603" sldId="357"/>
            <ac:spMk id="8" creationId="{7C6D3044-3B1E-D6F0-5358-DB2F673EC16B}"/>
          </ac:spMkLst>
        </pc:spChg>
        <pc:spChg chg="add del">
          <ac:chgData name="Mahmoud Salem" userId="7bf24d79-5b67-4251-b831-92e5f8c9b05a" providerId="ADAL" clId="{D71FA534-3898-4413-9294-5564A9E3DCAA}" dt="2023-11-08T02:09:30.747" v="1029" actId="26606"/>
          <ac:spMkLst>
            <pc:docMk/>
            <pc:sldMk cId="3652839603" sldId="357"/>
            <ac:spMk id="14" creationId="{E8A8EAB8-D2FF-444D-B34B-7D32F106AD0E}"/>
          </ac:spMkLst>
        </pc:spChg>
        <pc:graphicFrameChg chg="add del">
          <ac:chgData name="Mahmoud Salem" userId="7bf24d79-5b67-4251-b831-92e5f8c9b05a" providerId="ADAL" clId="{D71FA534-3898-4413-9294-5564A9E3DCAA}" dt="2023-11-08T02:09:30.747" v="1029" actId="26606"/>
          <ac:graphicFrameMkLst>
            <pc:docMk/>
            <pc:sldMk cId="3652839603" sldId="357"/>
            <ac:graphicFrameMk id="10" creationId="{FDDE5908-00A6-BC4C-95AF-4BB053688FF5}"/>
          </ac:graphicFrameMkLst>
        </pc:graphicFrameChg>
        <pc:graphicFrameChg chg="add mod">
          <ac:chgData name="Mahmoud Salem" userId="7bf24d79-5b67-4251-b831-92e5f8c9b05a" providerId="ADAL" clId="{D71FA534-3898-4413-9294-5564A9E3DCAA}" dt="2023-11-08T02:13:44.625" v="1266" actId="20577"/>
          <ac:graphicFrameMkLst>
            <pc:docMk/>
            <pc:sldMk cId="3652839603" sldId="357"/>
            <ac:graphicFrameMk id="20" creationId="{87907111-7094-7AFC-78D1-FE66D4E3C21A}"/>
          </ac:graphicFrameMkLst>
        </pc:graphicFrameChg>
        <pc:cxnChg chg="add del">
          <ac:chgData name="Mahmoud Salem" userId="7bf24d79-5b67-4251-b831-92e5f8c9b05a" providerId="ADAL" clId="{D71FA534-3898-4413-9294-5564A9E3DCAA}" dt="2023-11-08T02:09:30.747" v="1029" actId="26606"/>
          <ac:cxnSpMkLst>
            <pc:docMk/>
            <pc:sldMk cId="3652839603" sldId="357"/>
            <ac:cxnSpMk id="16" creationId="{067633D1-6EE6-4118-B9F0-B363477BEE7A}"/>
          </ac:cxnSpMkLst>
        </pc:cxnChg>
        <pc:cxnChg chg="add del">
          <ac:chgData name="Mahmoud Salem" userId="7bf24d79-5b67-4251-b831-92e5f8c9b05a" providerId="ADAL" clId="{D71FA534-3898-4413-9294-5564A9E3DCAA}" dt="2023-11-08T02:09:30.747" v="1029" actId="26606"/>
          <ac:cxnSpMkLst>
            <pc:docMk/>
            <pc:sldMk cId="3652839603" sldId="357"/>
            <ac:cxnSpMk id="18" creationId="{4AD7FFC6-42A9-49CB-B5E9-B3F6B038331B}"/>
          </ac:cxnSpMkLst>
        </pc:cxnChg>
      </pc:sldChg>
      <pc:sldChg chg="addSp delSp modSp add mod setBg modClrScheme chgLayout">
        <pc:chgData name="Mahmoud Salem" userId="7bf24d79-5b67-4251-b831-92e5f8c9b05a" providerId="ADAL" clId="{D71FA534-3898-4413-9294-5564A9E3DCAA}" dt="2023-11-08T02:08:45.997" v="1027" actId="1076"/>
        <pc:sldMkLst>
          <pc:docMk/>
          <pc:sldMk cId="157755129" sldId="358"/>
        </pc:sldMkLst>
        <pc:spChg chg="add del mod ord">
          <ac:chgData name="Mahmoud Salem" userId="7bf24d79-5b67-4251-b831-92e5f8c9b05a" providerId="ADAL" clId="{D71FA534-3898-4413-9294-5564A9E3DCAA}" dt="2023-11-08T02:08:34.446" v="1021" actId="931"/>
          <ac:spMkLst>
            <pc:docMk/>
            <pc:sldMk cId="157755129" sldId="358"/>
            <ac:spMk id="2" creationId="{71B2FBEC-5589-9DF4-B368-A675BF8E2957}"/>
          </ac:spMkLst>
        </pc:spChg>
        <pc:spChg chg="mod ord">
          <ac:chgData name="Mahmoud Salem" userId="7bf24d79-5b67-4251-b831-92e5f8c9b05a" providerId="ADAL" clId="{D71FA534-3898-4413-9294-5564A9E3DCAA}" dt="2023-11-08T02:08:40.289" v="1024" actId="26606"/>
          <ac:spMkLst>
            <pc:docMk/>
            <pc:sldMk cId="157755129" sldId="358"/>
            <ac:spMk id="7" creationId="{D763C3FA-7250-7F0D-43B5-A9855AF4CB76}"/>
          </ac:spMkLst>
        </pc:spChg>
        <pc:spChg chg="mod ord">
          <ac:chgData name="Mahmoud Salem" userId="7bf24d79-5b67-4251-b831-92e5f8c9b05a" providerId="ADAL" clId="{D71FA534-3898-4413-9294-5564A9E3DCAA}" dt="2023-11-08T02:08:40.289" v="1024" actId="26606"/>
          <ac:spMkLst>
            <pc:docMk/>
            <pc:sldMk cId="157755129" sldId="358"/>
            <ac:spMk id="8" creationId="{7C6D3044-3B1E-D6F0-5358-DB2F673EC16B}"/>
          </ac:spMkLst>
        </pc:spChg>
        <pc:grpChg chg="add">
          <ac:chgData name="Mahmoud Salem" userId="7bf24d79-5b67-4251-b831-92e5f8c9b05a" providerId="ADAL" clId="{D71FA534-3898-4413-9294-5564A9E3DCAA}" dt="2023-11-08T02:08:40.289" v="1024" actId="26606"/>
          <ac:grpSpMkLst>
            <pc:docMk/>
            <pc:sldMk cId="157755129" sldId="358"/>
            <ac:grpSpMk id="13" creationId="{6258F736-B256-8039-9DC6-F4E49A5C5AD5}"/>
          </ac:grpSpMkLst>
        </pc:grpChg>
        <pc:picChg chg="add mod">
          <ac:chgData name="Mahmoud Salem" userId="7bf24d79-5b67-4251-b831-92e5f8c9b05a" providerId="ADAL" clId="{D71FA534-3898-4413-9294-5564A9E3DCAA}" dt="2023-11-08T02:08:45.997" v="1027" actId="1076"/>
          <ac:picMkLst>
            <pc:docMk/>
            <pc:sldMk cId="157755129" sldId="358"/>
            <ac:picMk id="4" creationId="{ED395B15-681C-56C3-7B8C-5E4AAAEFD807}"/>
          </ac:picMkLst>
        </pc:picChg>
      </pc:sldChg>
      <pc:sldChg chg="add del">
        <pc:chgData name="Mahmoud Salem" userId="7bf24d79-5b67-4251-b831-92e5f8c9b05a" providerId="ADAL" clId="{D71FA534-3898-4413-9294-5564A9E3DCAA}" dt="2023-11-08T02:04:00.557" v="720" actId="2696"/>
        <pc:sldMkLst>
          <pc:docMk/>
          <pc:sldMk cId="1897004408" sldId="359"/>
        </pc:sldMkLst>
      </pc:sldChg>
      <pc:sldChg chg="modSp add mod">
        <pc:chgData name="Mahmoud Salem" userId="7bf24d79-5b67-4251-b831-92e5f8c9b05a" providerId="ADAL" clId="{D71FA534-3898-4413-9294-5564A9E3DCAA}" dt="2023-11-08T02:05:15.236" v="1011" actId="20577"/>
        <pc:sldMkLst>
          <pc:docMk/>
          <pc:sldMk cId="2131866063" sldId="359"/>
        </pc:sldMkLst>
        <pc:spChg chg="mod">
          <ac:chgData name="Mahmoud Salem" userId="7bf24d79-5b67-4251-b831-92e5f8c9b05a" providerId="ADAL" clId="{D71FA534-3898-4413-9294-5564A9E3DCAA}" dt="2023-11-08T02:04:18.646" v="754" actId="20577"/>
          <ac:spMkLst>
            <pc:docMk/>
            <pc:sldMk cId="2131866063" sldId="359"/>
            <ac:spMk id="7" creationId="{D763C3FA-7250-7F0D-43B5-A9855AF4CB76}"/>
          </ac:spMkLst>
        </pc:spChg>
        <pc:spChg chg="mod">
          <ac:chgData name="Mahmoud Salem" userId="7bf24d79-5b67-4251-b831-92e5f8c9b05a" providerId="ADAL" clId="{D71FA534-3898-4413-9294-5564A9E3DCAA}" dt="2023-11-08T02:05:15.236" v="1011" actId="20577"/>
          <ac:spMkLst>
            <pc:docMk/>
            <pc:sldMk cId="2131866063" sldId="359"/>
            <ac:spMk id="8" creationId="{7C6D3044-3B1E-D6F0-5358-DB2F673EC16B}"/>
          </ac:spMkLst>
        </pc:spChg>
      </pc:sldChg>
      <pc:sldChg chg="addSp delSp modSp add mod setBg">
        <pc:chgData name="Mahmoud Salem" userId="7bf24d79-5b67-4251-b831-92e5f8c9b05a" providerId="ADAL" clId="{D71FA534-3898-4413-9294-5564A9E3DCAA}" dt="2023-11-08T02:06:52.519" v="1018" actId="14100"/>
        <pc:sldMkLst>
          <pc:docMk/>
          <pc:sldMk cId="2447910875" sldId="360"/>
        </pc:sldMkLst>
        <pc:spChg chg="mod">
          <ac:chgData name="Mahmoud Salem" userId="7bf24d79-5b67-4251-b831-92e5f8c9b05a" providerId="ADAL" clId="{D71FA534-3898-4413-9294-5564A9E3DCAA}" dt="2023-11-08T02:06:47.621" v="1016" actId="26606"/>
          <ac:spMkLst>
            <pc:docMk/>
            <pc:sldMk cId="2447910875" sldId="360"/>
            <ac:spMk id="7" creationId="{D763C3FA-7250-7F0D-43B5-A9855AF4CB76}"/>
          </ac:spMkLst>
        </pc:spChg>
        <pc:spChg chg="del mod">
          <ac:chgData name="Mahmoud Salem" userId="7bf24d79-5b67-4251-b831-92e5f8c9b05a" providerId="ADAL" clId="{D71FA534-3898-4413-9294-5564A9E3DCAA}" dt="2023-11-08T02:06:42.375" v="1014" actId="931"/>
          <ac:spMkLst>
            <pc:docMk/>
            <pc:sldMk cId="2447910875" sldId="360"/>
            <ac:spMk id="8" creationId="{7C6D3044-3B1E-D6F0-5358-DB2F673EC16B}"/>
          </ac:spMkLst>
        </pc:spChg>
        <pc:spChg chg="add">
          <ac:chgData name="Mahmoud Salem" userId="7bf24d79-5b67-4251-b831-92e5f8c9b05a" providerId="ADAL" clId="{D71FA534-3898-4413-9294-5564A9E3DCAA}" dt="2023-11-08T02:06:47.621" v="1016" actId="26606"/>
          <ac:spMkLst>
            <pc:docMk/>
            <pc:sldMk cId="2447910875" sldId="360"/>
            <ac:spMk id="12" creationId="{D12DDE76-C203-4047-9998-63900085B5E8}"/>
          </ac:spMkLst>
        </pc:spChg>
        <pc:picChg chg="add mod">
          <ac:chgData name="Mahmoud Salem" userId="7bf24d79-5b67-4251-b831-92e5f8c9b05a" providerId="ADAL" clId="{D71FA534-3898-4413-9294-5564A9E3DCAA}" dt="2023-11-08T02:06:52.519" v="1018" actId="14100"/>
          <ac:picMkLst>
            <pc:docMk/>
            <pc:sldMk cId="2447910875" sldId="360"/>
            <ac:picMk id="3" creationId="{0E395653-1F26-CBE5-110C-A95D86FF1861}"/>
          </ac:picMkLst>
        </pc:picChg>
      </pc:sldChg>
      <pc:sldChg chg="addSp delSp modSp new mod modClrScheme chgLayout">
        <pc:chgData name="Mahmoud Salem" userId="7bf24d79-5b67-4251-b831-92e5f8c9b05a" providerId="ADAL" clId="{D71FA534-3898-4413-9294-5564A9E3DCAA}" dt="2023-11-08T02:12:33.169" v="1220" actId="14100"/>
        <pc:sldMkLst>
          <pc:docMk/>
          <pc:sldMk cId="2918452433" sldId="361"/>
        </pc:sldMkLst>
        <pc:spChg chg="mod ord">
          <ac:chgData name="Mahmoud Salem" userId="7bf24d79-5b67-4251-b831-92e5f8c9b05a" providerId="ADAL" clId="{D71FA534-3898-4413-9294-5564A9E3DCAA}" dt="2023-11-08T02:11:23.336" v="1199" actId="700"/>
          <ac:spMkLst>
            <pc:docMk/>
            <pc:sldMk cId="2918452433" sldId="361"/>
            <ac:spMk id="2" creationId="{E47D07DC-6B49-C7B6-130D-B0623D4BFE64}"/>
          </ac:spMkLst>
        </pc:spChg>
        <pc:spChg chg="mod ord">
          <ac:chgData name="Mahmoud Salem" userId="7bf24d79-5b67-4251-b831-92e5f8c9b05a" providerId="ADAL" clId="{D71FA534-3898-4413-9294-5564A9E3DCAA}" dt="2023-11-08T02:11:48.265" v="1214" actId="20577"/>
          <ac:spMkLst>
            <pc:docMk/>
            <pc:sldMk cId="2918452433" sldId="361"/>
            <ac:spMk id="3" creationId="{B273CA9F-262A-9E3D-05D4-82225F12AC99}"/>
          </ac:spMkLst>
        </pc:spChg>
        <pc:spChg chg="add del mod ord">
          <ac:chgData name="Mahmoud Salem" userId="7bf24d79-5b67-4251-b831-92e5f8c9b05a" providerId="ADAL" clId="{D71FA534-3898-4413-9294-5564A9E3DCAA}" dt="2023-11-08T02:12:22.997" v="1215" actId="931"/>
          <ac:spMkLst>
            <pc:docMk/>
            <pc:sldMk cId="2918452433" sldId="361"/>
            <ac:spMk id="4" creationId="{92A24F72-9880-6671-DBA6-0BCB5A4503B9}"/>
          </ac:spMkLst>
        </pc:spChg>
        <pc:picChg chg="add mod">
          <ac:chgData name="Mahmoud Salem" userId="7bf24d79-5b67-4251-b831-92e5f8c9b05a" providerId="ADAL" clId="{D71FA534-3898-4413-9294-5564A9E3DCAA}" dt="2023-11-08T02:12:33.169" v="1220" actId="14100"/>
          <ac:picMkLst>
            <pc:docMk/>
            <pc:sldMk cId="2918452433" sldId="361"/>
            <ac:picMk id="6" creationId="{0EE473B8-B839-2DA1-9071-9144620ED3F2}"/>
          </ac:picMkLst>
        </pc:picChg>
      </pc:sldChg>
      <pc:sldChg chg="modSp new mod">
        <pc:chgData name="Mahmoud Salem" userId="7bf24d79-5b67-4251-b831-92e5f8c9b05a" providerId="ADAL" clId="{D71FA534-3898-4413-9294-5564A9E3DCAA}" dt="2023-11-08T03:24:07.911" v="1380" actId="20577"/>
        <pc:sldMkLst>
          <pc:docMk/>
          <pc:sldMk cId="3901031721" sldId="362"/>
        </pc:sldMkLst>
        <pc:spChg chg="mod">
          <ac:chgData name="Mahmoud Salem" userId="7bf24d79-5b67-4251-b831-92e5f8c9b05a" providerId="ADAL" clId="{D71FA534-3898-4413-9294-5564A9E3DCAA}" dt="2023-11-08T03:23:51.580" v="1323" actId="20577"/>
          <ac:spMkLst>
            <pc:docMk/>
            <pc:sldMk cId="3901031721" sldId="362"/>
            <ac:spMk id="2" creationId="{DFC5EF8C-3C81-C730-CEAE-748662621FA8}"/>
          </ac:spMkLst>
        </pc:spChg>
        <pc:spChg chg="mod">
          <ac:chgData name="Mahmoud Salem" userId="7bf24d79-5b67-4251-b831-92e5f8c9b05a" providerId="ADAL" clId="{D71FA534-3898-4413-9294-5564A9E3DCAA}" dt="2023-11-08T03:24:07.911" v="1380" actId="20577"/>
          <ac:spMkLst>
            <pc:docMk/>
            <pc:sldMk cId="3901031721" sldId="362"/>
            <ac:spMk id="3" creationId="{D181CA09-8438-B9E5-B30E-70602DC00461}"/>
          </ac:spMkLst>
        </pc:spChg>
      </pc:sldChg>
      <pc:sldChg chg="addSp delSp modSp new mod setBg modClrScheme chgLayout">
        <pc:chgData name="Mahmoud Salem" userId="7bf24d79-5b67-4251-b831-92e5f8c9b05a" providerId="ADAL" clId="{D71FA534-3898-4413-9294-5564A9E3DCAA}" dt="2023-11-08T03:37:40.052" v="2333" actId="478"/>
        <pc:sldMkLst>
          <pc:docMk/>
          <pc:sldMk cId="3616125547" sldId="363"/>
        </pc:sldMkLst>
        <pc:spChg chg="del mod ord">
          <ac:chgData name="Mahmoud Salem" userId="7bf24d79-5b67-4251-b831-92e5f8c9b05a" providerId="ADAL" clId="{D71FA534-3898-4413-9294-5564A9E3DCAA}" dt="2023-11-08T03:37:02.402" v="2299" actId="700"/>
          <ac:spMkLst>
            <pc:docMk/>
            <pc:sldMk cId="3616125547" sldId="363"/>
            <ac:spMk id="2" creationId="{3C7D9927-D901-B3E1-7579-0EAB3AB6130D}"/>
          </ac:spMkLst>
        </pc:spChg>
        <pc:spChg chg="del mod ord">
          <ac:chgData name="Mahmoud Salem" userId="7bf24d79-5b67-4251-b831-92e5f8c9b05a" providerId="ADAL" clId="{D71FA534-3898-4413-9294-5564A9E3DCAA}" dt="2023-11-08T03:37:02.402" v="2299" actId="700"/>
          <ac:spMkLst>
            <pc:docMk/>
            <pc:sldMk cId="3616125547" sldId="363"/>
            <ac:spMk id="3" creationId="{881CE4EA-B792-ACBC-71FC-9BA5F2223EA7}"/>
          </ac:spMkLst>
        </pc:spChg>
        <pc:spChg chg="del">
          <ac:chgData name="Mahmoud Salem" userId="7bf24d79-5b67-4251-b831-92e5f8c9b05a" providerId="ADAL" clId="{D71FA534-3898-4413-9294-5564A9E3DCAA}" dt="2023-11-08T03:37:02.402" v="2299" actId="700"/>
          <ac:spMkLst>
            <pc:docMk/>
            <pc:sldMk cId="3616125547" sldId="363"/>
            <ac:spMk id="4" creationId="{AD154E70-F03E-B8B1-1013-956E5BA9550E}"/>
          </ac:spMkLst>
        </pc:spChg>
        <pc:spChg chg="del">
          <ac:chgData name="Mahmoud Salem" userId="7bf24d79-5b67-4251-b831-92e5f8c9b05a" providerId="ADAL" clId="{D71FA534-3898-4413-9294-5564A9E3DCAA}" dt="2023-11-08T03:37:02.402" v="2299" actId="700"/>
          <ac:spMkLst>
            <pc:docMk/>
            <pc:sldMk cId="3616125547" sldId="363"/>
            <ac:spMk id="5" creationId="{66131505-5A27-EE57-97F2-7CAAE3F7A354}"/>
          </ac:spMkLst>
        </pc:spChg>
        <pc:spChg chg="del">
          <ac:chgData name="Mahmoud Salem" userId="7bf24d79-5b67-4251-b831-92e5f8c9b05a" providerId="ADAL" clId="{D71FA534-3898-4413-9294-5564A9E3DCAA}" dt="2023-11-08T03:37:02.402" v="2299" actId="700"/>
          <ac:spMkLst>
            <pc:docMk/>
            <pc:sldMk cId="3616125547" sldId="363"/>
            <ac:spMk id="6" creationId="{1A157662-61EC-2D2A-FE83-2CAC7E592700}"/>
          </ac:spMkLst>
        </pc:spChg>
        <pc:spChg chg="add mod ord">
          <ac:chgData name="Mahmoud Salem" userId="7bf24d79-5b67-4251-b831-92e5f8c9b05a" providerId="ADAL" clId="{D71FA534-3898-4413-9294-5564A9E3DCAA}" dt="2023-11-08T03:37:31.542" v="2329" actId="26606"/>
          <ac:spMkLst>
            <pc:docMk/>
            <pc:sldMk cId="3616125547" sldId="363"/>
            <ac:spMk id="7" creationId="{1D27F689-0869-8B9C-EC68-6BA656CCEE9A}"/>
          </ac:spMkLst>
        </pc:spChg>
        <pc:spChg chg="add del mod ord">
          <ac:chgData name="Mahmoud Salem" userId="7bf24d79-5b67-4251-b831-92e5f8c9b05a" providerId="ADAL" clId="{D71FA534-3898-4413-9294-5564A9E3DCAA}" dt="2023-11-08T03:37:40.052" v="2333" actId="478"/>
          <ac:spMkLst>
            <pc:docMk/>
            <pc:sldMk cId="3616125547" sldId="363"/>
            <ac:spMk id="8" creationId="{68E0FA82-0CD3-00D8-9026-D3EAAF069E9E}"/>
          </ac:spMkLst>
        </pc:spChg>
        <pc:grpChg chg="add">
          <ac:chgData name="Mahmoud Salem" userId="7bf24d79-5b67-4251-b831-92e5f8c9b05a" providerId="ADAL" clId="{D71FA534-3898-4413-9294-5564A9E3DCAA}" dt="2023-11-08T03:37:31.542" v="2329" actId="26606"/>
          <ac:grpSpMkLst>
            <pc:docMk/>
            <pc:sldMk cId="3616125547" sldId="363"/>
            <ac:grpSpMk id="15" creationId="{03C6F4E6-30A1-4F63-C8CC-028750B5AACD}"/>
          </ac:grpSpMkLst>
        </pc:grpChg>
        <pc:picChg chg="add mod">
          <ac:chgData name="Mahmoud Salem" userId="7bf24d79-5b67-4251-b831-92e5f8c9b05a" providerId="ADAL" clId="{D71FA534-3898-4413-9294-5564A9E3DCAA}" dt="2023-11-08T03:37:37.550" v="2332" actId="1076"/>
          <ac:picMkLst>
            <pc:docMk/>
            <pc:sldMk cId="3616125547" sldId="363"/>
            <ac:picMk id="12" creationId="{C7E83167-92E5-13C0-1428-57CE44342EEC}"/>
          </ac:picMkLst>
        </pc:picChg>
      </pc:sldChg>
      <pc:sldChg chg="modSp new mod ord">
        <pc:chgData name="Mahmoud Salem" userId="7bf24d79-5b67-4251-b831-92e5f8c9b05a" providerId="ADAL" clId="{D71FA534-3898-4413-9294-5564A9E3DCAA}" dt="2023-11-08T03:41:33.979" v="2697" actId="20577"/>
        <pc:sldMkLst>
          <pc:docMk/>
          <pc:sldMk cId="2509557343" sldId="364"/>
        </pc:sldMkLst>
        <pc:spChg chg="mod">
          <ac:chgData name="Mahmoud Salem" userId="7bf24d79-5b67-4251-b831-92e5f8c9b05a" providerId="ADAL" clId="{D71FA534-3898-4413-9294-5564A9E3DCAA}" dt="2023-11-08T03:40:13.327" v="2367" actId="20577"/>
          <ac:spMkLst>
            <pc:docMk/>
            <pc:sldMk cId="2509557343" sldId="364"/>
            <ac:spMk id="2" creationId="{592E1A93-51AA-BC26-42B7-765D3CCD10A5}"/>
          </ac:spMkLst>
        </pc:spChg>
        <pc:spChg chg="mod">
          <ac:chgData name="Mahmoud Salem" userId="7bf24d79-5b67-4251-b831-92e5f8c9b05a" providerId="ADAL" clId="{D71FA534-3898-4413-9294-5564A9E3DCAA}" dt="2023-11-08T03:41:33.979" v="2697" actId="20577"/>
          <ac:spMkLst>
            <pc:docMk/>
            <pc:sldMk cId="2509557343" sldId="364"/>
            <ac:spMk id="3" creationId="{779AB00E-76D1-393F-86D2-003FDD1CD650}"/>
          </ac:spMkLst>
        </pc:spChg>
      </pc:sldChg>
      <pc:sldChg chg="modSp new mod">
        <pc:chgData name="Mahmoud Salem" userId="7bf24d79-5b67-4251-b831-92e5f8c9b05a" providerId="ADAL" clId="{D71FA534-3898-4413-9294-5564A9E3DCAA}" dt="2023-11-08T03:42:37.118" v="2779" actId="20577"/>
        <pc:sldMkLst>
          <pc:docMk/>
          <pc:sldMk cId="398848567" sldId="365"/>
        </pc:sldMkLst>
        <pc:spChg chg="mod">
          <ac:chgData name="Mahmoud Salem" userId="7bf24d79-5b67-4251-b831-92e5f8c9b05a" providerId="ADAL" clId="{D71FA534-3898-4413-9294-5564A9E3DCAA}" dt="2023-11-08T03:42:37.118" v="2779" actId="20577"/>
          <ac:spMkLst>
            <pc:docMk/>
            <pc:sldMk cId="398848567" sldId="365"/>
            <ac:spMk id="2" creationId="{9424CAFA-ED29-B5B4-F0B0-76613269F22E}"/>
          </ac:spMkLst>
        </pc:spChg>
      </pc:sldChg>
    </pc:docChg>
  </pc:docChgLst>
  <pc:docChgLst>
    <pc:chgData name="Mahmoud Salem" userId="7bf24d79-5b67-4251-b831-92e5f8c9b05a" providerId="ADAL" clId="{8591116C-ADAE-4C36-8081-B9D9A2116E53}"/>
    <pc:docChg chg="undo custSel addSld delSld modSld sldOrd">
      <pc:chgData name="Mahmoud Salem" userId="7bf24d79-5b67-4251-b831-92e5f8c9b05a" providerId="ADAL" clId="{8591116C-ADAE-4C36-8081-B9D9A2116E53}" dt="2023-10-04T03:03:49.586" v="805" actId="26606"/>
      <pc:docMkLst>
        <pc:docMk/>
      </pc:docMkLst>
      <pc:sldChg chg="del">
        <pc:chgData name="Mahmoud Salem" userId="7bf24d79-5b67-4251-b831-92e5f8c9b05a" providerId="ADAL" clId="{8591116C-ADAE-4C36-8081-B9D9A2116E53}" dt="2023-10-02T03:21:05.863" v="9" actId="47"/>
        <pc:sldMkLst>
          <pc:docMk/>
          <pc:sldMk cId="4262868419" sldId="256"/>
        </pc:sldMkLst>
      </pc:sldChg>
      <pc:sldChg chg="add">
        <pc:chgData name="Mahmoud Salem" userId="7bf24d79-5b67-4251-b831-92e5f8c9b05a" providerId="ADAL" clId="{8591116C-ADAE-4C36-8081-B9D9A2116E53}" dt="2023-10-02T03:21:01.812" v="1"/>
        <pc:sldMkLst>
          <pc:docMk/>
          <pc:sldMk cId="1440558978" sldId="257"/>
        </pc:sldMkLst>
      </pc:sldChg>
      <pc:sldChg chg="modSp add del mod">
        <pc:chgData name="Mahmoud Salem" userId="7bf24d79-5b67-4251-b831-92e5f8c9b05a" providerId="ADAL" clId="{8591116C-ADAE-4C36-8081-B9D9A2116E53}" dt="2023-10-02T03:36:02.156" v="205" actId="47"/>
        <pc:sldMkLst>
          <pc:docMk/>
          <pc:sldMk cId="3657133794" sldId="258"/>
        </pc:sldMkLst>
        <pc:spChg chg="mod">
          <ac:chgData name="Mahmoud Salem" userId="7bf24d79-5b67-4251-b831-92e5f8c9b05a" providerId="ADAL" clId="{8591116C-ADAE-4C36-8081-B9D9A2116E53}" dt="2023-10-02T03:21:01.928" v="2" actId="27636"/>
          <ac:spMkLst>
            <pc:docMk/>
            <pc:sldMk cId="3657133794" sldId="258"/>
            <ac:spMk id="3" creationId="{C1E9B759-5A3D-BA1D-F1A0-2B380C098879}"/>
          </ac:spMkLst>
        </pc:spChg>
      </pc:sldChg>
      <pc:sldChg chg="del">
        <pc:chgData name="Mahmoud Salem" userId="7bf24d79-5b67-4251-b831-92e5f8c9b05a" providerId="ADAL" clId="{8591116C-ADAE-4C36-8081-B9D9A2116E53}" dt="2023-10-02T03:20:39.975" v="0" actId="47"/>
        <pc:sldMkLst>
          <pc:docMk/>
          <pc:sldMk cId="4262167541" sldId="258"/>
        </pc:sldMkLst>
      </pc:sldChg>
      <pc:sldChg chg="del">
        <pc:chgData name="Mahmoud Salem" userId="7bf24d79-5b67-4251-b831-92e5f8c9b05a" providerId="ADAL" clId="{8591116C-ADAE-4C36-8081-B9D9A2116E53}" dt="2023-10-02T03:20:39.975" v="0" actId="47"/>
        <pc:sldMkLst>
          <pc:docMk/>
          <pc:sldMk cId="3092698901" sldId="259"/>
        </pc:sldMkLst>
      </pc:sldChg>
      <pc:sldChg chg="add">
        <pc:chgData name="Mahmoud Salem" userId="7bf24d79-5b67-4251-b831-92e5f8c9b05a" providerId="ADAL" clId="{8591116C-ADAE-4C36-8081-B9D9A2116E53}" dt="2023-10-02T03:21:01.812" v="1"/>
        <pc:sldMkLst>
          <pc:docMk/>
          <pc:sldMk cId="4262167541" sldId="259"/>
        </pc:sldMkLst>
      </pc:sldChg>
      <pc:sldChg chg="del">
        <pc:chgData name="Mahmoud Salem" userId="7bf24d79-5b67-4251-b831-92e5f8c9b05a" providerId="ADAL" clId="{8591116C-ADAE-4C36-8081-B9D9A2116E53}" dt="2023-10-02T03:20:39.975" v="0" actId="47"/>
        <pc:sldMkLst>
          <pc:docMk/>
          <pc:sldMk cId="3421971578" sldId="265"/>
        </pc:sldMkLst>
      </pc:sldChg>
      <pc:sldChg chg="addSp delSp modSp add del mod chgLayout">
        <pc:chgData name="Mahmoud Salem" userId="7bf24d79-5b67-4251-b831-92e5f8c9b05a" providerId="ADAL" clId="{8591116C-ADAE-4C36-8081-B9D9A2116E53}" dt="2023-10-02T03:36:08.650" v="206" actId="6264"/>
        <pc:sldMkLst>
          <pc:docMk/>
          <pc:sldMk cId="177477495" sldId="285"/>
        </pc:sldMkLst>
        <pc:spChg chg="mod ord">
          <ac:chgData name="Mahmoud Salem" userId="7bf24d79-5b67-4251-b831-92e5f8c9b05a" providerId="ADAL" clId="{8591116C-ADAE-4C36-8081-B9D9A2116E53}" dt="2023-10-02T03:36:08.650" v="206" actId="6264"/>
          <ac:spMkLst>
            <pc:docMk/>
            <pc:sldMk cId="177477495" sldId="285"/>
            <ac:spMk id="2" creationId="{E777E4B0-E03F-4F02-BDFE-7A4C6DA29131}"/>
          </ac:spMkLst>
        </pc:spChg>
        <pc:spChg chg="mod ord">
          <ac:chgData name="Mahmoud Salem" userId="7bf24d79-5b67-4251-b831-92e5f8c9b05a" providerId="ADAL" clId="{8591116C-ADAE-4C36-8081-B9D9A2116E53}" dt="2023-10-02T03:36:08.650" v="206" actId="6264"/>
          <ac:spMkLst>
            <pc:docMk/>
            <pc:sldMk cId="177477495" sldId="285"/>
            <ac:spMk id="3" creationId="{F3005794-BF65-410E-9225-F34791DBC010}"/>
          </ac:spMkLst>
        </pc:spChg>
        <pc:spChg chg="mod ord">
          <ac:chgData name="Mahmoud Salem" userId="7bf24d79-5b67-4251-b831-92e5f8c9b05a" providerId="ADAL" clId="{8591116C-ADAE-4C36-8081-B9D9A2116E53}" dt="2023-10-02T03:36:08.650" v="206" actId="6264"/>
          <ac:spMkLst>
            <pc:docMk/>
            <pc:sldMk cId="177477495" sldId="285"/>
            <ac:spMk id="4" creationId="{4E14A3A2-0881-4AA2-B724-688DC4391366}"/>
          </ac:spMkLst>
        </pc:spChg>
        <pc:spChg chg="add del mod">
          <ac:chgData name="Mahmoud Salem" userId="7bf24d79-5b67-4251-b831-92e5f8c9b05a" providerId="ADAL" clId="{8591116C-ADAE-4C36-8081-B9D9A2116E53}" dt="2023-10-02T03:36:08.650" v="206" actId="6264"/>
          <ac:spMkLst>
            <pc:docMk/>
            <pc:sldMk cId="177477495" sldId="285"/>
            <ac:spMk id="5" creationId="{E3406A22-8D28-66F1-1F2F-61800BB8527D}"/>
          </ac:spMkLst>
        </pc:spChg>
        <pc:spChg chg="add del mod">
          <ac:chgData name="Mahmoud Salem" userId="7bf24d79-5b67-4251-b831-92e5f8c9b05a" providerId="ADAL" clId="{8591116C-ADAE-4C36-8081-B9D9A2116E53}" dt="2023-10-02T03:36:08.650" v="206" actId="6264"/>
          <ac:spMkLst>
            <pc:docMk/>
            <pc:sldMk cId="177477495" sldId="285"/>
            <ac:spMk id="6" creationId="{BCB989B0-D1BC-DDB1-EF6B-C854D2BBBDD7}"/>
          </ac:spMkLst>
        </pc:spChg>
      </pc:sldChg>
      <pc:sldChg chg="del">
        <pc:chgData name="Mahmoud Salem" userId="7bf24d79-5b67-4251-b831-92e5f8c9b05a" providerId="ADAL" clId="{8591116C-ADAE-4C36-8081-B9D9A2116E53}" dt="2023-10-02T03:20:39.975" v="0" actId="47"/>
        <pc:sldMkLst>
          <pc:docMk/>
          <pc:sldMk cId="2642769082" sldId="286"/>
        </pc:sldMkLst>
      </pc:sldChg>
      <pc:sldChg chg="add del">
        <pc:chgData name="Mahmoud Salem" userId="7bf24d79-5b67-4251-b831-92e5f8c9b05a" providerId="ADAL" clId="{8591116C-ADAE-4C36-8081-B9D9A2116E53}" dt="2023-10-02T03:21:01.812" v="1"/>
        <pc:sldMkLst>
          <pc:docMk/>
          <pc:sldMk cId="1526657781" sldId="288"/>
        </pc:sldMkLst>
      </pc:sldChg>
      <pc:sldChg chg="addSp delSp modSp add del mod chgLayout">
        <pc:chgData name="Mahmoud Salem" userId="7bf24d79-5b67-4251-b831-92e5f8c9b05a" providerId="ADAL" clId="{8591116C-ADAE-4C36-8081-B9D9A2116E53}" dt="2023-10-02T03:38:13.548" v="231" actId="27636"/>
        <pc:sldMkLst>
          <pc:docMk/>
          <pc:sldMk cId="4002250383" sldId="292"/>
        </pc:sldMkLst>
        <pc:spChg chg="mod ord">
          <ac:chgData name="Mahmoud Salem" userId="7bf24d79-5b67-4251-b831-92e5f8c9b05a" providerId="ADAL" clId="{8591116C-ADAE-4C36-8081-B9D9A2116E53}" dt="2023-10-02T03:38:13.536" v="230" actId="6264"/>
          <ac:spMkLst>
            <pc:docMk/>
            <pc:sldMk cId="4002250383" sldId="292"/>
            <ac:spMk id="2" creationId="{C23F65B8-D81E-A1FD-0F11-29279744247E}"/>
          </ac:spMkLst>
        </pc:spChg>
        <pc:spChg chg="mod ord">
          <ac:chgData name="Mahmoud Salem" userId="7bf24d79-5b67-4251-b831-92e5f8c9b05a" providerId="ADAL" clId="{8591116C-ADAE-4C36-8081-B9D9A2116E53}" dt="2023-10-02T03:38:13.536" v="230" actId="6264"/>
          <ac:spMkLst>
            <pc:docMk/>
            <pc:sldMk cId="4002250383" sldId="292"/>
            <ac:spMk id="3" creationId="{9C44EA3A-4FC0-26F8-04DB-3710AD0DCDB0}"/>
          </ac:spMkLst>
        </pc:spChg>
        <pc:spChg chg="mod ord">
          <ac:chgData name="Mahmoud Salem" userId="7bf24d79-5b67-4251-b831-92e5f8c9b05a" providerId="ADAL" clId="{8591116C-ADAE-4C36-8081-B9D9A2116E53}" dt="2023-10-02T03:38:13.536" v="230" actId="6264"/>
          <ac:spMkLst>
            <pc:docMk/>
            <pc:sldMk cId="4002250383" sldId="292"/>
            <ac:spMk id="4" creationId="{8CA29608-CD7B-E64B-9D21-99DE13767C4C}"/>
          </ac:spMkLst>
        </pc:spChg>
        <pc:spChg chg="mod ord">
          <ac:chgData name="Mahmoud Salem" userId="7bf24d79-5b67-4251-b831-92e5f8c9b05a" providerId="ADAL" clId="{8591116C-ADAE-4C36-8081-B9D9A2116E53}" dt="2023-10-02T03:38:13.536" v="230" actId="6264"/>
          <ac:spMkLst>
            <pc:docMk/>
            <pc:sldMk cId="4002250383" sldId="292"/>
            <ac:spMk id="5" creationId="{817C7663-BC39-8EA7-ACDF-6FB741949DEC}"/>
          </ac:spMkLst>
        </pc:spChg>
        <pc:spChg chg="mod ord">
          <ac:chgData name="Mahmoud Salem" userId="7bf24d79-5b67-4251-b831-92e5f8c9b05a" providerId="ADAL" clId="{8591116C-ADAE-4C36-8081-B9D9A2116E53}" dt="2023-10-02T03:38:13.548" v="231" actId="27636"/>
          <ac:spMkLst>
            <pc:docMk/>
            <pc:sldMk cId="4002250383" sldId="292"/>
            <ac:spMk id="6" creationId="{22F0562F-2239-EA49-7958-4244E2F22DB8}"/>
          </ac:spMkLst>
        </pc:spChg>
        <pc:spChg chg="add del mod">
          <ac:chgData name="Mahmoud Salem" userId="7bf24d79-5b67-4251-b831-92e5f8c9b05a" providerId="ADAL" clId="{8591116C-ADAE-4C36-8081-B9D9A2116E53}" dt="2023-10-02T03:38:13.536" v="230" actId="6264"/>
          <ac:spMkLst>
            <pc:docMk/>
            <pc:sldMk cId="4002250383" sldId="292"/>
            <ac:spMk id="7" creationId="{32A5BB70-42BE-7AA8-63E4-ACAA926E1ECA}"/>
          </ac:spMkLst>
        </pc:spChg>
        <pc:spChg chg="add del mod">
          <ac:chgData name="Mahmoud Salem" userId="7bf24d79-5b67-4251-b831-92e5f8c9b05a" providerId="ADAL" clId="{8591116C-ADAE-4C36-8081-B9D9A2116E53}" dt="2023-10-02T03:38:13.536" v="230" actId="6264"/>
          <ac:spMkLst>
            <pc:docMk/>
            <pc:sldMk cId="4002250383" sldId="292"/>
            <ac:spMk id="8" creationId="{F7BE4B76-B5AB-5904-019E-4F6822D33637}"/>
          </ac:spMkLst>
        </pc:spChg>
        <pc:spChg chg="add del mod">
          <ac:chgData name="Mahmoud Salem" userId="7bf24d79-5b67-4251-b831-92e5f8c9b05a" providerId="ADAL" clId="{8591116C-ADAE-4C36-8081-B9D9A2116E53}" dt="2023-10-02T03:38:13.536" v="230" actId="6264"/>
          <ac:spMkLst>
            <pc:docMk/>
            <pc:sldMk cId="4002250383" sldId="292"/>
            <ac:spMk id="9" creationId="{36331C72-D5BB-71DB-617F-22D62FE6FA4D}"/>
          </ac:spMkLst>
        </pc:spChg>
        <pc:spChg chg="add del mod">
          <ac:chgData name="Mahmoud Salem" userId="7bf24d79-5b67-4251-b831-92e5f8c9b05a" providerId="ADAL" clId="{8591116C-ADAE-4C36-8081-B9D9A2116E53}" dt="2023-10-02T03:38:13.536" v="230" actId="6264"/>
          <ac:spMkLst>
            <pc:docMk/>
            <pc:sldMk cId="4002250383" sldId="292"/>
            <ac:spMk id="10" creationId="{304A8D0A-CDDD-3813-18BE-CEC0EEFF4018}"/>
          </ac:spMkLst>
        </pc:spChg>
        <pc:spChg chg="add del mod">
          <ac:chgData name="Mahmoud Salem" userId="7bf24d79-5b67-4251-b831-92e5f8c9b05a" providerId="ADAL" clId="{8591116C-ADAE-4C36-8081-B9D9A2116E53}" dt="2023-10-02T03:38:13.536" v="230" actId="6264"/>
          <ac:spMkLst>
            <pc:docMk/>
            <pc:sldMk cId="4002250383" sldId="292"/>
            <ac:spMk id="11" creationId="{C9B895FD-07F6-0C4F-95C3-864CC89EF2E9}"/>
          </ac:spMkLst>
        </pc:spChg>
      </pc:sldChg>
      <pc:sldChg chg="del">
        <pc:chgData name="Mahmoud Salem" userId="7bf24d79-5b67-4251-b831-92e5f8c9b05a" providerId="ADAL" clId="{8591116C-ADAE-4C36-8081-B9D9A2116E53}" dt="2023-10-02T03:20:39.975" v="0" actId="47"/>
        <pc:sldMkLst>
          <pc:docMk/>
          <pc:sldMk cId="2698832496" sldId="303"/>
        </pc:sldMkLst>
      </pc:sldChg>
      <pc:sldChg chg="add del">
        <pc:chgData name="Mahmoud Salem" userId="7bf24d79-5b67-4251-b831-92e5f8c9b05a" providerId="ADAL" clId="{8591116C-ADAE-4C36-8081-B9D9A2116E53}" dt="2023-10-02T03:21:01.812" v="1"/>
        <pc:sldMkLst>
          <pc:docMk/>
          <pc:sldMk cId="2659362190" sldId="304"/>
        </pc:sldMkLst>
      </pc:sldChg>
      <pc:sldChg chg="add del">
        <pc:chgData name="Mahmoud Salem" userId="7bf24d79-5b67-4251-b831-92e5f8c9b05a" providerId="ADAL" clId="{8591116C-ADAE-4C36-8081-B9D9A2116E53}" dt="2023-10-02T03:21:30.221" v="10" actId="47"/>
        <pc:sldMkLst>
          <pc:docMk/>
          <pc:sldMk cId="3131034003" sldId="305"/>
        </pc:sldMkLst>
      </pc:sldChg>
      <pc:sldChg chg="del">
        <pc:chgData name="Mahmoud Salem" userId="7bf24d79-5b67-4251-b831-92e5f8c9b05a" providerId="ADAL" clId="{8591116C-ADAE-4C36-8081-B9D9A2116E53}" dt="2023-10-02T03:20:39.975" v="0" actId="47"/>
        <pc:sldMkLst>
          <pc:docMk/>
          <pc:sldMk cId="88500231" sldId="306"/>
        </pc:sldMkLst>
      </pc:sldChg>
      <pc:sldChg chg="delSp modSp add del mod modClrScheme chgLayout">
        <pc:chgData name="Mahmoud Salem" userId="7bf24d79-5b67-4251-b831-92e5f8c9b05a" providerId="ADAL" clId="{8591116C-ADAE-4C36-8081-B9D9A2116E53}" dt="2023-10-02T03:39:37.696" v="251" actId="700"/>
        <pc:sldMkLst>
          <pc:docMk/>
          <pc:sldMk cId="3432756018" sldId="310"/>
        </pc:sldMkLst>
        <pc:spChg chg="mod ord">
          <ac:chgData name="Mahmoud Salem" userId="7bf24d79-5b67-4251-b831-92e5f8c9b05a" providerId="ADAL" clId="{8591116C-ADAE-4C36-8081-B9D9A2116E53}" dt="2023-10-02T03:39:37.696" v="251" actId="700"/>
          <ac:spMkLst>
            <pc:docMk/>
            <pc:sldMk cId="3432756018" sldId="310"/>
            <ac:spMk id="2" creationId="{C23F65B8-D81E-A1FD-0F11-29279744247E}"/>
          </ac:spMkLst>
        </pc:spChg>
        <pc:spChg chg="del mod">
          <ac:chgData name="Mahmoud Salem" userId="7bf24d79-5b67-4251-b831-92e5f8c9b05a" providerId="ADAL" clId="{8591116C-ADAE-4C36-8081-B9D9A2116E53}" dt="2023-10-02T03:39:35.002" v="250" actId="478"/>
          <ac:spMkLst>
            <pc:docMk/>
            <pc:sldMk cId="3432756018" sldId="310"/>
            <ac:spMk id="3" creationId="{9C44EA3A-4FC0-26F8-04DB-3710AD0DCDB0}"/>
          </ac:spMkLst>
        </pc:spChg>
        <pc:spChg chg="mod ord">
          <ac:chgData name="Mahmoud Salem" userId="7bf24d79-5b67-4251-b831-92e5f8c9b05a" providerId="ADAL" clId="{8591116C-ADAE-4C36-8081-B9D9A2116E53}" dt="2023-10-02T03:39:37.696" v="251" actId="700"/>
          <ac:spMkLst>
            <pc:docMk/>
            <pc:sldMk cId="3432756018" sldId="310"/>
            <ac:spMk id="4" creationId="{8CA29608-CD7B-E64B-9D21-99DE13767C4C}"/>
          </ac:spMkLst>
        </pc:spChg>
      </pc:sldChg>
      <pc:sldChg chg="delSp modSp add del mod modClrScheme chgLayout">
        <pc:chgData name="Mahmoud Salem" userId="7bf24d79-5b67-4251-b831-92e5f8c9b05a" providerId="ADAL" clId="{8591116C-ADAE-4C36-8081-B9D9A2116E53}" dt="2023-10-02T03:40:11.344" v="270" actId="700"/>
        <pc:sldMkLst>
          <pc:docMk/>
          <pc:sldMk cId="3649372750" sldId="311"/>
        </pc:sldMkLst>
        <pc:spChg chg="mod ord">
          <ac:chgData name="Mahmoud Salem" userId="7bf24d79-5b67-4251-b831-92e5f8c9b05a" providerId="ADAL" clId="{8591116C-ADAE-4C36-8081-B9D9A2116E53}" dt="2023-10-02T03:40:11.344" v="270" actId="700"/>
          <ac:spMkLst>
            <pc:docMk/>
            <pc:sldMk cId="3649372750" sldId="311"/>
            <ac:spMk id="2" creationId="{C23F65B8-D81E-A1FD-0F11-29279744247E}"/>
          </ac:spMkLst>
        </pc:spChg>
        <pc:spChg chg="del mod">
          <ac:chgData name="Mahmoud Salem" userId="7bf24d79-5b67-4251-b831-92e5f8c9b05a" providerId="ADAL" clId="{8591116C-ADAE-4C36-8081-B9D9A2116E53}" dt="2023-10-02T03:40:02.820" v="261" actId="478"/>
          <ac:spMkLst>
            <pc:docMk/>
            <pc:sldMk cId="3649372750" sldId="311"/>
            <ac:spMk id="3" creationId="{9C44EA3A-4FC0-26F8-04DB-3710AD0DCDB0}"/>
          </ac:spMkLst>
        </pc:spChg>
        <pc:spChg chg="mod ord">
          <ac:chgData name="Mahmoud Salem" userId="7bf24d79-5b67-4251-b831-92e5f8c9b05a" providerId="ADAL" clId="{8591116C-ADAE-4C36-8081-B9D9A2116E53}" dt="2023-10-02T03:40:11.344" v="270" actId="700"/>
          <ac:spMkLst>
            <pc:docMk/>
            <pc:sldMk cId="3649372750" sldId="311"/>
            <ac:spMk id="4" creationId="{8CA29608-CD7B-E64B-9D21-99DE13767C4C}"/>
          </ac:spMkLst>
        </pc:spChg>
      </pc:sldChg>
      <pc:sldChg chg="addSp delSp modSp add del mod modClrScheme chgLayout">
        <pc:chgData name="Mahmoud Salem" userId="7bf24d79-5b67-4251-b831-92e5f8c9b05a" providerId="ADAL" clId="{8591116C-ADAE-4C36-8081-B9D9A2116E53}" dt="2023-10-02T03:40:40.738" v="293" actId="478"/>
        <pc:sldMkLst>
          <pc:docMk/>
          <pc:sldMk cId="4055777899" sldId="312"/>
        </pc:sldMkLst>
        <pc:spChg chg="mod ord">
          <ac:chgData name="Mahmoud Salem" userId="7bf24d79-5b67-4251-b831-92e5f8c9b05a" providerId="ADAL" clId="{8591116C-ADAE-4C36-8081-B9D9A2116E53}" dt="2023-10-02T03:40:38.192" v="292" actId="700"/>
          <ac:spMkLst>
            <pc:docMk/>
            <pc:sldMk cId="4055777899" sldId="312"/>
            <ac:spMk id="2" creationId="{C23F65B8-D81E-A1FD-0F11-29279744247E}"/>
          </ac:spMkLst>
        </pc:spChg>
        <pc:spChg chg="del mod ord">
          <ac:chgData name="Mahmoud Salem" userId="7bf24d79-5b67-4251-b831-92e5f8c9b05a" providerId="ADAL" clId="{8591116C-ADAE-4C36-8081-B9D9A2116E53}" dt="2023-10-02T03:40:40.738" v="293" actId="478"/>
          <ac:spMkLst>
            <pc:docMk/>
            <pc:sldMk cId="4055777899" sldId="312"/>
            <ac:spMk id="3" creationId="{9C44EA3A-4FC0-26F8-04DB-3710AD0DCDB0}"/>
          </ac:spMkLst>
        </pc:spChg>
        <pc:spChg chg="mod ord">
          <ac:chgData name="Mahmoud Salem" userId="7bf24d79-5b67-4251-b831-92e5f8c9b05a" providerId="ADAL" clId="{8591116C-ADAE-4C36-8081-B9D9A2116E53}" dt="2023-10-02T03:40:38.192" v="292" actId="700"/>
          <ac:spMkLst>
            <pc:docMk/>
            <pc:sldMk cId="4055777899" sldId="312"/>
            <ac:spMk id="4" creationId="{8CA29608-CD7B-E64B-9D21-99DE13767C4C}"/>
          </ac:spMkLst>
        </pc:spChg>
        <pc:spChg chg="add del mod">
          <ac:chgData name="Mahmoud Salem" userId="7bf24d79-5b67-4251-b831-92e5f8c9b05a" providerId="ADAL" clId="{8591116C-ADAE-4C36-8081-B9D9A2116E53}" dt="2023-10-02T03:40:35.008" v="291" actId="6264"/>
          <ac:spMkLst>
            <pc:docMk/>
            <pc:sldMk cId="4055777899" sldId="312"/>
            <ac:spMk id="5" creationId="{AF266FB7-1810-463B-C862-0E9D8EBA3513}"/>
          </ac:spMkLst>
        </pc:spChg>
        <pc:spChg chg="add del mod">
          <ac:chgData name="Mahmoud Salem" userId="7bf24d79-5b67-4251-b831-92e5f8c9b05a" providerId="ADAL" clId="{8591116C-ADAE-4C36-8081-B9D9A2116E53}" dt="2023-10-02T03:40:35.008" v="291" actId="6264"/>
          <ac:spMkLst>
            <pc:docMk/>
            <pc:sldMk cId="4055777899" sldId="312"/>
            <ac:spMk id="6" creationId="{9B339064-DF2E-4CE9-6345-DDDCC511056E}"/>
          </ac:spMkLst>
        </pc:spChg>
        <pc:spChg chg="add del mod">
          <ac:chgData name="Mahmoud Salem" userId="7bf24d79-5b67-4251-b831-92e5f8c9b05a" providerId="ADAL" clId="{8591116C-ADAE-4C36-8081-B9D9A2116E53}" dt="2023-10-02T03:40:35.008" v="291" actId="6264"/>
          <ac:spMkLst>
            <pc:docMk/>
            <pc:sldMk cId="4055777899" sldId="312"/>
            <ac:spMk id="7" creationId="{BC483ED7-D94B-4839-73CC-8E308A2FF941}"/>
          </ac:spMkLst>
        </pc:spChg>
        <pc:spChg chg="add del mod ord">
          <ac:chgData name="Mahmoud Salem" userId="7bf24d79-5b67-4251-b831-92e5f8c9b05a" providerId="ADAL" clId="{8591116C-ADAE-4C36-8081-B9D9A2116E53}" dt="2023-10-02T03:40:38.192" v="292" actId="700"/>
          <ac:spMkLst>
            <pc:docMk/>
            <pc:sldMk cId="4055777899" sldId="312"/>
            <ac:spMk id="8" creationId="{BF85DB7B-7D38-B6B0-9BF8-A6D3EB5A2AF8}"/>
          </ac:spMkLst>
        </pc:spChg>
        <pc:spChg chg="add del mod ord">
          <ac:chgData name="Mahmoud Salem" userId="7bf24d79-5b67-4251-b831-92e5f8c9b05a" providerId="ADAL" clId="{8591116C-ADAE-4C36-8081-B9D9A2116E53}" dt="2023-10-02T03:40:38.192" v="292" actId="700"/>
          <ac:spMkLst>
            <pc:docMk/>
            <pc:sldMk cId="4055777899" sldId="312"/>
            <ac:spMk id="9" creationId="{C7EEEFDC-7CC8-6C3F-5D43-6EFA1E216293}"/>
          </ac:spMkLst>
        </pc:spChg>
      </pc:sldChg>
      <pc:sldChg chg="del">
        <pc:chgData name="Mahmoud Salem" userId="7bf24d79-5b67-4251-b831-92e5f8c9b05a" providerId="ADAL" clId="{8591116C-ADAE-4C36-8081-B9D9A2116E53}" dt="2023-10-02T03:20:39.975" v="0" actId="47"/>
        <pc:sldMkLst>
          <pc:docMk/>
          <pc:sldMk cId="255561235" sldId="313"/>
        </pc:sldMkLst>
      </pc:sldChg>
      <pc:sldChg chg="del">
        <pc:chgData name="Mahmoud Salem" userId="7bf24d79-5b67-4251-b831-92e5f8c9b05a" providerId="ADAL" clId="{8591116C-ADAE-4C36-8081-B9D9A2116E53}" dt="2023-10-02T03:20:39.975" v="0" actId="47"/>
        <pc:sldMkLst>
          <pc:docMk/>
          <pc:sldMk cId="3628216652" sldId="314"/>
        </pc:sldMkLst>
      </pc:sldChg>
      <pc:sldChg chg="del">
        <pc:chgData name="Mahmoud Salem" userId="7bf24d79-5b67-4251-b831-92e5f8c9b05a" providerId="ADAL" clId="{8591116C-ADAE-4C36-8081-B9D9A2116E53}" dt="2023-10-02T03:20:39.975" v="0" actId="47"/>
        <pc:sldMkLst>
          <pc:docMk/>
          <pc:sldMk cId="3631799526" sldId="315"/>
        </pc:sldMkLst>
      </pc:sldChg>
      <pc:sldChg chg="del">
        <pc:chgData name="Mahmoud Salem" userId="7bf24d79-5b67-4251-b831-92e5f8c9b05a" providerId="ADAL" clId="{8591116C-ADAE-4C36-8081-B9D9A2116E53}" dt="2023-10-02T03:20:39.975" v="0" actId="47"/>
        <pc:sldMkLst>
          <pc:docMk/>
          <pc:sldMk cId="1732643823" sldId="316"/>
        </pc:sldMkLst>
      </pc:sldChg>
      <pc:sldChg chg="del">
        <pc:chgData name="Mahmoud Salem" userId="7bf24d79-5b67-4251-b831-92e5f8c9b05a" providerId="ADAL" clId="{8591116C-ADAE-4C36-8081-B9D9A2116E53}" dt="2023-10-02T03:20:39.975" v="0" actId="47"/>
        <pc:sldMkLst>
          <pc:docMk/>
          <pc:sldMk cId="2369142685" sldId="317"/>
        </pc:sldMkLst>
      </pc:sldChg>
      <pc:sldChg chg="del">
        <pc:chgData name="Mahmoud Salem" userId="7bf24d79-5b67-4251-b831-92e5f8c9b05a" providerId="ADAL" clId="{8591116C-ADAE-4C36-8081-B9D9A2116E53}" dt="2023-10-02T03:20:39.975" v="0" actId="47"/>
        <pc:sldMkLst>
          <pc:docMk/>
          <pc:sldMk cId="3462786754" sldId="318"/>
        </pc:sldMkLst>
      </pc:sldChg>
      <pc:sldChg chg="addSp delSp modSp add mod chgLayout">
        <pc:chgData name="Mahmoud Salem" userId="7bf24d79-5b67-4251-b831-92e5f8c9b05a" providerId="ADAL" clId="{8591116C-ADAE-4C36-8081-B9D9A2116E53}" dt="2023-10-02T03:36:33.897" v="210" actId="1076"/>
        <pc:sldMkLst>
          <pc:docMk/>
          <pc:sldMk cId="622156983" sldId="319"/>
        </pc:sldMkLst>
        <pc:spChg chg="add del mod">
          <ac:chgData name="Mahmoud Salem" userId="7bf24d79-5b67-4251-b831-92e5f8c9b05a" providerId="ADAL" clId="{8591116C-ADAE-4C36-8081-B9D9A2116E53}" dt="2023-10-02T03:36:25.489" v="207" actId="6264"/>
          <ac:spMkLst>
            <pc:docMk/>
            <pc:sldMk cId="622156983" sldId="319"/>
            <ac:spMk id="2" creationId="{82CDAB24-5F68-954E-3293-8339D08E1B11}"/>
          </ac:spMkLst>
        </pc:spChg>
        <pc:spChg chg="mod ord">
          <ac:chgData name="Mahmoud Salem" userId="7bf24d79-5b67-4251-b831-92e5f8c9b05a" providerId="ADAL" clId="{8591116C-ADAE-4C36-8081-B9D9A2116E53}" dt="2023-10-02T03:36:25.489" v="207" actId="6264"/>
          <ac:spMkLst>
            <pc:docMk/>
            <pc:sldMk cId="622156983" sldId="319"/>
            <ac:spMk id="4" creationId="{255D9737-72F6-FDFF-4BF1-2923D0BFA9A3}"/>
          </ac:spMkLst>
        </pc:spChg>
        <pc:picChg chg="mod">
          <ac:chgData name="Mahmoud Salem" userId="7bf24d79-5b67-4251-b831-92e5f8c9b05a" providerId="ADAL" clId="{8591116C-ADAE-4C36-8081-B9D9A2116E53}" dt="2023-10-02T03:36:33.897" v="210" actId="1076"/>
          <ac:picMkLst>
            <pc:docMk/>
            <pc:sldMk cId="622156983" sldId="319"/>
            <ac:picMk id="5" creationId="{E4AE5A74-44BB-AC7D-4582-4CB533F3B18A}"/>
          </ac:picMkLst>
        </pc:picChg>
      </pc:sldChg>
      <pc:sldChg chg="del">
        <pc:chgData name="Mahmoud Salem" userId="7bf24d79-5b67-4251-b831-92e5f8c9b05a" providerId="ADAL" clId="{8591116C-ADAE-4C36-8081-B9D9A2116E53}" dt="2023-10-02T03:20:39.975" v="0" actId="47"/>
        <pc:sldMkLst>
          <pc:docMk/>
          <pc:sldMk cId="3807408485" sldId="319"/>
        </pc:sldMkLst>
      </pc:sldChg>
      <pc:sldChg chg="addSp delSp modSp add mod modClrScheme chgLayout">
        <pc:chgData name="Mahmoud Salem" userId="7bf24d79-5b67-4251-b831-92e5f8c9b05a" providerId="ADAL" clId="{8591116C-ADAE-4C36-8081-B9D9A2116E53}" dt="2023-10-02T03:36:58.150" v="215"/>
        <pc:sldMkLst>
          <pc:docMk/>
          <pc:sldMk cId="3092698901" sldId="320"/>
        </pc:sldMkLst>
        <pc:spChg chg="mod ord">
          <ac:chgData name="Mahmoud Salem" userId="7bf24d79-5b67-4251-b831-92e5f8c9b05a" providerId="ADAL" clId="{8591116C-ADAE-4C36-8081-B9D9A2116E53}" dt="2023-10-02T03:36:58.150" v="215"/>
          <ac:spMkLst>
            <pc:docMk/>
            <pc:sldMk cId="3092698901" sldId="320"/>
            <ac:spMk id="2" creationId="{C23F65B8-D81E-A1FD-0F11-29279744247E}"/>
          </ac:spMkLst>
        </pc:spChg>
        <pc:spChg chg="del mod ord">
          <ac:chgData name="Mahmoud Salem" userId="7bf24d79-5b67-4251-b831-92e5f8c9b05a" providerId="ADAL" clId="{8591116C-ADAE-4C36-8081-B9D9A2116E53}" dt="2023-10-02T03:36:56.210" v="214" actId="478"/>
          <ac:spMkLst>
            <pc:docMk/>
            <pc:sldMk cId="3092698901" sldId="320"/>
            <ac:spMk id="3" creationId="{9C44EA3A-4FC0-26F8-04DB-3710AD0DCDB0}"/>
          </ac:spMkLst>
        </pc:spChg>
        <pc:spChg chg="mod ord">
          <ac:chgData name="Mahmoud Salem" userId="7bf24d79-5b67-4251-b831-92e5f8c9b05a" providerId="ADAL" clId="{8591116C-ADAE-4C36-8081-B9D9A2116E53}" dt="2023-10-02T03:36:45.328" v="212" actId="700"/>
          <ac:spMkLst>
            <pc:docMk/>
            <pc:sldMk cId="3092698901" sldId="320"/>
            <ac:spMk id="4" creationId="{8CA29608-CD7B-E64B-9D21-99DE13767C4C}"/>
          </ac:spMkLst>
        </pc:spChg>
        <pc:spChg chg="add del mod">
          <ac:chgData name="Mahmoud Salem" userId="7bf24d79-5b67-4251-b831-92e5f8c9b05a" providerId="ADAL" clId="{8591116C-ADAE-4C36-8081-B9D9A2116E53}" dt="2023-10-02T03:36:41.871" v="211" actId="6264"/>
          <ac:spMkLst>
            <pc:docMk/>
            <pc:sldMk cId="3092698901" sldId="320"/>
            <ac:spMk id="5" creationId="{41B6BAF2-6F0F-CF5B-FF12-9785F4B5AF4E}"/>
          </ac:spMkLst>
        </pc:spChg>
        <pc:spChg chg="add del mod">
          <ac:chgData name="Mahmoud Salem" userId="7bf24d79-5b67-4251-b831-92e5f8c9b05a" providerId="ADAL" clId="{8591116C-ADAE-4C36-8081-B9D9A2116E53}" dt="2023-10-02T03:36:41.871" v="211" actId="6264"/>
          <ac:spMkLst>
            <pc:docMk/>
            <pc:sldMk cId="3092698901" sldId="320"/>
            <ac:spMk id="6" creationId="{BF744371-2219-23BC-F126-52B0E5F12C22}"/>
          </ac:spMkLst>
        </pc:spChg>
        <pc:spChg chg="add del mod">
          <ac:chgData name="Mahmoud Salem" userId="7bf24d79-5b67-4251-b831-92e5f8c9b05a" providerId="ADAL" clId="{8591116C-ADAE-4C36-8081-B9D9A2116E53}" dt="2023-10-02T03:36:41.871" v="211" actId="6264"/>
          <ac:spMkLst>
            <pc:docMk/>
            <pc:sldMk cId="3092698901" sldId="320"/>
            <ac:spMk id="7" creationId="{0D75C127-4FE2-A41B-146D-2D08138ED385}"/>
          </ac:spMkLst>
        </pc:spChg>
        <pc:spChg chg="add del mod ord">
          <ac:chgData name="Mahmoud Salem" userId="7bf24d79-5b67-4251-b831-92e5f8c9b05a" providerId="ADAL" clId="{8591116C-ADAE-4C36-8081-B9D9A2116E53}" dt="2023-10-02T03:36:45.328" v="212" actId="700"/>
          <ac:spMkLst>
            <pc:docMk/>
            <pc:sldMk cId="3092698901" sldId="320"/>
            <ac:spMk id="8" creationId="{A457D8B1-45C5-140B-EEF7-4FDC6CB1E592}"/>
          </ac:spMkLst>
        </pc:spChg>
        <pc:spChg chg="add del mod ord">
          <ac:chgData name="Mahmoud Salem" userId="7bf24d79-5b67-4251-b831-92e5f8c9b05a" providerId="ADAL" clId="{8591116C-ADAE-4C36-8081-B9D9A2116E53}" dt="2023-10-02T03:36:45.328" v="212" actId="700"/>
          <ac:spMkLst>
            <pc:docMk/>
            <pc:sldMk cId="3092698901" sldId="320"/>
            <ac:spMk id="9" creationId="{29638FC8-CA55-4450-78BD-7BA13379B3A6}"/>
          </ac:spMkLst>
        </pc:spChg>
      </pc:sldChg>
      <pc:sldChg chg="del">
        <pc:chgData name="Mahmoud Salem" userId="7bf24d79-5b67-4251-b831-92e5f8c9b05a" providerId="ADAL" clId="{8591116C-ADAE-4C36-8081-B9D9A2116E53}" dt="2023-10-02T03:20:39.975" v="0" actId="47"/>
        <pc:sldMkLst>
          <pc:docMk/>
          <pc:sldMk cId="964406175" sldId="321"/>
        </pc:sldMkLst>
      </pc:sldChg>
      <pc:sldChg chg="addSp delSp modSp add mod chgLayout">
        <pc:chgData name="Mahmoud Salem" userId="7bf24d79-5b67-4251-b831-92e5f8c9b05a" providerId="ADAL" clId="{8591116C-ADAE-4C36-8081-B9D9A2116E53}" dt="2023-10-02T03:37:12.249" v="219" actId="1076"/>
        <pc:sldMkLst>
          <pc:docMk/>
          <pc:sldMk cId="3433470866" sldId="321"/>
        </pc:sldMkLst>
        <pc:spChg chg="mod ord">
          <ac:chgData name="Mahmoud Salem" userId="7bf24d79-5b67-4251-b831-92e5f8c9b05a" providerId="ADAL" clId="{8591116C-ADAE-4C36-8081-B9D9A2116E53}" dt="2023-10-02T03:37:09.456" v="218" actId="6264"/>
          <ac:spMkLst>
            <pc:docMk/>
            <pc:sldMk cId="3433470866" sldId="321"/>
            <ac:spMk id="2" creationId="{E777E4B0-E03F-4F02-BDFE-7A4C6DA29131}"/>
          </ac:spMkLst>
        </pc:spChg>
        <pc:spChg chg="mod ord">
          <ac:chgData name="Mahmoud Salem" userId="7bf24d79-5b67-4251-b831-92e5f8c9b05a" providerId="ADAL" clId="{8591116C-ADAE-4C36-8081-B9D9A2116E53}" dt="2023-10-02T03:37:12.249" v="219" actId="1076"/>
          <ac:spMkLst>
            <pc:docMk/>
            <pc:sldMk cId="3433470866" sldId="321"/>
            <ac:spMk id="3" creationId="{F3005794-BF65-410E-9225-F34791DBC010}"/>
          </ac:spMkLst>
        </pc:spChg>
        <pc:spChg chg="mod ord">
          <ac:chgData name="Mahmoud Salem" userId="7bf24d79-5b67-4251-b831-92e5f8c9b05a" providerId="ADAL" clId="{8591116C-ADAE-4C36-8081-B9D9A2116E53}" dt="2023-10-02T03:37:09.456" v="218" actId="6264"/>
          <ac:spMkLst>
            <pc:docMk/>
            <pc:sldMk cId="3433470866" sldId="321"/>
            <ac:spMk id="4" creationId="{4E14A3A2-0881-4AA2-B724-688DC4391366}"/>
          </ac:spMkLst>
        </pc:spChg>
        <pc:spChg chg="add del mod">
          <ac:chgData name="Mahmoud Salem" userId="7bf24d79-5b67-4251-b831-92e5f8c9b05a" providerId="ADAL" clId="{8591116C-ADAE-4C36-8081-B9D9A2116E53}" dt="2023-10-02T03:37:09.456" v="218" actId="6264"/>
          <ac:spMkLst>
            <pc:docMk/>
            <pc:sldMk cId="3433470866" sldId="321"/>
            <ac:spMk id="5" creationId="{2F1D0174-3412-5516-54FB-5E02329D5D8A}"/>
          </ac:spMkLst>
        </pc:spChg>
        <pc:spChg chg="add del mod">
          <ac:chgData name="Mahmoud Salem" userId="7bf24d79-5b67-4251-b831-92e5f8c9b05a" providerId="ADAL" clId="{8591116C-ADAE-4C36-8081-B9D9A2116E53}" dt="2023-10-02T03:37:09.456" v="218" actId="6264"/>
          <ac:spMkLst>
            <pc:docMk/>
            <pc:sldMk cId="3433470866" sldId="321"/>
            <ac:spMk id="6" creationId="{0E65C747-8EA7-9D5C-18E8-E13D65CDA368}"/>
          </ac:spMkLst>
        </pc:spChg>
      </pc:sldChg>
      <pc:sldChg chg="addSp delSp modSp add mod modClrScheme chgLayout">
        <pc:chgData name="Mahmoud Salem" userId="7bf24d79-5b67-4251-b831-92e5f8c9b05a" providerId="ADAL" clId="{8591116C-ADAE-4C36-8081-B9D9A2116E53}" dt="2023-10-02T03:37:46.354" v="228"/>
        <pc:sldMkLst>
          <pc:docMk/>
          <pc:sldMk cId="319258761" sldId="322"/>
        </pc:sldMkLst>
        <pc:spChg chg="mod ord">
          <ac:chgData name="Mahmoud Salem" userId="7bf24d79-5b67-4251-b831-92e5f8c9b05a" providerId="ADAL" clId="{8591116C-ADAE-4C36-8081-B9D9A2116E53}" dt="2023-10-02T03:37:46.354" v="228"/>
          <ac:spMkLst>
            <pc:docMk/>
            <pc:sldMk cId="319258761" sldId="322"/>
            <ac:spMk id="2" creationId="{C23F65B8-D81E-A1FD-0F11-29279744247E}"/>
          </ac:spMkLst>
        </pc:spChg>
        <pc:spChg chg="del mod ord">
          <ac:chgData name="Mahmoud Salem" userId="7bf24d79-5b67-4251-b831-92e5f8c9b05a" providerId="ADAL" clId="{8591116C-ADAE-4C36-8081-B9D9A2116E53}" dt="2023-10-02T03:37:43.510" v="227" actId="478"/>
          <ac:spMkLst>
            <pc:docMk/>
            <pc:sldMk cId="319258761" sldId="322"/>
            <ac:spMk id="3" creationId="{9C44EA3A-4FC0-26F8-04DB-3710AD0DCDB0}"/>
          </ac:spMkLst>
        </pc:spChg>
        <pc:spChg chg="mod ord">
          <ac:chgData name="Mahmoud Salem" userId="7bf24d79-5b67-4251-b831-92e5f8c9b05a" providerId="ADAL" clId="{8591116C-ADAE-4C36-8081-B9D9A2116E53}" dt="2023-10-02T03:37:28.168" v="223" actId="700"/>
          <ac:spMkLst>
            <pc:docMk/>
            <pc:sldMk cId="319258761" sldId="322"/>
            <ac:spMk id="4" creationId="{8CA29608-CD7B-E64B-9D21-99DE13767C4C}"/>
          </ac:spMkLst>
        </pc:spChg>
        <pc:spChg chg="add del mod">
          <ac:chgData name="Mahmoud Salem" userId="7bf24d79-5b67-4251-b831-92e5f8c9b05a" providerId="ADAL" clId="{8591116C-ADAE-4C36-8081-B9D9A2116E53}" dt="2023-10-02T03:37:24.903" v="220" actId="6264"/>
          <ac:spMkLst>
            <pc:docMk/>
            <pc:sldMk cId="319258761" sldId="322"/>
            <ac:spMk id="5" creationId="{6A681CD1-D5CC-3458-36CC-28C6C0772B0F}"/>
          </ac:spMkLst>
        </pc:spChg>
        <pc:spChg chg="add del mod">
          <ac:chgData name="Mahmoud Salem" userId="7bf24d79-5b67-4251-b831-92e5f8c9b05a" providerId="ADAL" clId="{8591116C-ADAE-4C36-8081-B9D9A2116E53}" dt="2023-10-02T03:37:24.903" v="220" actId="6264"/>
          <ac:spMkLst>
            <pc:docMk/>
            <pc:sldMk cId="319258761" sldId="322"/>
            <ac:spMk id="6" creationId="{2FB43B49-EACD-D234-8042-BD007620CED9}"/>
          </ac:spMkLst>
        </pc:spChg>
        <pc:spChg chg="add del mod">
          <ac:chgData name="Mahmoud Salem" userId="7bf24d79-5b67-4251-b831-92e5f8c9b05a" providerId="ADAL" clId="{8591116C-ADAE-4C36-8081-B9D9A2116E53}" dt="2023-10-02T03:37:24.903" v="220" actId="6264"/>
          <ac:spMkLst>
            <pc:docMk/>
            <pc:sldMk cId="319258761" sldId="322"/>
            <ac:spMk id="7" creationId="{65818CB1-CF33-802B-C81C-5DC63129C6B0}"/>
          </ac:spMkLst>
        </pc:spChg>
        <pc:spChg chg="add del mod ord">
          <ac:chgData name="Mahmoud Salem" userId="7bf24d79-5b67-4251-b831-92e5f8c9b05a" providerId="ADAL" clId="{8591116C-ADAE-4C36-8081-B9D9A2116E53}" dt="2023-10-02T03:37:28.168" v="223" actId="700"/>
          <ac:spMkLst>
            <pc:docMk/>
            <pc:sldMk cId="319258761" sldId="322"/>
            <ac:spMk id="8" creationId="{C672FF1A-B187-D79D-EEBD-87D719019DB2}"/>
          </ac:spMkLst>
        </pc:spChg>
        <pc:spChg chg="add del mod ord">
          <ac:chgData name="Mahmoud Salem" userId="7bf24d79-5b67-4251-b831-92e5f8c9b05a" providerId="ADAL" clId="{8591116C-ADAE-4C36-8081-B9D9A2116E53}" dt="2023-10-02T03:37:28.168" v="223" actId="700"/>
          <ac:spMkLst>
            <pc:docMk/>
            <pc:sldMk cId="319258761" sldId="322"/>
            <ac:spMk id="9" creationId="{97379B79-11BB-8979-63EF-7EA78D440303}"/>
          </ac:spMkLst>
        </pc:spChg>
      </pc:sldChg>
      <pc:sldChg chg="modSp add del mod">
        <pc:chgData name="Mahmoud Salem" userId="7bf24d79-5b67-4251-b831-92e5f8c9b05a" providerId="ADAL" clId="{8591116C-ADAE-4C36-8081-B9D9A2116E53}" dt="2023-10-02T03:38:06.015" v="229" actId="47"/>
        <pc:sldMkLst>
          <pc:docMk/>
          <pc:sldMk cId="2121902036" sldId="323"/>
        </pc:sldMkLst>
        <pc:spChg chg="mod">
          <ac:chgData name="Mahmoud Salem" userId="7bf24d79-5b67-4251-b831-92e5f8c9b05a" providerId="ADAL" clId="{8591116C-ADAE-4C36-8081-B9D9A2116E53}" dt="2023-10-02T03:21:01.962" v="5" actId="27636"/>
          <ac:spMkLst>
            <pc:docMk/>
            <pc:sldMk cId="2121902036" sldId="323"/>
            <ac:spMk id="3" creationId="{F3005794-BF65-410E-9225-F34791DBC010}"/>
          </ac:spMkLst>
        </pc:spChg>
        <pc:spChg chg="mod">
          <ac:chgData name="Mahmoud Salem" userId="7bf24d79-5b67-4251-b831-92e5f8c9b05a" providerId="ADAL" clId="{8591116C-ADAE-4C36-8081-B9D9A2116E53}" dt="2023-10-02T03:21:01.812" v="1"/>
          <ac:spMkLst>
            <pc:docMk/>
            <pc:sldMk cId="2121902036" sldId="323"/>
            <ac:spMk id="4" creationId="{4E14A3A2-0881-4AA2-B724-688DC4391366}"/>
          </ac:spMkLst>
        </pc:spChg>
      </pc:sldChg>
      <pc:sldChg chg="modSp add mod">
        <pc:chgData name="Mahmoud Salem" userId="7bf24d79-5b67-4251-b831-92e5f8c9b05a" providerId="ADAL" clId="{8591116C-ADAE-4C36-8081-B9D9A2116E53}" dt="2023-10-02T03:38:53.866" v="232" actId="1076"/>
        <pc:sldMkLst>
          <pc:docMk/>
          <pc:sldMk cId="312073326" sldId="324"/>
        </pc:sldMkLst>
        <pc:spChg chg="mod">
          <ac:chgData name="Mahmoud Salem" userId="7bf24d79-5b67-4251-b831-92e5f8c9b05a" providerId="ADAL" clId="{8591116C-ADAE-4C36-8081-B9D9A2116E53}" dt="2023-10-02T03:38:53.866" v="232" actId="1076"/>
          <ac:spMkLst>
            <pc:docMk/>
            <pc:sldMk cId="312073326" sldId="324"/>
            <ac:spMk id="3" creationId="{F3005794-BF65-410E-9225-F34791DBC010}"/>
          </ac:spMkLst>
        </pc:spChg>
        <pc:spChg chg="mod">
          <ac:chgData name="Mahmoud Salem" userId="7bf24d79-5b67-4251-b831-92e5f8c9b05a" providerId="ADAL" clId="{8591116C-ADAE-4C36-8081-B9D9A2116E53}" dt="2023-10-02T03:21:01.812" v="1"/>
          <ac:spMkLst>
            <pc:docMk/>
            <pc:sldMk cId="312073326" sldId="324"/>
            <ac:spMk id="4" creationId="{4E14A3A2-0881-4AA2-B724-688DC4391366}"/>
          </ac:spMkLst>
        </pc:spChg>
      </pc:sldChg>
      <pc:sldChg chg="del">
        <pc:chgData name="Mahmoud Salem" userId="7bf24d79-5b67-4251-b831-92e5f8c9b05a" providerId="ADAL" clId="{8591116C-ADAE-4C36-8081-B9D9A2116E53}" dt="2023-10-02T03:20:39.975" v="0" actId="47"/>
        <pc:sldMkLst>
          <pc:docMk/>
          <pc:sldMk cId="1926797439" sldId="324"/>
        </pc:sldMkLst>
      </pc:sldChg>
      <pc:sldChg chg="del">
        <pc:chgData name="Mahmoud Salem" userId="7bf24d79-5b67-4251-b831-92e5f8c9b05a" providerId="ADAL" clId="{8591116C-ADAE-4C36-8081-B9D9A2116E53}" dt="2023-10-02T03:20:39.975" v="0" actId="47"/>
        <pc:sldMkLst>
          <pc:docMk/>
          <pc:sldMk cId="2178829607" sldId="325"/>
        </pc:sldMkLst>
      </pc:sldChg>
      <pc:sldChg chg="modSp add mod">
        <pc:chgData name="Mahmoud Salem" userId="7bf24d79-5b67-4251-b831-92e5f8c9b05a" providerId="ADAL" clId="{8591116C-ADAE-4C36-8081-B9D9A2116E53}" dt="2023-10-02T03:39:04.779" v="233" actId="1076"/>
        <pc:sldMkLst>
          <pc:docMk/>
          <pc:sldMk cId="3263711601" sldId="325"/>
        </pc:sldMkLst>
        <pc:spChg chg="mod">
          <ac:chgData name="Mahmoud Salem" userId="7bf24d79-5b67-4251-b831-92e5f8c9b05a" providerId="ADAL" clId="{8591116C-ADAE-4C36-8081-B9D9A2116E53}" dt="2023-10-02T03:39:04.779" v="233" actId="1076"/>
          <ac:spMkLst>
            <pc:docMk/>
            <pc:sldMk cId="3263711601" sldId="325"/>
            <ac:spMk id="3" creationId="{F3005794-BF65-410E-9225-F34791DBC010}"/>
          </ac:spMkLst>
        </pc:spChg>
        <pc:spChg chg="mod">
          <ac:chgData name="Mahmoud Salem" userId="7bf24d79-5b67-4251-b831-92e5f8c9b05a" providerId="ADAL" clId="{8591116C-ADAE-4C36-8081-B9D9A2116E53}" dt="2023-10-02T03:21:01.812" v="1"/>
          <ac:spMkLst>
            <pc:docMk/>
            <pc:sldMk cId="3263711601" sldId="325"/>
            <ac:spMk id="4" creationId="{4E14A3A2-0881-4AA2-B724-688DC4391366}"/>
          </ac:spMkLst>
        </pc:spChg>
      </pc:sldChg>
      <pc:sldChg chg="del">
        <pc:chgData name="Mahmoud Salem" userId="7bf24d79-5b67-4251-b831-92e5f8c9b05a" providerId="ADAL" clId="{8591116C-ADAE-4C36-8081-B9D9A2116E53}" dt="2023-10-02T03:20:39.975" v="0" actId="47"/>
        <pc:sldMkLst>
          <pc:docMk/>
          <pc:sldMk cId="676665048" sldId="326"/>
        </pc:sldMkLst>
      </pc:sldChg>
      <pc:sldChg chg="modSp add mod">
        <pc:chgData name="Mahmoud Salem" userId="7bf24d79-5b67-4251-b831-92e5f8c9b05a" providerId="ADAL" clId="{8591116C-ADAE-4C36-8081-B9D9A2116E53}" dt="2023-10-02T03:39:08.352" v="234" actId="1076"/>
        <pc:sldMkLst>
          <pc:docMk/>
          <pc:sldMk cId="3028816659" sldId="326"/>
        </pc:sldMkLst>
        <pc:spChg chg="mod">
          <ac:chgData name="Mahmoud Salem" userId="7bf24d79-5b67-4251-b831-92e5f8c9b05a" providerId="ADAL" clId="{8591116C-ADAE-4C36-8081-B9D9A2116E53}" dt="2023-10-02T03:39:08.352" v="234" actId="1076"/>
          <ac:spMkLst>
            <pc:docMk/>
            <pc:sldMk cId="3028816659" sldId="326"/>
            <ac:spMk id="3" creationId="{F3005794-BF65-410E-9225-F34791DBC010}"/>
          </ac:spMkLst>
        </pc:spChg>
        <pc:spChg chg="mod">
          <ac:chgData name="Mahmoud Salem" userId="7bf24d79-5b67-4251-b831-92e5f8c9b05a" providerId="ADAL" clId="{8591116C-ADAE-4C36-8081-B9D9A2116E53}" dt="2023-10-02T03:21:01.812" v="1"/>
          <ac:spMkLst>
            <pc:docMk/>
            <pc:sldMk cId="3028816659" sldId="326"/>
            <ac:spMk id="4" creationId="{4E14A3A2-0881-4AA2-B724-688DC4391366}"/>
          </ac:spMkLst>
        </pc:spChg>
      </pc:sldChg>
      <pc:sldChg chg="modSp add mod">
        <pc:chgData name="Mahmoud Salem" userId="7bf24d79-5b67-4251-b831-92e5f8c9b05a" providerId="ADAL" clId="{8591116C-ADAE-4C36-8081-B9D9A2116E53}" dt="2023-10-02T03:39:11.690" v="235" actId="1076"/>
        <pc:sldMkLst>
          <pc:docMk/>
          <pc:sldMk cId="3320069888" sldId="327"/>
        </pc:sldMkLst>
        <pc:spChg chg="mod">
          <ac:chgData name="Mahmoud Salem" userId="7bf24d79-5b67-4251-b831-92e5f8c9b05a" providerId="ADAL" clId="{8591116C-ADAE-4C36-8081-B9D9A2116E53}" dt="2023-10-02T03:39:11.690" v="235" actId="1076"/>
          <ac:spMkLst>
            <pc:docMk/>
            <pc:sldMk cId="3320069888" sldId="327"/>
            <ac:spMk id="3" creationId="{F3005794-BF65-410E-9225-F34791DBC010}"/>
          </ac:spMkLst>
        </pc:spChg>
        <pc:spChg chg="mod">
          <ac:chgData name="Mahmoud Salem" userId="7bf24d79-5b67-4251-b831-92e5f8c9b05a" providerId="ADAL" clId="{8591116C-ADAE-4C36-8081-B9D9A2116E53}" dt="2023-10-02T03:21:01.812" v="1"/>
          <ac:spMkLst>
            <pc:docMk/>
            <pc:sldMk cId="3320069888" sldId="327"/>
            <ac:spMk id="4" creationId="{4E14A3A2-0881-4AA2-B724-688DC4391366}"/>
          </ac:spMkLst>
        </pc:spChg>
      </pc:sldChg>
      <pc:sldChg chg="del">
        <pc:chgData name="Mahmoud Salem" userId="7bf24d79-5b67-4251-b831-92e5f8c9b05a" providerId="ADAL" clId="{8591116C-ADAE-4C36-8081-B9D9A2116E53}" dt="2023-10-02T03:20:39.975" v="0" actId="47"/>
        <pc:sldMkLst>
          <pc:docMk/>
          <pc:sldMk cId="3645632712" sldId="327"/>
        </pc:sldMkLst>
      </pc:sldChg>
      <pc:sldChg chg="modSp add mod">
        <pc:chgData name="Mahmoud Salem" userId="7bf24d79-5b67-4251-b831-92e5f8c9b05a" providerId="ADAL" clId="{8591116C-ADAE-4C36-8081-B9D9A2116E53}" dt="2023-10-02T03:39:15.425" v="236" actId="1076"/>
        <pc:sldMkLst>
          <pc:docMk/>
          <pc:sldMk cId="1114414370" sldId="328"/>
        </pc:sldMkLst>
        <pc:spChg chg="mod">
          <ac:chgData name="Mahmoud Salem" userId="7bf24d79-5b67-4251-b831-92e5f8c9b05a" providerId="ADAL" clId="{8591116C-ADAE-4C36-8081-B9D9A2116E53}" dt="2023-10-02T03:39:15.425" v="236" actId="1076"/>
          <ac:spMkLst>
            <pc:docMk/>
            <pc:sldMk cId="1114414370" sldId="328"/>
            <ac:spMk id="3" creationId="{F3005794-BF65-410E-9225-F34791DBC010}"/>
          </ac:spMkLst>
        </pc:spChg>
        <pc:spChg chg="mod">
          <ac:chgData name="Mahmoud Salem" userId="7bf24d79-5b67-4251-b831-92e5f8c9b05a" providerId="ADAL" clId="{8591116C-ADAE-4C36-8081-B9D9A2116E53}" dt="2023-10-02T03:21:01.812" v="1"/>
          <ac:spMkLst>
            <pc:docMk/>
            <pc:sldMk cId="1114414370" sldId="328"/>
            <ac:spMk id="4" creationId="{4E14A3A2-0881-4AA2-B724-688DC4391366}"/>
          </ac:spMkLst>
        </pc:spChg>
      </pc:sldChg>
      <pc:sldChg chg="modSp add mod">
        <pc:chgData name="Mahmoud Salem" userId="7bf24d79-5b67-4251-b831-92e5f8c9b05a" providerId="ADAL" clId="{8591116C-ADAE-4C36-8081-B9D9A2116E53}" dt="2023-10-02T03:39:18.713" v="237" actId="1076"/>
        <pc:sldMkLst>
          <pc:docMk/>
          <pc:sldMk cId="2057504583" sldId="329"/>
        </pc:sldMkLst>
        <pc:spChg chg="mod">
          <ac:chgData name="Mahmoud Salem" userId="7bf24d79-5b67-4251-b831-92e5f8c9b05a" providerId="ADAL" clId="{8591116C-ADAE-4C36-8081-B9D9A2116E53}" dt="2023-10-02T03:39:18.713" v="237" actId="1076"/>
          <ac:spMkLst>
            <pc:docMk/>
            <pc:sldMk cId="2057504583" sldId="329"/>
            <ac:spMk id="3" creationId="{F3005794-BF65-410E-9225-F34791DBC010}"/>
          </ac:spMkLst>
        </pc:spChg>
        <pc:spChg chg="mod">
          <ac:chgData name="Mahmoud Salem" userId="7bf24d79-5b67-4251-b831-92e5f8c9b05a" providerId="ADAL" clId="{8591116C-ADAE-4C36-8081-B9D9A2116E53}" dt="2023-10-02T03:21:01.812" v="1"/>
          <ac:spMkLst>
            <pc:docMk/>
            <pc:sldMk cId="2057504583" sldId="329"/>
            <ac:spMk id="4" creationId="{4E14A3A2-0881-4AA2-B724-688DC4391366}"/>
          </ac:spMkLst>
        </pc:spChg>
      </pc:sldChg>
      <pc:sldChg chg="del">
        <pc:chgData name="Mahmoud Salem" userId="7bf24d79-5b67-4251-b831-92e5f8c9b05a" providerId="ADAL" clId="{8591116C-ADAE-4C36-8081-B9D9A2116E53}" dt="2023-10-02T03:20:39.975" v="0" actId="47"/>
        <pc:sldMkLst>
          <pc:docMk/>
          <pc:sldMk cId="4156242170" sldId="329"/>
        </pc:sldMkLst>
      </pc:sldChg>
      <pc:sldChg chg="del">
        <pc:chgData name="Mahmoud Salem" userId="7bf24d79-5b67-4251-b831-92e5f8c9b05a" providerId="ADAL" clId="{8591116C-ADAE-4C36-8081-B9D9A2116E53}" dt="2023-10-02T03:20:39.975" v="0" actId="47"/>
        <pc:sldMkLst>
          <pc:docMk/>
          <pc:sldMk cId="448223345" sldId="330"/>
        </pc:sldMkLst>
      </pc:sldChg>
      <pc:sldChg chg="delSp modSp add mod modClrScheme chgLayout">
        <pc:chgData name="Mahmoud Salem" userId="7bf24d79-5b67-4251-b831-92e5f8c9b05a" providerId="ADAL" clId="{8591116C-ADAE-4C36-8081-B9D9A2116E53}" dt="2023-10-02T03:39:51.897" v="259" actId="700"/>
        <pc:sldMkLst>
          <pc:docMk/>
          <pc:sldMk cId="2255494972" sldId="330"/>
        </pc:sldMkLst>
        <pc:spChg chg="mod ord">
          <ac:chgData name="Mahmoud Salem" userId="7bf24d79-5b67-4251-b831-92e5f8c9b05a" providerId="ADAL" clId="{8591116C-ADAE-4C36-8081-B9D9A2116E53}" dt="2023-10-02T03:39:51.897" v="259" actId="700"/>
          <ac:spMkLst>
            <pc:docMk/>
            <pc:sldMk cId="2255494972" sldId="330"/>
            <ac:spMk id="2" creationId="{C23F65B8-D81E-A1FD-0F11-29279744247E}"/>
          </ac:spMkLst>
        </pc:spChg>
        <pc:spChg chg="del mod">
          <ac:chgData name="Mahmoud Salem" userId="7bf24d79-5b67-4251-b831-92e5f8c9b05a" providerId="ADAL" clId="{8591116C-ADAE-4C36-8081-B9D9A2116E53}" dt="2023-10-02T03:39:48.429" v="258" actId="478"/>
          <ac:spMkLst>
            <pc:docMk/>
            <pc:sldMk cId="2255494972" sldId="330"/>
            <ac:spMk id="3" creationId="{9C44EA3A-4FC0-26F8-04DB-3710AD0DCDB0}"/>
          </ac:spMkLst>
        </pc:spChg>
        <pc:spChg chg="mod ord">
          <ac:chgData name="Mahmoud Salem" userId="7bf24d79-5b67-4251-b831-92e5f8c9b05a" providerId="ADAL" clId="{8591116C-ADAE-4C36-8081-B9D9A2116E53}" dt="2023-10-02T03:39:51.897" v="259" actId="700"/>
          <ac:spMkLst>
            <pc:docMk/>
            <pc:sldMk cId="2255494972" sldId="330"/>
            <ac:spMk id="4" creationId="{8CA29608-CD7B-E64B-9D21-99DE13767C4C}"/>
          </ac:spMkLst>
        </pc:spChg>
      </pc:sldChg>
      <pc:sldChg chg="addSp delSp modSp add mod modClrScheme chgLayout">
        <pc:chgData name="Mahmoud Salem" userId="7bf24d79-5b67-4251-b831-92e5f8c9b05a" providerId="ADAL" clId="{8591116C-ADAE-4C36-8081-B9D9A2116E53}" dt="2023-10-02T03:40:48.569" v="296" actId="478"/>
        <pc:sldMkLst>
          <pc:docMk/>
          <pc:sldMk cId="390841058" sldId="331"/>
        </pc:sldMkLst>
        <pc:spChg chg="mod ord">
          <ac:chgData name="Mahmoud Salem" userId="7bf24d79-5b67-4251-b831-92e5f8c9b05a" providerId="ADAL" clId="{8591116C-ADAE-4C36-8081-B9D9A2116E53}" dt="2023-10-02T03:40:46.264" v="295" actId="700"/>
          <ac:spMkLst>
            <pc:docMk/>
            <pc:sldMk cId="390841058" sldId="331"/>
            <ac:spMk id="2" creationId="{C23F65B8-D81E-A1FD-0F11-29279744247E}"/>
          </ac:spMkLst>
        </pc:spChg>
        <pc:spChg chg="del mod ord">
          <ac:chgData name="Mahmoud Salem" userId="7bf24d79-5b67-4251-b831-92e5f8c9b05a" providerId="ADAL" clId="{8591116C-ADAE-4C36-8081-B9D9A2116E53}" dt="2023-10-02T03:40:48.569" v="296" actId="478"/>
          <ac:spMkLst>
            <pc:docMk/>
            <pc:sldMk cId="390841058" sldId="331"/>
            <ac:spMk id="3" creationId="{9C44EA3A-4FC0-26F8-04DB-3710AD0DCDB0}"/>
          </ac:spMkLst>
        </pc:spChg>
        <pc:spChg chg="mod ord">
          <ac:chgData name="Mahmoud Salem" userId="7bf24d79-5b67-4251-b831-92e5f8c9b05a" providerId="ADAL" clId="{8591116C-ADAE-4C36-8081-B9D9A2116E53}" dt="2023-10-02T03:40:46.264" v="295" actId="700"/>
          <ac:spMkLst>
            <pc:docMk/>
            <pc:sldMk cId="390841058" sldId="331"/>
            <ac:spMk id="4" creationId="{8CA29608-CD7B-E64B-9D21-99DE13767C4C}"/>
          </ac:spMkLst>
        </pc:spChg>
        <pc:spChg chg="add del mod">
          <ac:chgData name="Mahmoud Salem" userId="7bf24d79-5b67-4251-b831-92e5f8c9b05a" providerId="ADAL" clId="{8591116C-ADAE-4C36-8081-B9D9A2116E53}" dt="2023-10-02T03:40:43.559" v="294" actId="6264"/>
          <ac:spMkLst>
            <pc:docMk/>
            <pc:sldMk cId="390841058" sldId="331"/>
            <ac:spMk id="5" creationId="{9BD3EDEB-2CD3-4EA8-A076-43B213799FB1}"/>
          </ac:spMkLst>
        </pc:spChg>
        <pc:spChg chg="add del mod">
          <ac:chgData name="Mahmoud Salem" userId="7bf24d79-5b67-4251-b831-92e5f8c9b05a" providerId="ADAL" clId="{8591116C-ADAE-4C36-8081-B9D9A2116E53}" dt="2023-10-02T03:40:43.559" v="294" actId="6264"/>
          <ac:spMkLst>
            <pc:docMk/>
            <pc:sldMk cId="390841058" sldId="331"/>
            <ac:spMk id="6" creationId="{A28772A3-AFAF-40D3-82B7-1F38AB8C0B02}"/>
          </ac:spMkLst>
        </pc:spChg>
        <pc:spChg chg="add del mod">
          <ac:chgData name="Mahmoud Salem" userId="7bf24d79-5b67-4251-b831-92e5f8c9b05a" providerId="ADAL" clId="{8591116C-ADAE-4C36-8081-B9D9A2116E53}" dt="2023-10-02T03:40:43.559" v="294" actId="6264"/>
          <ac:spMkLst>
            <pc:docMk/>
            <pc:sldMk cId="390841058" sldId="331"/>
            <ac:spMk id="7" creationId="{27FB9182-3A19-D9AB-737E-AC4A7B81E6BC}"/>
          </ac:spMkLst>
        </pc:spChg>
        <pc:spChg chg="add del mod ord">
          <ac:chgData name="Mahmoud Salem" userId="7bf24d79-5b67-4251-b831-92e5f8c9b05a" providerId="ADAL" clId="{8591116C-ADAE-4C36-8081-B9D9A2116E53}" dt="2023-10-02T03:40:46.264" v="295" actId="700"/>
          <ac:spMkLst>
            <pc:docMk/>
            <pc:sldMk cId="390841058" sldId="331"/>
            <ac:spMk id="8" creationId="{A3FF1B56-837C-32B2-0BB0-832ABFFBAC40}"/>
          </ac:spMkLst>
        </pc:spChg>
        <pc:spChg chg="add del mod ord">
          <ac:chgData name="Mahmoud Salem" userId="7bf24d79-5b67-4251-b831-92e5f8c9b05a" providerId="ADAL" clId="{8591116C-ADAE-4C36-8081-B9D9A2116E53}" dt="2023-10-02T03:40:46.264" v="295" actId="700"/>
          <ac:spMkLst>
            <pc:docMk/>
            <pc:sldMk cId="390841058" sldId="331"/>
            <ac:spMk id="9" creationId="{13F9268D-1834-B33C-068D-D8B3CC13F5AC}"/>
          </ac:spMkLst>
        </pc:spChg>
      </pc:sldChg>
      <pc:sldChg chg="del">
        <pc:chgData name="Mahmoud Salem" userId="7bf24d79-5b67-4251-b831-92e5f8c9b05a" providerId="ADAL" clId="{8591116C-ADAE-4C36-8081-B9D9A2116E53}" dt="2023-10-02T03:20:39.975" v="0" actId="47"/>
        <pc:sldMkLst>
          <pc:docMk/>
          <pc:sldMk cId="2119939603" sldId="331"/>
        </pc:sldMkLst>
      </pc:sldChg>
      <pc:sldChg chg="delSp modSp add mod modClrScheme chgLayout">
        <pc:chgData name="Mahmoud Salem" userId="7bf24d79-5b67-4251-b831-92e5f8c9b05a" providerId="ADAL" clId="{8591116C-ADAE-4C36-8081-B9D9A2116E53}" dt="2023-10-02T03:40:57.229" v="299" actId="478"/>
        <pc:sldMkLst>
          <pc:docMk/>
          <pc:sldMk cId="1413604953" sldId="332"/>
        </pc:sldMkLst>
        <pc:spChg chg="mod ord">
          <ac:chgData name="Mahmoud Salem" userId="7bf24d79-5b67-4251-b831-92e5f8c9b05a" providerId="ADAL" clId="{8591116C-ADAE-4C36-8081-B9D9A2116E53}" dt="2023-10-02T03:40:55.055" v="298" actId="700"/>
          <ac:spMkLst>
            <pc:docMk/>
            <pc:sldMk cId="1413604953" sldId="332"/>
            <ac:spMk id="2" creationId="{C23F65B8-D81E-A1FD-0F11-29279744247E}"/>
          </ac:spMkLst>
        </pc:spChg>
        <pc:spChg chg="del mod ord">
          <ac:chgData name="Mahmoud Salem" userId="7bf24d79-5b67-4251-b831-92e5f8c9b05a" providerId="ADAL" clId="{8591116C-ADAE-4C36-8081-B9D9A2116E53}" dt="2023-10-02T03:40:57.229" v="299" actId="478"/>
          <ac:spMkLst>
            <pc:docMk/>
            <pc:sldMk cId="1413604953" sldId="332"/>
            <ac:spMk id="3" creationId="{9C44EA3A-4FC0-26F8-04DB-3710AD0DCDB0}"/>
          </ac:spMkLst>
        </pc:spChg>
        <pc:spChg chg="mod ord">
          <ac:chgData name="Mahmoud Salem" userId="7bf24d79-5b67-4251-b831-92e5f8c9b05a" providerId="ADAL" clId="{8591116C-ADAE-4C36-8081-B9D9A2116E53}" dt="2023-10-02T03:40:55.055" v="298" actId="700"/>
          <ac:spMkLst>
            <pc:docMk/>
            <pc:sldMk cId="1413604953" sldId="332"/>
            <ac:spMk id="4" creationId="{8CA29608-CD7B-E64B-9D21-99DE13767C4C}"/>
          </ac:spMkLst>
        </pc:spChg>
      </pc:sldChg>
      <pc:sldChg chg="del">
        <pc:chgData name="Mahmoud Salem" userId="7bf24d79-5b67-4251-b831-92e5f8c9b05a" providerId="ADAL" clId="{8591116C-ADAE-4C36-8081-B9D9A2116E53}" dt="2023-10-02T03:20:39.975" v="0" actId="47"/>
        <pc:sldMkLst>
          <pc:docMk/>
          <pc:sldMk cId="4139535029" sldId="332"/>
        </pc:sldMkLst>
      </pc:sldChg>
      <pc:sldChg chg="addSp delSp modSp new del mod ord modClrScheme chgLayout">
        <pc:chgData name="Mahmoud Salem" userId="7bf24d79-5b67-4251-b831-92e5f8c9b05a" providerId="ADAL" clId="{8591116C-ADAE-4C36-8081-B9D9A2116E53}" dt="2023-10-04T03:03:33.292" v="802" actId="47"/>
        <pc:sldMkLst>
          <pc:docMk/>
          <pc:sldMk cId="4030870709" sldId="333"/>
        </pc:sldMkLst>
        <pc:spChg chg="del mod ord">
          <ac:chgData name="Mahmoud Salem" userId="7bf24d79-5b67-4251-b831-92e5f8c9b05a" providerId="ADAL" clId="{8591116C-ADAE-4C36-8081-B9D9A2116E53}" dt="2023-10-02T03:21:38.633" v="12" actId="700"/>
          <ac:spMkLst>
            <pc:docMk/>
            <pc:sldMk cId="4030870709" sldId="333"/>
            <ac:spMk id="2" creationId="{4F27CE90-C8D8-5F6F-A6FE-3204D77C8C99}"/>
          </ac:spMkLst>
        </pc:spChg>
        <pc:spChg chg="del">
          <ac:chgData name="Mahmoud Salem" userId="7bf24d79-5b67-4251-b831-92e5f8c9b05a" providerId="ADAL" clId="{8591116C-ADAE-4C36-8081-B9D9A2116E53}" dt="2023-10-02T03:21:38.633" v="12" actId="700"/>
          <ac:spMkLst>
            <pc:docMk/>
            <pc:sldMk cId="4030870709" sldId="333"/>
            <ac:spMk id="3" creationId="{44A923DA-99FE-BDDF-39EE-0EFE308D7791}"/>
          </ac:spMkLst>
        </pc:spChg>
        <pc:spChg chg="del mod ord">
          <ac:chgData name="Mahmoud Salem" userId="7bf24d79-5b67-4251-b831-92e5f8c9b05a" providerId="ADAL" clId="{8591116C-ADAE-4C36-8081-B9D9A2116E53}" dt="2023-10-02T03:21:38.633" v="12" actId="700"/>
          <ac:spMkLst>
            <pc:docMk/>
            <pc:sldMk cId="4030870709" sldId="333"/>
            <ac:spMk id="4" creationId="{9A488B6F-7CC5-33E2-3C9A-457F302A5971}"/>
          </ac:spMkLst>
        </pc:spChg>
        <pc:spChg chg="del">
          <ac:chgData name="Mahmoud Salem" userId="7bf24d79-5b67-4251-b831-92e5f8c9b05a" providerId="ADAL" clId="{8591116C-ADAE-4C36-8081-B9D9A2116E53}" dt="2023-10-02T03:21:38.633" v="12" actId="700"/>
          <ac:spMkLst>
            <pc:docMk/>
            <pc:sldMk cId="4030870709" sldId="333"/>
            <ac:spMk id="5" creationId="{AE87E41A-8457-A656-4F0E-137E4F4CDCCD}"/>
          </ac:spMkLst>
        </pc:spChg>
        <pc:spChg chg="del">
          <ac:chgData name="Mahmoud Salem" userId="7bf24d79-5b67-4251-b831-92e5f8c9b05a" providerId="ADAL" clId="{8591116C-ADAE-4C36-8081-B9D9A2116E53}" dt="2023-10-02T03:21:38.633" v="12" actId="700"/>
          <ac:spMkLst>
            <pc:docMk/>
            <pc:sldMk cId="4030870709" sldId="333"/>
            <ac:spMk id="6" creationId="{D94DAD1F-31E8-277F-A0FF-1873AE58FD64}"/>
          </ac:spMkLst>
        </pc:spChg>
        <pc:spChg chg="add mod ord">
          <ac:chgData name="Mahmoud Salem" userId="7bf24d79-5b67-4251-b831-92e5f8c9b05a" providerId="ADAL" clId="{8591116C-ADAE-4C36-8081-B9D9A2116E53}" dt="2023-10-02T03:21:46.405" v="49" actId="20577"/>
          <ac:spMkLst>
            <pc:docMk/>
            <pc:sldMk cId="4030870709" sldId="333"/>
            <ac:spMk id="7" creationId="{6485C146-337D-4B90-2F62-8F8A1C95B9F0}"/>
          </ac:spMkLst>
        </pc:spChg>
        <pc:spChg chg="add mod ord">
          <ac:chgData name="Mahmoud Salem" userId="7bf24d79-5b67-4251-b831-92e5f8c9b05a" providerId="ADAL" clId="{8591116C-ADAE-4C36-8081-B9D9A2116E53}" dt="2023-10-02T03:21:38.633" v="12" actId="700"/>
          <ac:spMkLst>
            <pc:docMk/>
            <pc:sldMk cId="4030870709" sldId="333"/>
            <ac:spMk id="8" creationId="{6C10F502-B332-2AB7-5223-BE2873B95D12}"/>
          </ac:spMkLst>
        </pc:spChg>
      </pc:sldChg>
      <pc:sldChg chg="addSp modSp add mod setBg">
        <pc:chgData name="Mahmoud Salem" userId="7bf24d79-5b67-4251-b831-92e5f8c9b05a" providerId="ADAL" clId="{8591116C-ADAE-4C36-8081-B9D9A2116E53}" dt="2023-10-04T00:42:42.877" v="799" actId="1076"/>
        <pc:sldMkLst>
          <pc:docMk/>
          <pc:sldMk cId="1070009018" sldId="334"/>
        </pc:sldMkLst>
        <pc:spChg chg="mod">
          <ac:chgData name="Mahmoud Salem" userId="7bf24d79-5b67-4251-b831-92e5f8c9b05a" providerId="ADAL" clId="{8591116C-ADAE-4C36-8081-B9D9A2116E53}" dt="2023-10-04T00:42:40.184" v="798" actId="26606"/>
          <ac:spMkLst>
            <pc:docMk/>
            <pc:sldMk cId="1070009018" sldId="334"/>
            <ac:spMk id="7" creationId="{6485C146-337D-4B90-2F62-8F8A1C95B9F0}"/>
          </ac:spMkLst>
        </pc:spChg>
        <pc:spChg chg="mod">
          <ac:chgData name="Mahmoud Salem" userId="7bf24d79-5b67-4251-b831-92e5f8c9b05a" providerId="ADAL" clId="{8591116C-ADAE-4C36-8081-B9D9A2116E53}" dt="2023-10-04T00:42:40.184" v="798" actId="26606"/>
          <ac:spMkLst>
            <pc:docMk/>
            <pc:sldMk cId="1070009018" sldId="334"/>
            <ac:spMk id="8" creationId="{6C10F502-B332-2AB7-5223-BE2873B95D12}"/>
          </ac:spMkLst>
        </pc:spChg>
        <pc:grpChg chg="add">
          <ac:chgData name="Mahmoud Salem" userId="7bf24d79-5b67-4251-b831-92e5f8c9b05a" providerId="ADAL" clId="{8591116C-ADAE-4C36-8081-B9D9A2116E53}" dt="2023-10-04T00:42:40.184" v="798" actId="26606"/>
          <ac:grpSpMkLst>
            <pc:docMk/>
            <pc:sldMk cId="1070009018" sldId="334"/>
            <ac:grpSpMk id="13" creationId="{6258F736-B256-8039-9DC6-F4E49A5C5AD5}"/>
          </ac:grpSpMkLst>
        </pc:grpChg>
        <pc:picChg chg="add mod">
          <ac:chgData name="Mahmoud Salem" userId="7bf24d79-5b67-4251-b831-92e5f8c9b05a" providerId="ADAL" clId="{8591116C-ADAE-4C36-8081-B9D9A2116E53}" dt="2023-10-04T00:42:42.877" v="799" actId="1076"/>
          <ac:picMkLst>
            <pc:docMk/>
            <pc:sldMk cId="1070009018" sldId="334"/>
            <ac:picMk id="3" creationId="{5744DE6C-5D43-72EB-AA58-33B7B3A076AA}"/>
          </ac:picMkLst>
        </pc:picChg>
      </pc:sldChg>
      <pc:sldChg chg="modSp add del mod">
        <pc:chgData name="Mahmoud Salem" userId="7bf24d79-5b67-4251-b831-92e5f8c9b05a" providerId="ADAL" clId="{8591116C-ADAE-4C36-8081-B9D9A2116E53}" dt="2023-10-02T03:41:40.894" v="302" actId="2696"/>
        <pc:sldMkLst>
          <pc:docMk/>
          <pc:sldMk cId="3148201182" sldId="334"/>
        </pc:sldMkLst>
        <pc:spChg chg="mod">
          <ac:chgData name="Mahmoud Salem" userId="7bf24d79-5b67-4251-b831-92e5f8c9b05a" providerId="ADAL" clId="{8591116C-ADAE-4C36-8081-B9D9A2116E53}" dt="2023-10-02T03:21:58.080" v="74" actId="20577"/>
          <ac:spMkLst>
            <pc:docMk/>
            <pc:sldMk cId="3148201182" sldId="334"/>
            <ac:spMk id="7" creationId="{6485C146-337D-4B90-2F62-8F8A1C95B9F0}"/>
          </ac:spMkLst>
        </pc:spChg>
      </pc:sldChg>
      <pc:sldChg chg="addSp delSp modSp add mod">
        <pc:chgData name="Mahmoud Salem" userId="7bf24d79-5b67-4251-b831-92e5f8c9b05a" providerId="ADAL" clId="{8591116C-ADAE-4C36-8081-B9D9A2116E53}" dt="2023-10-04T00:43:44.137" v="800" actId="931"/>
        <pc:sldMkLst>
          <pc:docMk/>
          <pc:sldMk cId="2030536440" sldId="335"/>
        </pc:sldMkLst>
        <pc:spChg chg="del mod">
          <ac:chgData name="Mahmoud Salem" userId="7bf24d79-5b67-4251-b831-92e5f8c9b05a" providerId="ADAL" clId="{8591116C-ADAE-4C36-8081-B9D9A2116E53}" dt="2023-10-04T00:43:44.137" v="800" actId="931"/>
          <ac:spMkLst>
            <pc:docMk/>
            <pc:sldMk cId="2030536440" sldId="335"/>
            <ac:spMk id="8" creationId="{6C10F502-B332-2AB7-5223-BE2873B95D12}"/>
          </ac:spMkLst>
        </pc:spChg>
        <pc:picChg chg="add mod">
          <ac:chgData name="Mahmoud Salem" userId="7bf24d79-5b67-4251-b831-92e5f8c9b05a" providerId="ADAL" clId="{8591116C-ADAE-4C36-8081-B9D9A2116E53}" dt="2023-10-04T00:43:44.137" v="800" actId="931"/>
          <ac:picMkLst>
            <pc:docMk/>
            <pc:sldMk cId="2030536440" sldId="335"/>
            <ac:picMk id="3" creationId="{C6D6EF28-A899-8B0A-E4D5-B2D910BE4A1B}"/>
          </ac:picMkLst>
        </pc:picChg>
      </pc:sldChg>
      <pc:sldChg chg="modSp add del mod">
        <pc:chgData name="Mahmoud Salem" userId="7bf24d79-5b67-4251-b831-92e5f8c9b05a" providerId="ADAL" clId="{8591116C-ADAE-4C36-8081-B9D9A2116E53}" dt="2023-10-02T03:41:40.894" v="302" actId="2696"/>
        <pc:sldMkLst>
          <pc:docMk/>
          <pc:sldMk cId="2173877444" sldId="335"/>
        </pc:sldMkLst>
        <pc:spChg chg="mod">
          <ac:chgData name="Mahmoud Salem" userId="7bf24d79-5b67-4251-b831-92e5f8c9b05a" providerId="ADAL" clId="{8591116C-ADAE-4C36-8081-B9D9A2116E53}" dt="2023-10-02T03:22:10.113" v="105" actId="20577"/>
          <ac:spMkLst>
            <pc:docMk/>
            <pc:sldMk cId="2173877444" sldId="335"/>
            <ac:spMk id="7" creationId="{6485C146-337D-4B90-2F62-8F8A1C95B9F0}"/>
          </ac:spMkLst>
        </pc:spChg>
        <pc:spChg chg="mod">
          <ac:chgData name="Mahmoud Salem" userId="7bf24d79-5b67-4251-b831-92e5f8c9b05a" providerId="ADAL" clId="{8591116C-ADAE-4C36-8081-B9D9A2116E53}" dt="2023-10-02T03:24:09.464" v="185"/>
          <ac:spMkLst>
            <pc:docMk/>
            <pc:sldMk cId="2173877444" sldId="335"/>
            <ac:spMk id="8" creationId="{6C10F502-B332-2AB7-5223-BE2873B95D12}"/>
          </ac:spMkLst>
        </pc:spChg>
      </pc:sldChg>
      <pc:sldChg chg="addSp delSp modSp add mod setBg">
        <pc:chgData name="Mahmoud Salem" userId="7bf24d79-5b67-4251-b831-92e5f8c9b05a" providerId="ADAL" clId="{8591116C-ADAE-4C36-8081-B9D9A2116E53}" dt="2023-10-03T23:45:34.871" v="784" actId="1076"/>
        <pc:sldMkLst>
          <pc:docMk/>
          <pc:sldMk cId="2210143325" sldId="336"/>
        </pc:sldMkLst>
        <pc:spChg chg="mod">
          <ac:chgData name="Mahmoud Salem" userId="7bf24d79-5b67-4251-b831-92e5f8c9b05a" providerId="ADAL" clId="{8591116C-ADAE-4C36-8081-B9D9A2116E53}" dt="2023-10-03T23:45:27.268" v="781" actId="26606"/>
          <ac:spMkLst>
            <pc:docMk/>
            <pc:sldMk cId="2210143325" sldId="336"/>
            <ac:spMk id="7" creationId="{6485C146-337D-4B90-2F62-8F8A1C95B9F0}"/>
          </ac:spMkLst>
        </pc:spChg>
        <pc:spChg chg="del">
          <ac:chgData name="Mahmoud Salem" userId="7bf24d79-5b67-4251-b831-92e5f8c9b05a" providerId="ADAL" clId="{8591116C-ADAE-4C36-8081-B9D9A2116E53}" dt="2023-10-03T23:45:19.705" v="778" actId="931"/>
          <ac:spMkLst>
            <pc:docMk/>
            <pc:sldMk cId="2210143325" sldId="336"/>
            <ac:spMk id="8" creationId="{6C10F502-B332-2AB7-5223-BE2873B95D12}"/>
          </ac:spMkLst>
        </pc:spChg>
        <pc:spChg chg="add">
          <ac:chgData name="Mahmoud Salem" userId="7bf24d79-5b67-4251-b831-92e5f8c9b05a" providerId="ADAL" clId="{8591116C-ADAE-4C36-8081-B9D9A2116E53}" dt="2023-10-03T23:45:27.268" v="781" actId="26606"/>
          <ac:spMkLst>
            <pc:docMk/>
            <pc:sldMk cId="2210143325" sldId="336"/>
            <ac:spMk id="12" creationId="{D12DDE76-C203-4047-9998-63900085B5E8}"/>
          </ac:spMkLst>
        </pc:spChg>
        <pc:picChg chg="add mod">
          <ac:chgData name="Mahmoud Salem" userId="7bf24d79-5b67-4251-b831-92e5f8c9b05a" providerId="ADAL" clId="{8591116C-ADAE-4C36-8081-B9D9A2116E53}" dt="2023-10-03T23:45:34.871" v="784" actId="1076"/>
          <ac:picMkLst>
            <pc:docMk/>
            <pc:sldMk cId="2210143325" sldId="336"/>
            <ac:picMk id="3" creationId="{79621C9D-52F5-219B-A2CA-FDBAE5CB15E4}"/>
          </ac:picMkLst>
        </pc:picChg>
      </pc:sldChg>
      <pc:sldChg chg="modSp add del mod ord">
        <pc:chgData name="Mahmoud Salem" userId="7bf24d79-5b67-4251-b831-92e5f8c9b05a" providerId="ADAL" clId="{8591116C-ADAE-4C36-8081-B9D9A2116E53}" dt="2023-10-02T03:41:14.285" v="300" actId="2696"/>
        <pc:sldMkLst>
          <pc:docMk/>
          <pc:sldMk cId="3018056102" sldId="336"/>
        </pc:sldMkLst>
        <pc:spChg chg="mod">
          <ac:chgData name="Mahmoud Salem" userId="7bf24d79-5b67-4251-b831-92e5f8c9b05a" providerId="ADAL" clId="{8591116C-ADAE-4C36-8081-B9D9A2116E53}" dt="2023-10-02T03:22:30.081" v="152" actId="20577"/>
          <ac:spMkLst>
            <pc:docMk/>
            <pc:sldMk cId="3018056102" sldId="336"/>
            <ac:spMk id="7" creationId="{6485C146-337D-4B90-2F62-8F8A1C95B9F0}"/>
          </ac:spMkLst>
        </pc:spChg>
      </pc:sldChg>
      <pc:sldChg chg="modSp add mod">
        <pc:chgData name="Mahmoud Salem" userId="7bf24d79-5b67-4251-b831-92e5f8c9b05a" providerId="ADAL" clId="{8591116C-ADAE-4C36-8081-B9D9A2116E53}" dt="2023-10-02T04:00:48.625" v="660" actId="20577"/>
        <pc:sldMkLst>
          <pc:docMk/>
          <pc:sldMk cId="1929923154" sldId="337"/>
        </pc:sldMkLst>
        <pc:spChg chg="mod">
          <ac:chgData name="Mahmoud Salem" userId="7bf24d79-5b67-4251-b831-92e5f8c9b05a" providerId="ADAL" clId="{8591116C-ADAE-4C36-8081-B9D9A2116E53}" dt="2023-10-02T03:22:41.393" v="170" actId="20577"/>
          <ac:spMkLst>
            <pc:docMk/>
            <pc:sldMk cId="1929923154" sldId="337"/>
            <ac:spMk id="7" creationId="{6485C146-337D-4B90-2F62-8F8A1C95B9F0}"/>
          </ac:spMkLst>
        </pc:spChg>
        <pc:spChg chg="mod">
          <ac:chgData name="Mahmoud Salem" userId="7bf24d79-5b67-4251-b831-92e5f8c9b05a" providerId="ADAL" clId="{8591116C-ADAE-4C36-8081-B9D9A2116E53}" dt="2023-10-02T04:00:48.625" v="660" actId="20577"/>
          <ac:spMkLst>
            <pc:docMk/>
            <pc:sldMk cId="1929923154" sldId="337"/>
            <ac:spMk id="8" creationId="{6C10F502-B332-2AB7-5223-BE2873B95D12}"/>
          </ac:spMkLst>
        </pc:spChg>
      </pc:sldChg>
      <pc:sldChg chg="modSp add mod">
        <pc:chgData name="Mahmoud Salem" userId="7bf24d79-5b67-4251-b831-92e5f8c9b05a" providerId="ADAL" clId="{8591116C-ADAE-4C36-8081-B9D9A2116E53}" dt="2023-10-02T04:01:24.616" v="766" actId="20577"/>
        <pc:sldMkLst>
          <pc:docMk/>
          <pc:sldMk cId="3506754725" sldId="338"/>
        </pc:sldMkLst>
        <pc:spChg chg="mod">
          <ac:chgData name="Mahmoud Salem" userId="7bf24d79-5b67-4251-b831-92e5f8c9b05a" providerId="ADAL" clId="{8591116C-ADAE-4C36-8081-B9D9A2116E53}" dt="2023-10-02T03:22:47.236" v="181" actId="20577"/>
          <ac:spMkLst>
            <pc:docMk/>
            <pc:sldMk cId="3506754725" sldId="338"/>
            <ac:spMk id="7" creationId="{6485C146-337D-4B90-2F62-8F8A1C95B9F0}"/>
          </ac:spMkLst>
        </pc:spChg>
        <pc:spChg chg="mod">
          <ac:chgData name="Mahmoud Salem" userId="7bf24d79-5b67-4251-b831-92e5f8c9b05a" providerId="ADAL" clId="{8591116C-ADAE-4C36-8081-B9D9A2116E53}" dt="2023-10-02T04:01:24.616" v="766" actId="20577"/>
          <ac:spMkLst>
            <pc:docMk/>
            <pc:sldMk cId="3506754725" sldId="338"/>
            <ac:spMk id="8" creationId="{6C10F502-B332-2AB7-5223-BE2873B95D12}"/>
          </ac:spMkLst>
        </pc:spChg>
      </pc:sldChg>
      <pc:sldChg chg="modSp add del mod">
        <pc:chgData name="Mahmoud Salem" userId="7bf24d79-5b67-4251-b831-92e5f8c9b05a" providerId="ADAL" clId="{8591116C-ADAE-4C36-8081-B9D9A2116E53}" dt="2023-10-02T03:41:55.420" v="304" actId="2696"/>
        <pc:sldMkLst>
          <pc:docMk/>
          <pc:sldMk cId="1395143652" sldId="339"/>
        </pc:sldMkLst>
        <pc:spChg chg="mod">
          <ac:chgData name="Mahmoud Salem" userId="7bf24d79-5b67-4251-b831-92e5f8c9b05a" providerId="ADAL" clId="{8591116C-ADAE-4C36-8081-B9D9A2116E53}" dt="2023-10-02T03:27:14.441" v="204" actId="20577"/>
          <ac:spMkLst>
            <pc:docMk/>
            <pc:sldMk cId="1395143652" sldId="339"/>
            <ac:spMk id="7" creationId="{6485C146-337D-4B90-2F62-8F8A1C95B9F0}"/>
          </ac:spMkLst>
        </pc:spChg>
      </pc:sldChg>
      <pc:sldChg chg="delSp modSp add mod modClrScheme chgLayout">
        <pc:chgData name="Mahmoud Salem" userId="7bf24d79-5b67-4251-b831-92e5f8c9b05a" providerId="ADAL" clId="{8591116C-ADAE-4C36-8081-B9D9A2116E53}" dt="2023-10-03T23:45:49.705" v="785" actId="700"/>
        <pc:sldMkLst>
          <pc:docMk/>
          <pc:sldMk cId="3066887049" sldId="339"/>
        </pc:sldMkLst>
        <pc:spChg chg="mod ord">
          <ac:chgData name="Mahmoud Salem" userId="7bf24d79-5b67-4251-b831-92e5f8c9b05a" providerId="ADAL" clId="{8591116C-ADAE-4C36-8081-B9D9A2116E53}" dt="2023-10-03T23:45:49.705" v="785" actId="700"/>
          <ac:spMkLst>
            <pc:docMk/>
            <pc:sldMk cId="3066887049" sldId="339"/>
            <ac:spMk id="7" creationId="{6485C146-337D-4B90-2F62-8F8A1C95B9F0}"/>
          </ac:spMkLst>
        </pc:spChg>
        <pc:spChg chg="del">
          <ac:chgData name="Mahmoud Salem" userId="7bf24d79-5b67-4251-b831-92e5f8c9b05a" providerId="ADAL" clId="{8591116C-ADAE-4C36-8081-B9D9A2116E53}" dt="2023-10-03T23:45:49.705" v="785" actId="700"/>
          <ac:spMkLst>
            <pc:docMk/>
            <pc:sldMk cId="3066887049" sldId="339"/>
            <ac:spMk id="8" creationId="{6C10F502-B332-2AB7-5223-BE2873B95D12}"/>
          </ac:spMkLst>
        </pc:spChg>
      </pc:sldChg>
      <pc:sldChg chg="delSp modSp new mod modClrScheme chgLayout">
        <pc:chgData name="Mahmoud Salem" userId="7bf24d79-5b67-4251-b831-92e5f8c9b05a" providerId="ADAL" clId="{8591116C-ADAE-4C36-8081-B9D9A2116E53}" dt="2023-10-04T00:44:40.872" v="801" actId="700"/>
        <pc:sldMkLst>
          <pc:docMk/>
          <pc:sldMk cId="1657819020" sldId="340"/>
        </pc:sldMkLst>
        <pc:spChg chg="mod ord">
          <ac:chgData name="Mahmoud Salem" userId="7bf24d79-5b67-4251-b831-92e5f8c9b05a" providerId="ADAL" clId="{8591116C-ADAE-4C36-8081-B9D9A2116E53}" dt="2023-10-04T00:44:40.872" v="801" actId="700"/>
          <ac:spMkLst>
            <pc:docMk/>
            <pc:sldMk cId="1657819020" sldId="340"/>
            <ac:spMk id="2" creationId="{9579458A-40C1-FD28-97EB-7995810028BA}"/>
          </ac:spMkLst>
        </pc:spChg>
        <pc:spChg chg="del">
          <ac:chgData name="Mahmoud Salem" userId="7bf24d79-5b67-4251-b831-92e5f8c9b05a" providerId="ADAL" clId="{8591116C-ADAE-4C36-8081-B9D9A2116E53}" dt="2023-10-04T00:44:40.872" v="801" actId="700"/>
          <ac:spMkLst>
            <pc:docMk/>
            <pc:sldMk cId="1657819020" sldId="340"/>
            <ac:spMk id="3" creationId="{461679B5-C50F-C21C-D5F8-1DCAF0F8C70C}"/>
          </ac:spMkLst>
        </pc:spChg>
      </pc:sldChg>
      <pc:sldChg chg="addSp delSp modSp add mod setBg modClrScheme chgLayout">
        <pc:chgData name="Mahmoud Salem" userId="7bf24d79-5b67-4251-b831-92e5f8c9b05a" providerId="ADAL" clId="{8591116C-ADAE-4C36-8081-B9D9A2116E53}" dt="2023-10-04T03:03:49.586" v="805" actId="26606"/>
        <pc:sldMkLst>
          <pc:docMk/>
          <pc:sldMk cId="2392468000" sldId="341"/>
        </pc:sldMkLst>
        <pc:spChg chg="add del mod ord">
          <ac:chgData name="Mahmoud Salem" userId="7bf24d79-5b67-4251-b831-92e5f8c9b05a" providerId="ADAL" clId="{8591116C-ADAE-4C36-8081-B9D9A2116E53}" dt="2023-10-04T03:03:39.980" v="804" actId="700"/>
          <ac:spMkLst>
            <pc:docMk/>
            <pc:sldMk cId="2392468000" sldId="341"/>
            <ac:spMk id="2" creationId="{3D171903-1FF9-6476-3187-15FC72130408}"/>
          </ac:spMkLst>
        </pc:spChg>
        <pc:spChg chg="mod ord">
          <ac:chgData name="Mahmoud Salem" userId="7bf24d79-5b67-4251-b831-92e5f8c9b05a" providerId="ADAL" clId="{8591116C-ADAE-4C36-8081-B9D9A2116E53}" dt="2023-10-04T03:03:49.586" v="805" actId="26606"/>
          <ac:spMkLst>
            <pc:docMk/>
            <pc:sldMk cId="2392468000" sldId="341"/>
            <ac:spMk id="7" creationId="{6485C146-337D-4B90-2F62-8F8A1C95B9F0}"/>
          </ac:spMkLst>
        </pc:spChg>
        <pc:spChg chg="del mod ord">
          <ac:chgData name="Mahmoud Salem" userId="7bf24d79-5b67-4251-b831-92e5f8c9b05a" providerId="ADAL" clId="{8591116C-ADAE-4C36-8081-B9D9A2116E53}" dt="2023-10-04T03:03:36.883" v="803" actId="700"/>
          <ac:spMkLst>
            <pc:docMk/>
            <pc:sldMk cId="2392468000" sldId="341"/>
            <ac:spMk id="8" creationId="{6C10F502-B332-2AB7-5223-BE2873B95D12}"/>
          </ac:spMkLst>
        </pc:spChg>
        <pc:spChg chg="add">
          <ac:chgData name="Mahmoud Salem" userId="7bf24d79-5b67-4251-b831-92e5f8c9b05a" providerId="ADAL" clId="{8591116C-ADAE-4C36-8081-B9D9A2116E53}" dt="2023-10-04T03:03:49.586" v="805" actId="26606"/>
          <ac:spMkLst>
            <pc:docMk/>
            <pc:sldMk cId="2392468000" sldId="341"/>
            <ac:spMk id="13" creationId="{0671A8AE-40A1-4631-A6B8-581AFF065482}"/>
          </ac:spMkLst>
        </pc:spChg>
        <pc:spChg chg="add">
          <ac:chgData name="Mahmoud Salem" userId="7bf24d79-5b67-4251-b831-92e5f8c9b05a" providerId="ADAL" clId="{8591116C-ADAE-4C36-8081-B9D9A2116E53}" dt="2023-10-04T03:03:49.586" v="805" actId="26606"/>
          <ac:spMkLst>
            <pc:docMk/>
            <pc:sldMk cId="2392468000" sldId="341"/>
            <ac:spMk id="15" creationId="{AB58EF07-17C2-48CF-ABB0-EEF1F17CB8F0}"/>
          </ac:spMkLst>
        </pc:spChg>
        <pc:spChg chg="add">
          <ac:chgData name="Mahmoud Salem" userId="7bf24d79-5b67-4251-b831-92e5f8c9b05a" providerId="ADAL" clId="{8591116C-ADAE-4C36-8081-B9D9A2116E53}" dt="2023-10-04T03:03:49.586" v="805" actId="26606"/>
          <ac:spMkLst>
            <pc:docMk/>
            <pc:sldMk cId="2392468000" sldId="341"/>
            <ac:spMk id="17" creationId="{AF2F604E-43BE-4DC3-B983-E071523364F8}"/>
          </ac:spMkLst>
        </pc:spChg>
        <pc:spChg chg="add">
          <ac:chgData name="Mahmoud Salem" userId="7bf24d79-5b67-4251-b831-92e5f8c9b05a" providerId="ADAL" clId="{8591116C-ADAE-4C36-8081-B9D9A2116E53}" dt="2023-10-04T03:03:49.586" v="805" actId="26606"/>
          <ac:spMkLst>
            <pc:docMk/>
            <pc:sldMk cId="2392468000" sldId="341"/>
            <ac:spMk id="19" creationId="{08C9B587-E65E-4B52-B37C-ABEBB6E87928}"/>
          </ac:spMkLst>
        </pc:spChg>
        <pc:picChg chg="add">
          <ac:chgData name="Mahmoud Salem" userId="7bf24d79-5b67-4251-b831-92e5f8c9b05a" providerId="ADAL" clId="{8591116C-ADAE-4C36-8081-B9D9A2116E53}" dt="2023-10-04T03:03:49.586" v="805" actId="26606"/>
          <ac:picMkLst>
            <pc:docMk/>
            <pc:sldMk cId="2392468000" sldId="341"/>
            <ac:picMk id="9" creationId="{BFE55E5E-ED18-5EA0-EFB9-413C140A1A99}"/>
          </ac:picMkLst>
        </pc:picChg>
      </pc:sldChg>
    </pc:docChg>
  </pc:docChgLst>
  <pc:docChgLst>
    <pc:chgData name="Mahmoud Salem" userId="7bf24d79-5b67-4251-b831-92e5f8c9b05a" providerId="ADAL" clId="{C3A92C71-57ED-45C5-A58D-159C2AAEDF62}"/>
    <pc:docChg chg="undo custSel addSld delSld modSld sldOrd">
      <pc:chgData name="Mahmoud Salem" userId="7bf24d79-5b67-4251-b831-92e5f8c9b05a" providerId="ADAL" clId="{C3A92C71-57ED-45C5-A58D-159C2AAEDF62}" dt="2023-11-01T03:38:28.179" v="1026" actId="20577"/>
      <pc:docMkLst>
        <pc:docMk/>
      </pc:docMkLst>
      <pc:sldChg chg="modSp add del mod">
        <pc:chgData name="Mahmoud Salem" userId="7bf24d79-5b67-4251-b831-92e5f8c9b05a" providerId="ADAL" clId="{C3A92C71-57ED-45C5-A58D-159C2AAEDF62}" dt="2023-10-31T23:00:05.715" v="3" actId="27636"/>
        <pc:sldMkLst>
          <pc:docMk/>
          <pc:sldMk cId="4262868419" sldId="256"/>
        </pc:sldMkLst>
        <pc:spChg chg="mod">
          <ac:chgData name="Mahmoud Salem" userId="7bf24d79-5b67-4251-b831-92e5f8c9b05a" providerId="ADAL" clId="{C3A92C71-57ED-45C5-A58D-159C2AAEDF62}" dt="2023-10-31T23:00:05.715" v="3" actId="27636"/>
          <ac:spMkLst>
            <pc:docMk/>
            <pc:sldMk cId="4262868419" sldId="256"/>
            <ac:spMk id="2" creationId="{70752FD7-76EF-4EBF-8807-5A08A9C8EA09}"/>
          </ac:spMkLst>
        </pc:spChg>
      </pc:sldChg>
      <pc:sldChg chg="del">
        <pc:chgData name="Mahmoud Salem" userId="7bf24d79-5b67-4251-b831-92e5f8c9b05a" providerId="ADAL" clId="{C3A92C71-57ED-45C5-A58D-159C2AAEDF62}" dt="2023-10-31T23:00:10.002" v="11" actId="47"/>
        <pc:sldMkLst>
          <pc:docMk/>
          <pc:sldMk cId="1440558978" sldId="257"/>
        </pc:sldMkLst>
      </pc:sldChg>
      <pc:sldChg chg="add del">
        <pc:chgData name="Mahmoud Salem" userId="7bf24d79-5b67-4251-b831-92e5f8c9b05a" providerId="ADAL" clId="{C3A92C71-57ED-45C5-A58D-159C2AAEDF62}" dt="2023-10-31T23:01:46.030" v="12" actId="47"/>
        <pc:sldMkLst>
          <pc:docMk/>
          <pc:sldMk cId="3657133794" sldId="258"/>
        </pc:sldMkLst>
      </pc:sldChg>
      <pc:sldChg chg="del">
        <pc:chgData name="Mahmoud Salem" userId="7bf24d79-5b67-4251-b831-92e5f8c9b05a" providerId="ADAL" clId="{C3A92C71-57ED-45C5-A58D-159C2AAEDF62}" dt="2023-10-31T22:59:35.388" v="0" actId="47"/>
        <pc:sldMkLst>
          <pc:docMk/>
          <pc:sldMk cId="4262167541" sldId="258"/>
        </pc:sldMkLst>
      </pc:sldChg>
      <pc:sldChg chg="del">
        <pc:chgData name="Mahmoud Salem" userId="7bf24d79-5b67-4251-b831-92e5f8c9b05a" providerId="ADAL" clId="{C3A92C71-57ED-45C5-A58D-159C2AAEDF62}" dt="2023-10-31T22:59:35.388" v="0" actId="47"/>
        <pc:sldMkLst>
          <pc:docMk/>
          <pc:sldMk cId="1195504030" sldId="259"/>
        </pc:sldMkLst>
      </pc:sldChg>
      <pc:sldChg chg="delSp modSp add del mod setBg delDesignElem">
        <pc:chgData name="Mahmoud Salem" userId="7bf24d79-5b67-4251-b831-92e5f8c9b05a" providerId="ADAL" clId="{C3A92C71-57ED-45C5-A58D-159C2AAEDF62}" dt="2023-10-31T23:50:17.123" v="566" actId="47"/>
        <pc:sldMkLst>
          <pc:docMk/>
          <pc:sldMk cId="3421971578" sldId="265"/>
        </pc:sldMkLst>
        <pc:spChg chg="mod">
          <ac:chgData name="Mahmoud Salem" userId="7bf24d79-5b67-4251-b831-92e5f8c9b05a" providerId="ADAL" clId="{C3A92C71-57ED-45C5-A58D-159C2AAEDF62}" dt="2023-10-31T23:14:10.448" v="86" actId="1076"/>
          <ac:spMkLst>
            <pc:docMk/>
            <pc:sldMk cId="3421971578" sldId="265"/>
            <ac:spMk id="2" creationId="{E3468CF8-7858-EAF9-04F7-CE5A3DA5305D}"/>
          </ac:spMkLst>
        </pc:spChg>
        <pc:spChg chg="del">
          <ac:chgData name="Mahmoud Salem" userId="7bf24d79-5b67-4251-b831-92e5f8c9b05a" providerId="ADAL" clId="{C3A92C71-57ED-45C5-A58D-159C2AAEDF62}" dt="2023-10-31T23:00:05.652" v="2"/>
          <ac:spMkLst>
            <pc:docMk/>
            <pc:sldMk cId="3421971578" sldId="265"/>
            <ac:spMk id="9" creationId="{982413CC-69E6-4BDA-A88D-E4EF8F95B27D}"/>
          </ac:spMkLst>
        </pc:spChg>
        <pc:grpChg chg="del">
          <ac:chgData name="Mahmoud Salem" userId="7bf24d79-5b67-4251-b831-92e5f8c9b05a" providerId="ADAL" clId="{C3A92C71-57ED-45C5-A58D-159C2AAEDF62}" dt="2023-10-31T23:00:05.652" v="2"/>
          <ac:grpSpMkLst>
            <pc:docMk/>
            <pc:sldMk cId="3421971578" sldId="265"/>
            <ac:grpSpMk id="11" creationId="{4F1F7357-8633-4CE7-BF80-475EE8A2FAEA}"/>
          </ac:grpSpMkLst>
        </pc:grpChg>
        <pc:graphicFrameChg chg="mod">
          <ac:chgData name="Mahmoud Salem" userId="7bf24d79-5b67-4251-b831-92e5f8c9b05a" providerId="ADAL" clId="{C3A92C71-57ED-45C5-A58D-159C2AAEDF62}" dt="2023-10-31T23:14:13.368" v="87" actId="1076"/>
          <ac:graphicFrameMkLst>
            <pc:docMk/>
            <pc:sldMk cId="3421971578" sldId="265"/>
            <ac:graphicFrameMk id="5" creationId="{9E9781CF-6B72-6E93-3AFB-52D2C7D86F6A}"/>
          </ac:graphicFrameMkLst>
        </pc:graphicFrameChg>
      </pc:sldChg>
      <pc:sldChg chg="del">
        <pc:chgData name="Mahmoud Salem" userId="7bf24d79-5b67-4251-b831-92e5f8c9b05a" providerId="ADAL" clId="{C3A92C71-57ED-45C5-A58D-159C2AAEDF62}" dt="2023-10-31T22:59:35.388" v="0" actId="47"/>
        <pc:sldMkLst>
          <pc:docMk/>
          <pc:sldMk cId="3642913804" sldId="266"/>
        </pc:sldMkLst>
      </pc:sldChg>
      <pc:sldChg chg="del">
        <pc:chgData name="Mahmoud Salem" userId="7bf24d79-5b67-4251-b831-92e5f8c9b05a" providerId="ADAL" clId="{C3A92C71-57ED-45C5-A58D-159C2AAEDF62}" dt="2023-10-31T22:59:35.388" v="0" actId="47"/>
        <pc:sldMkLst>
          <pc:docMk/>
          <pc:sldMk cId="1084292063" sldId="267"/>
        </pc:sldMkLst>
      </pc:sldChg>
      <pc:sldChg chg="del">
        <pc:chgData name="Mahmoud Salem" userId="7bf24d79-5b67-4251-b831-92e5f8c9b05a" providerId="ADAL" clId="{C3A92C71-57ED-45C5-A58D-159C2AAEDF62}" dt="2023-10-31T22:59:35.388" v="0" actId="47"/>
        <pc:sldMkLst>
          <pc:docMk/>
          <pc:sldMk cId="1184761468" sldId="268"/>
        </pc:sldMkLst>
      </pc:sldChg>
      <pc:sldChg chg="del">
        <pc:chgData name="Mahmoud Salem" userId="7bf24d79-5b67-4251-b831-92e5f8c9b05a" providerId="ADAL" clId="{C3A92C71-57ED-45C5-A58D-159C2AAEDF62}" dt="2023-10-31T22:59:35.388" v="0" actId="47"/>
        <pc:sldMkLst>
          <pc:docMk/>
          <pc:sldMk cId="957538140" sldId="270"/>
        </pc:sldMkLst>
      </pc:sldChg>
      <pc:sldChg chg="del">
        <pc:chgData name="Mahmoud Salem" userId="7bf24d79-5b67-4251-b831-92e5f8c9b05a" providerId="ADAL" clId="{C3A92C71-57ED-45C5-A58D-159C2AAEDF62}" dt="2023-10-31T22:59:35.388" v="0" actId="47"/>
        <pc:sldMkLst>
          <pc:docMk/>
          <pc:sldMk cId="3575093170" sldId="271"/>
        </pc:sldMkLst>
      </pc:sldChg>
      <pc:sldChg chg="del">
        <pc:chgData name="Mahmoud Salem" userId="7bf24d79-5b67-4251-b831-92e5f8c9b05a" providerId="ADAL" clId="{C3A92C71-57ED-45C5-A58D-159C2AAEDF62}" dt="2023-10-31T22:59:35.388" v="0" actId="47"/>
        <pc:sldMkLst>
          <pc:docMk/>
          <pc:sldMk cId="2327593959" sldId="275"/>
        </pc:sldMkLst>
      </pc:sldChg>
      <pc:sldChg chg="del">
        <pc:chgData name="Mahmoud Salem" userId="7bf24d79-5b67-4251-b831-92e5f8c9b05a" providerId="ADAL" clId="{C3A92C71-57ED-45C5-A58D-159C2AAEDF62}" dt="2023-10-31T22:59:35.388" v="0" actId="47"/>
        <pc:sldMkLst>
          <pc:docMk/>
          <pc:sldMk cId="127284132" sldId="277"/>
        </pc:sldMkLst>
      </pc:sldChg>
      <pc:sldChg chg="del">
        <pc:chgData name="Mahmoud Salem" userId="7bf24d79-5b67-4251-b831-92e5f8c9b05a" providerId="ADAL" clId="{C3A92C71-57ED-45C5-A58D-159C2AAEDF62}" dt="2023-10-31T22:59:35.388" v="0" actId="47"/>
        <pc:sldMkLst>
          <pc:docMk/>
          <pc:sldMk cId="1080018283" sldId="278"/>
        </pc:sldMkLst>
      </pc:sldChg>
      <pc:sldChg chg="del">
        <pc:chgData name="Mahmoud Salem" userId="7bf24d79-5b67-4251-b831-92e5f8c9b05a" providerId="ADAL" clId="{C3A92C71-57ED-45C5-A58D-159C2AAEDF62}" dt="2023-10-31T22:59:35.388" v="0" actId="47"/>
        <pc:sldMkLst>
          <pc:docMk/>
          <pc:sldMk cId="2949032208" sldId="281"/>
        </pc:sldMkLst>
      </pc:sldChg>
      <pc:sldChg chg="del">
        <pc:chgData name="Mahmoud Salem" userId="7bf24d79-5b67-4251-b831-92e5f8c9b05a" providerId="ADAL" clId="{C3A92C71-57ED-45C5-A58D-159C2AAEDF62}" dt="2023-10-31T22:59:35.388" v="0" actId="47"/>
        <pc:sldMkLst>
          <pc:docMk/>
          <pc:sldMk cId="1802590510" sldId="282"/>
        </pc:sldMkLst>
      </pc:sldChg>
      <pc:sldChg chg="del">
        <pc:chgData name="Mahmoud Salem" userId="7bf24d79-5b67-4251-b831-92e5f8c9b05a" providerId="ADAL" clId="{C3A92C71-57ED-45C5-A58D-159C2AAEDF62}" dt="2023-10-31T22:59:35.388" v="0" actId="47"/>
        <pc:sldMkLst>
          <pc:docMk/>
          <pc:sldMk cId="661036228" sldId="284"/>
        </pc:sldMkLst>
      </pc:sldChg>
      <pc:sldChg chg="modSp add mod">
        <pc:chgData name="Mahmoud Salem" userId="7bf24d79-5b67-4251-b831-92e5f8c9b05a" providerId="ADAL" clId="{C3A92C71-57ED-45C5-A58D-159C2AAEDF62}" dt="2023-10-31T23:02:03.433" v="22" actId="27636"/>
        <pc:sldMkLst>
          <pc:docMk/>
          <pc:sldMk cId="177477495" sldId="285"/>
        </pc:sldMkLst>
        <pc:spChg chg="mod">
          <ac:chgData name="Mahmoud Salem" userId="7bf24d79-5b67-4251-b831-92e5f8c9b05a" providerId="ADAL" clId="{C3A92C71-57ED-45C5-A58D-159C2AAEDF62}" dt="2023-10-31T23:02:03.433" v="22" actId="27636"/>
          <ac:spMkLst>
            <pc:docMk/>
            <pc:sldMk cId="177477495" sldId="285"/>
            <ac:spMk id="3" creationId="{F3005794-BF65-410E-9225-F34791DBC010}"/>
          </ac:spMkLst>
        </pc:spChg>
        <pc:spChg chg="mod">
          <ac:chgData name="Mahmoud Salem" userId="7bf24d79-5b67-4251-b831-92e5f8c9b05a" providerId="ADAL" clId="{C3A92C71-57ED-45C5-A58D-159C2AAEDF62}" dt="2023-10-31T23:00:05.652" v="2"/>
          <ac:spMkLst>
            <pc:docMk/>
            <pc:sldMk cId="177477495" sldId="285"/>
            <ac:spMk id="4" creationId="{4E14A3A2-0881-4AA2-B724-688DC4391366}"/>
          </ac:spMkLst>
        </pc:spChg>
      </pc:sldChg>
      <pc:sldChg chg="del">
        <pc:chgData name="Mahmoud Salem" userId="7bf24d79-5b67-4251-b831-92e5f8c9b05a" providerId="ADAL" clId="{C3A92C71-57ED-45C5-A58D-159C2AAEDF62}" dt="2023-10-31T22:59:35.388" v="0" actId="47"/>
        <pc:sldMkLst>
          <pc:docMk/>
          <pc:sldMk cId="3394511459" sldId="285"/>
        </pc:sldMkLst>
      </pc:sldChg>
      <pc:sldChg chg="del">
        <pc:chgData name="Mahmoud Salem" userId="7bf24d79-5b67-4251-b831-92e5f8c9b05a" providerId="ADAL" clId="{C3A92C71-57ED-45C5-A58D-159C2AAEDF62}" dt="2023-10-31T22:59:35.388" v="0" actId="47"/>
        <pc:sldMkLst>
          <pc:docMk/>
          <pc:sldMk cId="2627739273" sldId="286"/>
        </pc:sldMkLst>
      </pc:sldChg>
      <pc:sldChg chg="add">
        <pc:chgData name="Mahmoud Salem" userId="7bf24d79-5b67-4251-b831-92e5f8c9b05a" providerId="ADAL" clId="{C3A92C71-57ED-45C5-A58D-159C2AAEDF62}" dt="2023-10-31T23:00:05.652" v="2"/>
        <pc:sldMkLst>
          <pc:docMk/>
          <pc:sldMk cId="4262167541" sldId="286"/>
        </pc:sldMkLst>
      </pc:sldChg>
      <pc:sldChg chg="add">
        <pc:chgData name="Mahmoud Salem" userId="7bf24d79-5b67-4251-b831-92e5f8c9b05a" providerId="ADAL" clId="{C3A92C71-57ED-45C5-A58D-159C2AAEDF62}" dt="2023-10-31T23:00:05.652" v="2"/>
        <pc:sldMkLst>
          <pc:docMk/>
          <pc:sldMk cId="1526657781" sldId="288"/>
        </pc:sldMkLst>
      </pc:sldChg>
      <pc:sldChg chg="del">
        <pc:chgData name="Mahmoud Salem" userId="7bf24d79-5b67-4251-b831-92e5f8c9b05a" providerId="ADAL" clId="{C3A92C71-57ED-45C5-A58D-159C2AAEDF62}" dt="2023-10-31T22:59:35.388" v="0" actId="47"/>
        <pc:sldMkLst>
          <pc:docMk/>
          <pc:sldMk cId="1057640647" sldId="291"/>
        </pc:sldMkLst>
      </pc:sldChg>
      <pc:sldChg chg="addSp delSp modSp add del mod setBg chgLayout">
        <pc:chgData name="Mahmoud Salem" userId="7bf24d79-5b67-4251-b831-92e5f8c9b05a" providerId="ADAL" clId="{C3A92C71-57ED-45C5-A58D-159C2AAEDF62}" dt="2023-10-31T23:06:57.560" v="60" actId="27636"/>
        <pc:sldMkLst>
          <pc:docMk/>
          <pc:sldMk cId="4002250383" sldId="292"/>
        </pc:sldMkLst>
        <pc:spChg chg="mod ord">
          <ac:chgData name="Mahmoud Salem" userId="7bf24d79-5b67-4251-b831-92e5f8c9b05a" providerId="ADAL" clId="{C3A92C71-57ED-45C5-A58D-159C2AAEDF62}" dt="2023-10-31T23:06:52.974" v="57" actId="6264"/>
          <ac:spMkLst>
            <pc:docMk/>
            <pc:sldMk cId="4002250383" sldId="292"/>
            <ac:spMk id="2" creationId="{C23F65B8-D81E-A1FD-0F11-29279744247E}"/>
          </ac:spMkLst>
        </pc:spChg>
        <pc:spChg chg="mod ord">
          <ac:chgData name="Mahmoud Salem" userId="7bf24d79-5b67-4251-b831-92e5f8c9b05a" providerId="ADAL" clId="{C3A92C71-57ED-45C5-A58D-159C2AAEDF62}" dt="2023-10-31T23:06:57.560" v="59" actId="27636"/>
          <ac:spMkLst>
            <pc:docMk/>
            <pc:sldMk cId="4002250383" sldId="292"/>
            <ac:spMk id="3" creationId="{9C44EA3A-4FC0-26F8-04DB-3710AD0DCDB0}"/>
          </ac:spMkLst>
        </pc:spChg>
        <pc:spChg chg="mod ord">
          <ac:chgData name="Mahmoud Salem" userId="7bf24d79-5b67-4251-b831-92e5f8c9b05a" providerId="ADAL" clId="{C3A92C71-57ED-45C5-A58D-159C2AAEDF62}" dt="2023-10-31T23:06:52.974" v="57" actId="6264"/>
          <ac:spMkLst>
            <pc:docMk/>
            <pc:sldMk cId="4002250383" sldId="292"/>
            <ac:spMk id="4" creationId="{8CA29608-CD7B-E64B-9D21-99DE13767C4C}"/>
          </ac:spMkLst>
        </pc:spChg>
        <pc:spChg chg="mod ord">
          <ac:chgData name="Mahmoud Salem" userId="7bf24d79-5b67-4251-b831-92e5f8c9b05a" providerId="ADAL" clId="{C3A92C71-57ED-45C5-A58D-159C2AAEDF62}" dt="2023-10-31T23:06:57.560" v="60" actId="27636"/>
          <ac:spMkLst>
            <pc:docMk/>
            <pc:sldMk cId="4002250383" sldId="292"/>
            <ac:spMk id="5" creationId="{817C7663-BC39-8EA7-ACDF-6FB741949DEC}"/>
          </ac:spMkLst>
        </pc:spChg>
        <pc:spChg chg="mod ord">
          <ac:chgData name="Mahmoud Salem" userId="7bf24d79-5b67-4251-b831-92e5f8c9b05a" providerId="ADAL" clId="{C3A92C71-57ED-45C5-A58D-159C2AAEDF62}" dt="2023-10-31T23:06:52.974" v="57" actId="6264"/>
          <ac:spMkLst>
            <pc:docMk/>
            <pc:sldMk cId="4002250383" sldId="292"/>
            <ac:spMk id="6" creationId="{22F0562F-2239-EA49-7958-4244E2F22DB8}"/>
          </ac:spMkLst>
        </pc:spChg>
        <pc:spChg chg="add del mod">
          <ac:chgData name="Mahmoud Salem" userId="7bf24d79-5b67-4251-b831-92e5f8c9b05a" providerId="ADAL" clId="{C3A92C71-57ED-45C5-A58D-159C2AAEDF62}" dt="2023-10-31T23:06:52.974" v="57" actId="6264"/>
          <ac:spMkLst>
            <pc:docMk/>
            <pc:sldMk cId="4002250383" sldId="292"/>
            <ac:spMk id="7" creationId="{421AC120-CE01-9D9C-7CF7-BB408C7B277D}"/>
          </ac:spMkLst>
        </pc:spChg>
        <pc:spChg chg="add del mod">
          <ac:chgData name="Mahmoud Salem" userId="7bf24d79-5b67-4251-b831-92e5f8c9b05a" providerId="ADAL" clId="{C3A92C71-57ED-45C5-A58D-159C2AAEDF62}" dt="2023-10-31T23:06:52.974" v="57" actId="6264"/>
          <ac:spMkLst>
            <pc:docMk/>
            <pc:sldMk cId="4002250383" sldId="292"/>
            <ac:spMk id="8" creationId="{0C040BFD-F232-BA6B-9E49-7DE5AF446B23}"/>
          </ac:spMkLst>
        </pc:spChg>
        <pc:spChg chg="add del mod">
          <ac:chgData name="Mahmoud Salem" userId="7bf24d79-5b67-4251-b831-92e5f8c9b05a" providerId="ADAL" clId="{C3A92C71-57ED-45C5-A58D-159C2AAEDF62}" dt="2023-10-31T23:06:52.974" v="57" actId="6264"/>
          <ac:spMkLst>
            <pc:docMk/>
            <pc:sldMk cId="4002250383" sldId="292"/>
            <ac:spMk id="9" creationId="{9916240D-5045-3244-6040-BA5606C5EF51}"/>
          </ac:spMkLst>
        </pc:spChg>
        <pc:spChg chg="add del mod">
          <ac:chgData name="Mahmoud Salem" userId="7bf24d79-5b67-4251-b831-92e5f8c9b05a" providerId="ADAL" clId="{C3A92C71-57ED-45C5-A58D-159C2AAEDF62}" dt="2023-10-31T23:06:52.974" v="57" actId="6264"/>
          <ac:spMkLst>
            <pc:docMk/>
            <pc:sldMk cId="4002250383" sldId="292"/>
            <ac:spMk id="10" creationId="{B7537C4D-B5EB-2F4E-50A4-BB82CA561FEF}"/>
          </ac:spMkLst>
        </pc:spChg>
        <pc:spChg chg="add del mod">
          <ac:chgData name="Mahmoud Salem" userId="7bf24d79-5b67-4251-b831-92e5f8c9b05a" providerId="ADAL" clId="{C3A92C71-57ED-45C5-A58D-159C2AAEDF62}" dt="2023-10-31T23:06:52.974" v="57" actId="6264"/>
          <ac:spMkLst>
            <pc:docMk/>
            <pc:sldMk cId="4002250383" sldId="292"/>
            <ac:spMk id="11" creationId="{77C0F6AB-AB97-DF52-576C-3DCFCE5DD42A}"/>
          </ac:spMkLst>
        </pc:spChg>
        <pc:cxnChg chg="add del">
          <ac:chgData name="Mahmoud Salem" userId="7bf24d79-5b67-4251-b831-92e5f8c9b05a" providerId="ADAL" clId="{C3A92C71-57ED-45C5-A58D-159C2AAEDF62}" dt="2023-10-31T23:06:34.625" v="56" actId="26606"/>
          <ac:cxnSpMkLst>
            <pc:docMk/>
            <pc:sldMk cId="4002250383" sldId="292"/>
            <ac:cxnSpMk id="12" creationId="{D2C4353C-C927-1758-0BEF-21E9E0D81614}"/>
          </ac:cxnSpMkLst>
        </pc:cxnChg>
      </pc:sldChg>
      <pc:sldChg chg="del">
        <pc:chgData name="Mahmoud Salem" userId="7bf24d79-5b67-4251-b831-92e5f8c9b05a" providerId="ADAL" clId="{C3A92C71-57ED-45C5-A58D-159C2AAEDF62}" dt="2023-10-31T22:59:35.388" v="0" actId="47"/>
        <pc:sldMkLst>
          <pc:docMk/>
          <pc:sldMk cId="2508219363" sldId="294"/>
        </pc:sldMkLst>
      </pc:sldChg>
      <pc:sldChg chg="modSp add mod">
        <pc:chgData name="Mahmoud Salem" userId="7bf24d79-5b67-4251-b831-92e5f8c9b05a" providerId="ADAL" clId="{C3A92C71-57ED-45C5-A58D-159C2AAEDF62}" dt="2023-10-31T23:02:58.612" v="36" actId="20577"/>
        <pc:sldMkLst>
          <pc:docMk/>
          <pc:sldMk cId="2698832496" sldId="303"/>
        </pc:sldMkLst>
        <pc:spChg chg="mod">
          <ac:chgData name="Mahmoud Salem" userId="7bf24d79-5b67-4251-b831-92e5f8c9b05a" providerId="ADAL" clId="{C3A92C71-57ED-45C5-A58D-159C2AAEDF62}" dt="2023-10-31T23:02:58.612" v="36" actId="20577"/>
          <ac:spMkLst>
            <pc:docMk/>
            <pc:sldMk cId="2698832496" sldId="303"/>
            <ac:spMk id="3" creationId="{F3005794-BF65-410E-9225-F34791DBC010}"/>
          </ac:spMkLst>
        </pc:spChg>
        <pc:spChg chg="mod">
          <ac:chgData name="Mahmoud Salem" userId="7bf24d79-5b67-4251-b831-92e5f8c9b05a" providerId="ADAL" clId="{C3A92C71-57ED-45C5-A58D-159C2AAEDF62}" dt="2023-10-31T23:00:05.652" v="2"/>
          <ac:spMkLst>
            <pc:docMk/>
            <pc:sldMk cId="2698832496" sldId="303"/>
            <ac:spMk id="4" creationId="{4E14A3A2-0881-4AA2-B724-688DC4391366}"/>
          </ac:spMkLst>
        </pc:spChg>
      </pc:sldChg>
      <pc:sldChg chg="add del">
        <pc:chgData name="Mahmoud Salem" userId="7bf24d79-5b67-4251-b831-92e5f8c9b05a" providerId="ADAL" clId="{C3A92C71-57ED-45C5-A58D-159C2AAEDF62}" dt="2023-10-31T23:00:05.652" v="2"/>
        <pc:sldMkLst>
          <pc:docMk/>
          <pc:sldMk cId="2659362190" sldId="304"/>
        </pc:sldMkLst>
      </pc:sldChg>
      <pc:sldChg chg="del">
        <pc:chgData name="Mahmoud Salem" userId="7bf24d79-5b67-4251-b831-92e5f8c9b05a" providerId="ADAL" clId="{C3A92C71-57ED-45C5-A58D-159C2AAEDF62}" dt="2023-10-31T22:59:35.388" v="0" actId="47"/>
        <pc:sldMkLst>
          <pc:docMk/>
          <pc:sldMk cId="3432756018" sldId="310"/>
        </pc:sldMkLst>
      </pc:sldChg>
      <pc:sldChg chg="del">
        <pc:chgData name="Mahmoud Salem" userId="7bf24d79-5b67-4251-b831-92e5f8c9b05a" providerId="ADAL" clId="{C3A92C71-57ED-45C5-A58D-159C2AAEDF62}" dt="2023-10-31T22:59:35.388" v="0" actId="47"/>
        <pc:sldMkLst>
          <pc:docMk/>
          <pc:sldMk cId="3593093651" sldId="311"/>
        </pc:sldMkLst>
      </pc:sldChg>
      <pc:sldChg chg="del">
        <pc:chgData name="Mahmoud Salem" userId="7bf24d79-5b67-4251-b831-92e5f8c9b05a" providerId="ADAL" clId="{C3A92C71-57ED-45C5-A58D-159C2AAEDF62}" dt="2023-10-31T22:59:35.388" v="0" actId="47"/>
        <pc:sldMkLst>
          <pc:docMk/>
          <pc:sldMk cId="4055777899" sldId="312"/>
        </pc:sldMkLst>
      </pc:sldChg>
      <pc:sldChg chg="del">
        <pc:chgData name="Mahmoud Salem" userId="7bf24d79-5b67-4251-b831-92e5f8c9b05a" providerId="ADAL" clId="{C3A92C71-57ED-45C5-A58D-159C2AAEDF62}" dt="2023-10-31T22:59:35.388" v="0" actId="47"/>
        <pc:sldMkLst>
          <pc:docMk/>
          <pc:sldMk cId="631526885" sldId="316"/>
        </pc:sldMkLst>
      </pc:sldChg>
      <pc:sldChg chg="modSp add mod">
        <pc:chgData name="Mahmoud Salem" userId="7bf24d79-5b67-4251-b831-92e5f8c9b05a" providerId="ADAL" clId="{C3A92C71-57ED-45C5-A58D-159C2AAEDF62}" dt="2023-10-31T23:03:04.428" v="37" actId="1076"/>
        <pc:sldMkLst>
          <pc:docMk/>
          <pc:sldMk cId="3799807154" sldId="319"/>
        </pc:sldMkLst>
        <pc:spChg chg="mod">
          <ac:chgData name="Mahmoud Salem" userId="7bf24d79-5b67-4251-b831-92e5f8c9b05a" providerId="ADAL" clId="{C3A92C71-57ED-45C5-A58D-159C2AAEDF62}" dt="2023-10-31T23:00:05.652" v="2"/>
          <ac:spMkLst>
            <pc:docMk/>
            <pc:sldMk cId="3799807154" sldId="319"/>
            <ac:spMk id="4" creationId="{4E14A3A2-0881-4AA2-B724-688DC4391366}"/>
          </ac:spMkLst>
        </pc:spChg>
        <pc:picChg chg="mod">
          <ac:chgData name="Mahmoud Salem" userId="7bf24d79-5b67-4251-b831-92e5f8c9b05a" providerId="ADAL" clId="{C3A92C71-57ED-45C5-A58D-159C2AAEDF62}" dt="2023-10-31T23:03:04.428" v="37" actId="1076"/>
          <ac:picMkLst>
            <pc:docMk/>
            <pc:sldMk cId="3799807154" sldId="319"/>
            <ac:picMk id="6" creationId="{B699BADC-D1E6-504F-2C7B-2D128BCDB86A}"/>
          </ac:picMkLst>
        </pc:picChg>
      </pc:sldChg>
      <pc:sldChg chg="modSp add mod">
        <pc:chgData name="Mahmoud Salem" userId="7bf24d79-5b67-4251-b831-92e5f8c9b05a" providerId="ADAL" clId="{C3A92C71-57ED-45C5-A58D-159C2AAEDF62}" dt="2023-10-31T23:04:03.703" v="40" actId="27636"/>
        <pc:sldMkLst>
          <pc:docMk/>
          <pc:sldMk cId="1079151901" sldId="320"/>
        </pc:sldMkLst>
        <pc:spChg chg="mod">
          <ac:chgData name="Mahmoud Salem" userId="7bf24d79-5b67-4251-b831-92e5f8c9b05a" providerId="ADAL" clId="{C3A92C71-57ED-45C5-A58D-159C2AAEDF62}" dt="2023-10-31T23:00:05.762" v="5" actId="27636"/>
          <ac:spMkLst>
            <pc:docMk/>
            <pc:sldMk cId="1079151901" sldId="320"/>
            <ac:spMk id="2" creationId="{E777E4B0-E03F-4F02-BDFE-7A4C6DA29131}"/>
          </ac:spMkLst>
        </pc:spChg>
        <pc:spChg chg="mod">
          <ac:chgData name="Mahmoud Salem" userId="7bf24d79-5b67-4251-b831-92e5f8c9b05a" providerId="ADAL" clId="{C3A92C71-57ED-45C5-A58D-159C2AAEDF62}" dt="2023-10-31T23:04:03.703" v="40" actId="27636"/>
          <ac:spMkLst>
            <pc:docMk/>
            <pc:sldMk cId="1079151901" sldId="320"/>
            <ac:spMk id="3" creationId="{F3005794-BF65-410E-9225-F34791DBC010}"/>
          </ac:spMkLst>
        </pc:spChg>
        <pc:spChg chg="mod">
          <ac:chgData name="Mahmoud Salem" userId="7bf24d79-5b67-4251-b831-92e5f8c9b05a" providerId="ADAL" clId="{C3A92C71-57ED-45C5-A58D-159C2AAEDF62}" dt="2023-10-31T23:00:05.652" v="2"/>
          <ac:spMkLst>
            <pc:docMk/>
            <pc:sldMk cId="1079151901" sldId="320"/>
            <ac:spMk id="4" creationId="{4E14A3A2-0881-4AA2-B724-688DC4391366}"/>
          </ac:spMkLst>
        </pc:spChg>
      </pc:sldChg>
      <pc:sldChg chg="modSp add mod">
        <pc:chgData name="Mahmoud Salem" userId="7bf24d79-5b67-4251-b831-92e5f8c9b05a" providerId="ADAL" clId="{C3A92C71-57ED-45C5-A58D-159C2AAEDF62}" dt="2023-10-31T23:04:35.713" v="42" actId="1076"/>
        <pc:sldMkLst>
          <pc:docMk/>
          <pc:sldMk cId="190409357" sldId="321"/>
        </pc:sldMkLst>
        <pc:spChg chg="mod">
          <ac:chgData name="Mahmoud Salem" userId="7bf24d79-5b67-4251-b831-92e5f8c9b05a" providerId="ADAL" clId="{C3A92C71-57ED-45C5-A58D-159C2AAEDF62}" dt="2023-10-31T23:00:05.652" v="2"/>
          <ac:spMkLst>
            <pc:docMk/>
            <pc:sldMk cId="190409357" sldId="321"/>
            <ac:spMk id="4" creationId="{4E14A3A2-0881-4AA2-B724-688DC4391366}"/>
          </ac:spMkLst>
        </pc:spChg>
        <pc:picChg chg="mod">
          <ac:chgData name="Mahmoud Salem" userId="7bf24d79-5b67-4251-b831-92e5f8c9b05a" providerId="ADAL" clId="{C3A92C71-57ED-45C5-A58D-159C2AAEDF62}" dt="2023-10-31T23:04:35.713" v="42" actId="1076"/>
          <ac:picMkLst>
            <pc:docMk/>
            <pc:sldMk cId="190409357" sldId="321"/>
            <ac:picMk id="5" creationId="{E158FBF7-ACAA-34C3-AC82-24B5C1DCF356}"/>
          </ac:picMkLst>
        </pc:picChg>
      </pc:sldChg>
      <pc:sldChg chg="del">
        <pc:chgData name="Mahmoud Salem" userId="7bf24d79-5b67-4251-b831-92e5f8c9b05a" providerId="ADAL" clId="{C3A92C71-57ED-45C5-A58D-159C2AAEDF62}" dt="2023-10-31T22:59:35.388" v="0" actId="47"/>
        <pc:sldMkLst>
          <pc:docMk/>
          <pc:sldMk cId="319258761" sldId="322"/>
        </pc:sldMkLst>
      </pc:sldChg>
      <pc:sldChg chg="modSp add">
        <pc:chgData name="Mahmoud Salem" userId="7bf24d79-5b67-4251-b831-92e5f8c9b05a" providerId="ADAL" clId="{C3A92C71-57ED-45C5-A58D-159C2AAEDF62}" dt="2023-10-31T23:00:05.652" v="2"/>
        <pc:sldMkLst>
          <pc:docMk/>
          <pc:sldMk cId="3897656664" sldId="322"/>
        </pc:sldMkLst>
        <pc:spChg chg="mod">
          <ac:chgData name="Mahmoud Salem" userId="7bf24d79-5b67-4251-b831-92e5f8c9b05a" providerId="ADAL" clId="{C3A92C71-57ED-45C5-A58D-159C2AAEDF62}" dt="2023-10-31T23:00:05.652" v="2"/>
          <ac:spMkLst>
            <pc:docMk/>
            <pc:sldMk cId="3897656664" sldId="322"/>
            <ac:spMk id="4" creationId="{4E14A3A2-0881-4AA2-B724-688DC4391366}"/>
          </ac:spMkLst>
        </pc:spChg>
      </pc:sldChg>
      <pc:sldChg chg="modSp add mod">
        <pc:chgData name="Mahmoud Salem" userId="7bf24d79-5b67-4251-b831-92e5f8c9b05a" providerId="ADAL" clId="{C3A92C71-57ED-45C5-A58D-159C2AAEDF62}" dt="2023-10-31T23:04:48.448" v="44" actId="1076"/>
        <pc:sldMkLst>
          <pc:docMk/>
          <pc:sldMk cId="3437872710" sldId="323"/>
        </pc:sldMkLst>
        <pc:spChg chg="mod">
          <ac:chgData name="Mahmoud Salem" userId="7bf24d79-5b67-4251-b831-92e5f8c9b05a" providerId="ADAL" clId="{C3A92C71-57ED-45C5-A58D-159C2AAEDF62}" dt="2023-10-31T23:00:05.652" v="2"/>
          <ac:spMkLst>
            <pc:docMk/>
            <pc:sldMk cId="3437872710" sldId="323"/>
            <ac:spMk id="4" creationId="{4E14A3A2-0881-4AA2-B724-688DC4391366}"/>
          </ac:spMkLst>
        </pc:spChg>
        <pc:picChg chg="mod">
          <ac:chgData name="Mahmoud Salem" userId="7bf24d79-5b67-4251-b831-92e5f8c9b05a" providerId="ADAL" clId="{C3A92C71-57ED-45C5-A58D-159C2AAEDF62}" dt="2023-10-31T23:04:48.448" v="44" actId="1076"/>
          <ac:picMkLst>
            <pc:docMk/>
            <pc:sldMk cId="3437872710" sldId="323"/>
            <ac:picMk id="5" creationId="{D879365F-AD8F-1980-02A3-05DE54A0A1FC}"/>
          </ac:picMkLst>
        </pc:picChg>
      </pc:sldChg>
      <pc:sldChg chg="modSp add mod">
        <pc:chgData name="Mahmoud Salem" userId="7bf24d79-5b67-4251-b831-92e5f8c9b05a" providerId="ADAL" clId="{C3A92C71-57ED-45C5-A58D-159C2AAEDF62}" dt="2023-10-31T23:00:05.787" v="7" actId="27636"/>
        <pc:sldMkLst>
          <pc:docMk/>
          <pc:sldMk cId="597852385" sldId="324"/>
        </pc:sldMkLst>
        <pc:spChg chg="mod">
          <ac:chgData name="Mahmoud Salem" userId="7bf24d79-5b67-4251-b831-92e5f8c9b05a" providerId="ADAL" clId="{C3A92C71-57ED-45C5-A58D-159C2AAEDF62}" dt="2023-10-31T23:00:05.652" v="2"/>
          <ac:spMkLst>
            <pc:docMk/>
            <pc:sldMk cId="597852385" sldId="324"/>
            <ac:spMk id="4" creationId="{4E14A3A2-0881-4AA2-B724-688DC4391366}"/>
          </ac:spMkLst>
        </pc:spChg>
        <pc:spChg chg="mod">
          <ac:chgData name="Mahmoud Salem" userId="7bf24d79-5b67-4251-b831-92e5f8c9b05a" providerId="ADAL" clId="{C3A92C71-57ED-45C5-A58D-159C2AAEDF62}" dt="2023-10-31T23:00:05.787" v="7" actId="27636"/>
          <ac:spMkLst>
            <pc:docMk/>
            <pc:sldMk cId="597852385" sldId="324"/>
            <ac:spMk id="6" creationId="{1315A59C-6538-745C-B0B9-DEC85998F7DF}"/>
          </ac:spMkLst>
        </pc:spChg>
      </pc:sldChg>
      <pc:sldChg chg="del">
        <pc:chgData name="Mahmoud Salem" userId="7bf24d79-5b67-4251-b831-92e5f8c9b05a" providerId="ADAL" clId="{C3A92C71-57ED-45C5-A58D-159C2AAEDF62}" dt="2023-10-31T22:59:35.388" v="0" actId="47"/>
        <pc:sldMkLst>
          <pc:docMk/>
          <pc:sldMk cId="1225233416" sldId="324"/>
        </pc:sldMkLst>
      </pc:sldChg>
      <pc:sldChg chg="del">
        <pc:chgData name="Mahmoud Salem" userId="7bf24d79-5b67-4251-b831-92e5f8c9b05a" providerId="ADAL" clId="{C3A92C71-57ED-45C5-A58D-159C2AAEDF62}" dt="2023-10-31T22:59:35.388" v="0" actId="47"/>
        <pc:sldMkLst>
          <pc:docMk/>
          <pc:sldMk cId="2068690893" sldId="325"/>
        </pc:sldMkLst>
      </pc:sldChg>
      <pc:sldChg chg="modSp add mod">
        <pc:chgData name="Mahmoud Salem" userId="7bf24d79-5b67-4251-b831-92e5f8c9b05a" providerId="ADAL" clId="{C3A92C71-57ED-45C5-A58D-159C2AAEDF62}" dt="2023-10-31T23:06:16.351" v="50" actId="1076"/>
        <pc:sldMkLst>
          <pc:docMk/>
          <pc:sldMk cId="4284002882" sldId="325"/>
        </pc:sldMkLst>
        <pc:spChg chg="mod">
          <ac:chgData name="Mahmoud Salem" userId="7bf24d79-5b67-4251-b831-92e5f8c9b05a" providerId="ADAL" clId="{C3A92C71-57ED-45C5-A58D-159C2AAEDF62}" dt="2023-10-31T23:00:05.652" v="2"/>
          <ac:spMkLst>
            <pc:docMk/>
            <pc:sldMk cId="4284002882" sldId="325"/>
            <ac:spMk id="4" creationId="{4E14A3A2-0881-4AA2-B724-688DC4391366}"/>
          </ac:spMkLst>
        </pc:spChg>
        <pc:picChg chg="mod">
          <ac:chgData name="Mahmoud Salem" userId="7bf24d79-5b67-4251-b831-92e5f8c9b05a" providerId="ADAL" clId="{C3A92C71-57ED-45C5-A58D-159C2AAEDF62}" dt="2023-10-31T23:06:16.351" v="50" actId="1076"/>
          <ac:picMkLst>
            <pc:docMk/>
            <pc:sldMk cId="4284002882" sldId="325"/>
            <ac:picMk id="3" creationId="{02B71892-FED7-AD35-D326-349B319340A8}"/>
          </ac:picMkLst>
        </pc:picChg>
      </pc:sldChg>
      <pc:sldChg chg="addSp delSp modSp add mod modClrScheme chgLayout">
        <pc:chgData name="Mahmoud Salem" userId="7bf24d79-5b67-4251-b831-92e5f8c9b05a" providerId="ADAL" clId="{C3A92C71-57ED-45C5-A58D-159C2AAEDF62}" dt="2023-10-31T23:08:16.190" v="75" actId="6264"/>
        <pc:sldMkLst>
          <pc:docMk/>
          <pc:sldMk cId="1662058748" sldId="326"/>
        </pc:sldMkLst>
        <pc:spChg chg="mod ord">
          <ac:chgData name="Mahmoud Salem" userId="7bf24d79-5b67-4251-b831-92e5f8c9b05a" providerId="ADAL" clId="{C3A92C71-57ED-45C5-A58D-159C2AAEDF62}" dt="2023-10-31T23:08:16.190" v="75" actId="6264"/>
          <ac:spMkLst>
            <pc:docMk/>
            <pc:sldMk cId="1662058748" sldId="326"/>
            <ac:spMk id="2" creationId="{C23F65B8-D81E-A1FD-0F11-29279744247E}"/>
          </ac:spMkLst>
        </pc:spChg>
        <pc:spChg chg="mod ord">
          <ac:chgData name="Mahmoud Salem" userId="7bf24d79-5b67-4251-b831-92e5f8c9b05a" providerId="ADAL" clId="{C3A92C71-57ED-45C5-A58D-159C2AAEDF62}" dt="2023-10-31T23:08:16.190" v="75" actId="6264"/>
          <ac:spMkLst>
            <pc:docMk/>
            <pc:sldMk cId="1662058748" sldId="326"/>
            <ac:spMk id="3" creationId="{9C44EA3A-4FC0-26F8-04DB-3710AD0DCDB0}"/>
          </ac:spMkLst>
        </pc:spChg>
        <pc:spChg chg="mod ord">
          <ac:chgData name="Mahmoud Salem" userId="7bf24d79-5b67-4251-b831-92e5f8c9b05a" providerId="ADAL" clId="{C3A92C71-57ED-45C5-A58D-159C2AAEDF62}" dt="2023-10-31T23:08:16.190" v="75" actId="6264"/>
          <ac:spMkLst>
            <pc:docMk/>
            <pc:sldMk cId="1662058748" sldId="326"/>
            <ac:spMk id="4" creationId="{8CA29608-CD7B-E64B-9D21-99DE13767C4C}"/>
          </ac:spMkLst>
        </pc:spChg>
        <pc:spChg chg="mod ord">
          <ac:chgData name="Mahmoud Salem" userId="7bf24d79-5b67-4251-b831-92e5f8c9b05a" providerId="ADAL" clId="{C3A92C71-57ED-45C5-A58D-159C2AAEDF62}" dt="2023-10-31T23:08:16.190" v="75" actId="6264"/>
          <ac:spMkLst>
            <pc:docMk/>
            <pc:sldMk cId="1662058748" sldId="326"/>
            <ac:spMk id="5" creationId="{817C7663-BC39-8EA7-ACDF-6FB741949DEC}"/>
          </ac:spMkLst>
        </pc:spChg>
        <pc:spChg chg="mod ord">
          <ac:chgData name="Mahmoud Salem" userId="7bf24d79-5b67-4251-b831-92e5f8c9b05a" providerId="ADAL" clId="{C3A92C71-57ED-45C5-A58D-159C2AAEDF62}" dt="2023-10-31T23:08:16.190" v="75" actId="6264"/>
          <ac:spMkLst>
            <pc:docMk/>
            <pc:sldMk cId="1662058748" sldId="326"/>
            <ac:spMk id="6" creationId="{22F0562F-2239-EA49-7958-4244E2F22DB8}"/>
          </ac:spMkLst>
        </pc:spChg>
        <pc:spChg chg="add del mod">
          <ac:chgData name="Mahmoud Salem" userId="7bf24d79-5b67-4251-b831-92e5f8c9b05a" providerId="ADAL" clId="{C3A92C71-57ED-45C5-A58D-159C2AAEDF62}" dt="2023-10-31T23:07:32.061" v="67" actId="6264"/>
          <ac:spMkLst>
            <pc:docMk/>
            <pc:sldMk cId="1662058748" sldId="326"/>
            <ac:spMk id="7" creationId="{D1DDB6C4-7581-C852-2267-C1A7C5FEDCDC}"/>
          </ac:spMkLst>
        </pc:spChg>
        <pc:spChg chg="add del mod">
          <ac:chgData name="Mahmoud Salem" userId="7bf24d79-5b67-4251-b831-92e5f8c9b05a" providerId="ADAL" clId="{C3A92C71-57ED-45C5-A58D-159C2AAEDF62}" dt="2023-10-31T23:07:32.061" v="67" actId="6264"/>
          <ac:spMkLst>
            <pc:docMk/>
            <pc:sldMk cId="1662058748" sldId="326"/>
            <ac:spMk id="8" creationId="{87D38374-127B-A305-1DEC-C98D1E75166D}"/>
          </ac:spMkLst>
        </pc:spChg>
        <pc:spChg chg="add del mod">
          <ac:chgData name="Mahmoud Salem" userId="7bf24d79-5b67-4251-b831-92e5f8c9b05a" providerId="ADAL" clId="{C3A92C71-57ED-45C5-A58D-159C2AAEDF62}" dt="2023-10-31T23:07:32.061" v="67" actId="6264"/>
          <ac:spMkLst>
            <pc:docMk/>
            <pc:sldMk cId="1662058748" sldId="326"/>
            <ac:spMk id="9" creationId="{564BE3EB-E5A7-7C8B-0939-212F897E5126}"/>
          </ac:spMkLst>
        </pc:spChg>
        <pc:spChg chg="add del mod">
          <ac:chgData name="Mahmoud Salem" userId="7bf24d79-5b67-4251-b831-92e5f8c9b05a" providerId="ADAL" clId="{C3A92C71-57ED-45C5-A58D-159C2AAEDF62}" dt="2023-10-31T23:07:32.061" v="67" actId="6264"/>
          <ac:spMkLst>
            <pc:docMk/>
            <pc:sldMk cId="1662058748" sldId="326"/>
            <ac:spMk id="10" creationId="{250380BD-9268-D01D-E126-214A208B753F}"/>
          </ac:spMkLst>
        </pc:spChg>
        <pc:spChg chg="add del mod">
          <ac:chgData name="Mahmoud Salem" userId="7bf24d79-5b67-4251-b831-92e5f8c9b05a" providerId="ADAL" clId="{C3A92C71-57ED-45C5-A58D-159C2AAEDF62}" dt="2023-10-31T23:07:32.061" v="67" actId="6264"/>
          <ac:spMkLst>
            <pc:docMk/>
            <pc:sldMk cId="1662058748" sldId="326"/>
            <ac:spMk id="11" creationId="{88AF9CB6-82A3-170C-70AD-3C3032E09903}"/>
          </ac:spMkLst>
        </pc:spChg>
        <pc:spChg chg="add del mod">
          <ac:chgData name="Mahmoud Salem" userId="7bf24d79-5b67-4251-b831-92e5f8c9b05a" providerId="ADAL" clId="{C3A92C71-57ED-45C5-A58D-159C2AAEDF62}" dt="2023-10-31T23:08:16.190" v="75" actId="6264"/>
          <ac:spMkLst>
            <pc:docMk/>
            <pc:sldMk cId="1662058748" sldId="326"/>
            <ac:spMk id="12" creationId="{EAF462C0-6FB1-7422-7D94-C7C4AA6AD7C5}"/>
          </ac:spMkLst>
        </pc:spChg>
        <pc:spChg chg="add del mod">
          <ac:chgData name="Mahmoud Salem" userId="7bf24d79-5b67-4251-b831-92e5f8c9b05a" providerId="ADAL" clId="{C3A92C71-57ED-45C5-A58D-159C2AAEDF62}" dt="2023-10-31T23:08:16.190" v="75" actId="6264"/>
          <ac:spMkLst>
            <pc:docMk/>
            <pc:sldMk cId="1662058748" sldId="326"/>
            <ac:spMk id="13" creationId="{5376449C-9A25-4E08-EA10-A9133D04A54D}"/>
          </ac:spMkLst>
        </pc:spChg>
        <pc:spChg chg="add del mod">
          <ac:chgData name="Mahmoud Salem" userId="7bf24d79-5b67-4251-b831-92e5f8c9b05a" providerId="ADAL" clId="{C3A92C71-57ED-45C5-A58D-159C2AAEDF62}" dt="2023-10-31T23:08:16.190" v="75" actId="6264"/>
          <ac:spMkLst>
            <pc:docMk/>
            <pc:sldMk cId="1662058748" sldId="326"/>
            <ac:spMk id="14" creationId="{F3956CE8-05A6-5A86-431F-04EFDA38245D}"/>
          </ac:spMkLst>
        </pc:spChg>
        <pc:spChg chg="add del mod">
          <ac:chgData name="Mahmoud Salem" userId="7bf24d79-5b67-4251-b831-92e5f8c9b05a" providerId="ADAL" clId="{C3A92C71-57ED-45C5-A58D-159C2AAEDF62}" dt="2023-10-31T23:08:16.190" v="75" actId="6264"/>
          <ac:spMkLst>
            <pc:docMk/>
            <pc:sldMk cId="1662058748" sldId="326"/>
            <ac:spMk id="15" creationId="{2E4B76BB-1D7F-5CA3-3CD3-14F8195AA525}"/>
          </ac:spMkLst>
        </pc:spChg>
        <pc:spChg chg="add del mod">
          <ac:chgData name="Mahmoud Salem" userId="7bf24d79-5b67-4251-b831-92e5f8c9b05a" providerId="ADAL" clId="{C3A92C71-57ED-45C5-A58D-159C2AAEDF62}" dt="2023-10-31T23:08:16.190" v="75" actId="6264"/>
          <ac:spMkLst>
            <pc:docMk/>
            <pc:sldMk cId="1662058748" sldId="326"/>
            <ac:spMk id="16" creationId="{2118978F-D0C0-3B5B-0D3C-CD7B0494325C}"/>
          </ac:spMkLst>
        </pc:spChg>
      </pc:sldChg>
      <pc:sldChg chg="del">
        <pc:chgData name="Mahmoud Salem" userId="7bf24d79-5b67-4251-b831-92e5f8c9b05a" providerId="ADAL" clId="{C3A92C71-57ED-45C5-A58D-159C2AAEDF62}" dt="2023-10-31T22:59:35.388" v="0" actId="47"/>
        <pc:sldMkLst>
          <pc:docMk/>
          <pc:sldMk cId="3885044238" sldId="326"/>
        </pc:sldMkLst>
      </pc:sldChg>
      <pc:sldChg chg="modSp add mod">
        <pc:chgData name="Mahmoud Salem" userId="7bf24d79-5b67-4251-b831-92e5f8c9b05a" providerId="ADAL" clId="{C3A92C71-57ED-45C5-A58D-159C2AAEDF62}" dt="2023-10-31T23:09:34.919" v="78" actId="1076"/>
        <pc:sldMkLst>
          <pc:docMk/>
          <pc:sldMk cId="814378534" sldId="327"/>
        </pc:sldMkLst>
        <pc:spChg chg="mod">
          <ac:chgData name="Mahmoud Salem" userId="7bf24d79-5b67-4251-b831-92e5f8c9b05a" providerId="ADAL" clId="{C3A92C71-57ED-45C5-A58D-159C2AAEDF62}" dt="2023-10-31T23:00:05.652" v="2"/>
          <ac:spMkLst>
            <pc:docMk/>
            <pc:sldMk cId="814378534" sldId="327"/>
            <ac:spMk id="4" creationId="{4E14A3A2-0881-4AA2-B724-688DC4391366}"/>
          </ac:spMkLst>
        </pc:spChg>
        <pc:spChg chg="mod">
          <ac:chgData name="Mahmoud Salem" userId="7bf24d79-5b67-4251-b831-92e5f8c9b05a" providerId="ADAL" clId="{C3A92C71-57ED-45C5-A58D-159C2AAEDF62}" dt="2023-10-31T23:09:34.919" v="78" actId="1076"/>
          <ac:spMkLst>
            <pc:docMk/>
            <pc:sldMk cId="814378534" sldId="327"/>
            <ac:spMk id="6" creationId="{E602F6D5-F920-A6E1-4FAB-7E4B383A2C47}"/>
          </ac:spMkLst>
        </pc:spChg>
        <pc:picChg chg="mod">
          <ac:chgData name="Mahmoud Salem" userId="7bf24d79-5b67-4251-b831-92e5f8c9b05a" providerId="ADAL" clId="{C3A92C71-57ED-45C5-A58D-159C2AAEDF62}" dt="2023-10-31T23:09:28.856" v="77" actId="1076"/>
          <ac:picMkLst>
            <pc:docMk/>
            <pc:sldMk cId="814378534" sldId="327"/>
            <ac:picMk id="5" creationId="{42CBA0FE-BF45-77EC-B549-4CB621EA284C}"/>
          </ac:picMkLst>
        </pc:picChg>
      </pc:sldChg>
      <pc:sldChg chg="del">
        <pc:chgData name="Mahmoud Salem" userId="7bf24d79-5b67-4251-b831-92e5f8c9b05a" providerId="ADAL" clId="{C3A92C71-57ED-45C5-A58D-159C2AAEDF62}" dt="2023-10-31T22:59:35.388" v="0" actId="47"/>
        <pc:sldMkLst>
          <pc:docMk/>
          <pc:sldMk cId="2735572049" sldId="327"/>
        </pc:sldMkLst>
      </pc:sldChg>
      <pc:sldChg chg="del">
        <pc:chgData name="Mahmoud Salem" userId="7bf24d79-5b67-4251-b831-92e5f8c9b05a" providerId="ADAL" clId="{C3A92C71-57ED-45C5-A58D-159C2AAEDF62}" dt="2023-10-31T22:59:35.388" v="0" actId="47"/>
        <pc:sldMkLst>
          <pc:docMk/>
          <pc:sldMk cId="1114414370" sldId="328"/>
        </pc:sldMkLst>
      </pc:sldChg>
      <pc:sldChg chg="modSp add del">
        <pc:chgData name="Mahmoud Salem" userId="7bf24d79-5b67-4251-b831-92e5f8c9b05a" providerId="ADAL" clId="{C3A92C71-57ED-45C5-A58D-159C2AAEDF62}" dt="2023-10-31T23:13:05.184" v="79" actId="47"/>
        <pc:sldMkLst>
          <pc:docMk/>
          <pc:sldMk cId="3007400236" sldId="328"/>
        </pc:sldMkLst>
        <pc:spChg chg="mod">
          <ac:chgData name="Mahmoud Salem" userId="7bf24d79-5b67-4251-b831-92e5f8c9b05a" providerId="ADAL" clId="{C3A92C71-57ED-45C5-A58D-159C2AAEDF62}" dt="2023-10-31T23:00:05.652" v="2"/>
          <ac:spMkLst>
            <pc:docMk/>
            <pc:sldMk cId="3007400236" sldId="328"/>
            <ac:spMk id="4" creationId="{4E14A3A2-0881-4AA2-B724-688DC4391366}"/>
          </ac:spMkLst>
        </pc:spChg>
      </pc:sldChg>
      <pc:sldChg chg="del">
        <pc:chgData name="Mahmoud Salem" userId="7bf24d79-5b67-4251-b831-92e5f8c9b05a" providerId="ADAL" clId="{C3A92C71-57ED-45C5-A58D-159C2AAEDF62}" dt="2023-10-31T22:59:35.388" v="0" actId="47"/>
        <pc:sldMkLst>
          <pc:docMk/>
          <pc:sldMk cId="916755846" sldId="329"/>
        </pc:sldMkLst>
      </pc:sldChg>
      <pc:sldChg chg="modSp add mod">
        <pc:chgData name="Mahmoud Salem" userId="7bf24d79-5b67-4251-b831-92e5f8c9b05a" providerId="ADAL" clId="{C3A92C71-57ED-45C5-A58D-159C2AAEDF62}" dt="2023-10-31T23:13:11.208" v="80" actId="1076"/>
        <pc:sldMkLst>
          <pc:docMk/>
          <pc:sldMk cId="2642769082" sldId="329"/>
        </pc:sldMkLst>
        <pc:spChg chg="mod">
          <ac:chgData name="Mahmoud Salem" userId="7bf24d79-5b67-4251-b831-92e5f8c9b05a" providerId="ADAL" clId="{C3A92C71-57ED-45C5-A58D-159C2AAEDF62}" dt="2023-10-31T23:13:11.208" v="80" actId="1076"/>
          <ac:spMkLst>
            <pc:docMk/>
            <pc:sldMk cId="2642769082" sldId="329"/>
            <ac:spMk id="3" creationId="{F3005794-BF65-410E-9225-F34791DBC010}"/>
          </ac:spMkLst>
        </pc:spChg>
        <pc:spChg chg="mod">
          <ac:chgData name="Mahmoud Salem" userId="7bf24d79-5b67-4251-b831-92e5f8c9b05a" providerId="ADAL" clId="{C3A92C71-57ED-45C5-A58D-159C2AAEDF62}" dt="2023-10-31T23:00:05.652" v="2"/>
          <ac:spMkLst>
            <pc:docMk/>
            <pc:sldMk cId="2642769082" sldId="329"/>
            <ac:spMk id="4" creationId="{4E14A3A2-0881-4AA2-B724-688DC4391366}"/>
          </ac:spMkLst>
        </pc:spChg>
      </pc:sldChg>
      <pc:sldChg chg="del">
        <pc:chgData name="Mahmoud Salem" userId="7bf24d79-5b67-4251-b831-92e5f8c9b05a" providerId="ADAL" clId="{C3A92C71-57ED-45C5-A58D-159C2AAEDF62}" dt="2023-10-31T22:59:35.388" v="0" actId="47"/>
        <pc:sldMkLst>
          <pc:docMk/>
          <pc:sldMk cId="762515290" sldId="330"/>
        </pc:sldMkLst>
      </pc:sldChg>
      <pc:sldChg chg="modSp add mod">
        <pc:chgData name="Mahmoud Salem" userId="7bf24d79-5b67-4251-b831-92e5f8c9b05a" providerId="ADAL" clId="{C3A92C71-57ED-45C5-A58D-159C2AAEDF62}" dt="2023-10-31T23:13:17.679" v="81" actId="1076"/>
        <pc:sldMkLst>
          <pc:docMk/>
          <pc:sldMk cId="3967323747" sldId="330"/>
        </pc:sldMkLst>
        <pc:spChg chg="mod">
          <ac:chgData name="Mahmoud Salem" userId="7bf24d79-5b67-4251-b831-92e5f8c9b05a" providerId="ADAL" clId="{C3A92C71-57ED-45C5-A58D-159C2AAEDF62}" dt="2023-10-31T23:13:17.679" v="81" actId="1076"/>
          <ac:spMkLst>
            <pc:docMk/>
            <pc:sldMk cId="3967323747" sldId="330"/>
            <ac:spMk id="3" creationId="{F3005794-BF65-410E-9225-F34791DBC010}"/>
          </ac:spMkLst>
        </pc:spChg>
        <pc:spChg chg="mod">
          <ac:chgData name="Mahmoud Salem" userId="7bf24d79-5b67-4251-b831-92e5f8c9b05a" providerId="ADAL" clId="{C3A92C71-57ED-45C5-A58D-159C2AAEDF62}" dt="2023-10-31T23:00:05.652" v="2"/>
          <ac:spMkLst>
            <pc:docMk/>
            <pc:sldMk cId="3967323747" sldId="330"/>
            <ac:spMk id="4" creationId="{4E14A3A2-0881-4AA2-B724-688DC4391366}"/>
          </ac:spMkLst>
        </pc:spChg>
      </pc:sldChg>
      <pc:sldChg chg="del">
        <pc:chgData name="Mahmoud Salem" userId="7bf24d79-5b67-4251-b831-92e5f8c9b05a" providerId="ADAL" clId="{C3A92C71-57ED-45C5-A58D-159C2AAEDF62}" dt="2023-10-31T22:59:35.388" v="0" actId="47"/>
        <pc:sldMkLst>
          <pc:docMk/>
          <pc:sldMk cId="3871501249" sldId="331"/>
        </pc:sldMkLst>
      </pc:sldChg>
      <pc:sldChg chg="modSp add mod">
        <pc:chgData name="Mahmoud Salem" userId="7bf24d79-5b67-4251-b831-92e5f8c9b05a" providerId="ADAL" clId="{C3A92C71-57ED-45C5-A58D-159C2AAEDF62}" dt="2023-10-31T23:13:33.248" v="82" actId="1076"/>
        <pc:sldMkLst>
          <pc:docMk/>
          <pc:sldMk cId="4022253823" sldId="331"/>
        </pc:sldMkLst>
        <pc:spChg chg="mod">
          <ac:chgData name="Mahmoud Salem" userId="7bf24d79-5b67-4251-b831-92e5f8c9b05a" providerId="ADAL" clId="{C3A92C71-57ED-45C5-A58D-159C2AAEDF62}" dt="2023-10-31T23:13:33.248" v="82" actId="1076"/>
          <ac:spMkLst>
            <pc:docMk/>
            <pc:sldMk cId="4022253823" sldId="331"/>
            <ac:spMk id="3" creationId="{F3005794-BF65-410E-9225-F34791DBC010}"/>
          </ac:spMkLst>
        </pc:spChg>
        <pc:spChg chg="mod">
          <ac:chgData name="Mahmoud Salem" userId="7bf24d79-5b67-4251-b831-92e5f8c9b05a" providerId="ADAL" clId="{C3A92C71-57ED-45C5-A58D-159C2AAEDF62}" dt="2023-10-31T23:00:05.652" v="2"/>
          <ac:spMkLst>
            <pc:docMk/>
            <pc:sldMk cId="4022253823" sldId="331"/>
            <ac:spMk id="4" creationId="{4E14A3A2-0881-4AA2-B724-688DC4391366}"/>
          </ac:spMkLst>
        </pc:spChg>
      </pc:sldChg>
      <pc:sldChg chg="modSp add mod">
        <pc:chgData name="Mahmoud Salem" userId="7bf24d79-5b67-4251-b831-92e5f8c9b05a" providerId="ADAL" clId="{C3A92C71-57ED-45C5-A58D-159C2AAEDF62}" dt="2023-10-31T23:13:39.784" v="83" actId="1076"/>
        <pc:sldMkLst>
          <pc:docMk/>
          <pc:sldMk cId="987655779" sldId="332"/>
        </pc:sldMkLst>
        <pc:spChg chg="mod">
          <ac:chgData name="Mahmoud Salem" userId="7bf24d79-5b67-4251-b831-92e5f8c9b05a" providerId="ADAL" clId="{C3A92C71-57ED-45C5-A58D-159C2AAEDF62}" dt="2023-10-31T23:13:39.784" v="83" actId="1076"/>
          <ac:spMkLst>
            <pc:docMk/>
            <pc:sldMk cId="987655779" sldId="332"/>
            <ac:spMk id="3" creationId="{F3005794-BF65-410E-9225-F34791DBC010}"/>
          </ac:spMkLst>
        </pc:spChg>
        <pc:spChg chg="mod">
          <ac:chgData name="Mahmoud Salem" userId="7bf24d79-5b67-4251-b831-92e5f8c9b05a" providerId="ADAL" clId="{C3A92C71-57ED-45C5-A58D-159C2AAEDF62}" dt="2023-10-31T23:00:05.652" v="2"/>
          <ac:spMkLst>
            <pc:docMk/>
            <pc:sldMk cId="987655779" sldId="332"/>
            <ac:spMk id="4" creationId="{4E14A3A2-0881-4AA2-B724-688DC4391366}"/>
          </ac:spMkLst>
        </pc:spChg>
      </pc:sldChg>
      <pc:sldChg chg="del">
        <pc:chgData name="Mahmoud Salem" userId="7bf24d79-5b67-4251-b831-92e5f8c9b05a" providerId="ADAL" clId="{C3A92C71-57ED-45C5-A58D-159C2AAEDF62}" dt="2023-10-31T22:59:35.388" v="0" actId="47"/>
        <pc:sldMkLst>
          <pc:docMk/>
          <pc:sldMk cId="1558592222" sldId="332"/>
        </pc:sldMkLst>
      </pc:sldChg>
      <pc:sldChg chg="del">
        <pc:chgData name="Mahmoud Salem" userId="7bf24d79-5b67-4251-b831-92e5f8c9b05a" providerId="ADAL" clId="{C3A92C71-57ED-45C5-A58D-159C2AAEDF62}" dt="2023-10-31T22:59:35.388" v="0" actId="47"/>
        <pc:sldMkLst>
          <pc:docMk/>
          <pc:sldMk cId="706986565" sldId="333"/>
        </pc:sldMkLst>
      </pc:sldChg>
      <pc:sldChg chg="modSp add mod">
        <pc:chgData name="Mahmoud Salem" userId="7bf24d79-5b67-4251-b831-92e5f8c9b05a" providerId="ADAL" clId="{C3A92C71-57ED-45C5-A58D-159C2AAEDF62}" dt="2023-10-31T23:13:47.945" v="84" actId="1076"/>
        <pc:sldMkLst>
          <pc:docMk/>
          <pc:sldMk cId="885774682" sldId="333"/>
        </pc:sldMkLst>
        <pc:spChg chg="mod">
          <ac:chgData name="Mahmoud Salem" userId="7bf24d79-5b67-4251-b831-92e5f8c9b05a" providerId="ADAL" clId="{C3A92C71-57ED-45C5-A58D-159C2AAEDF62}" dt="2023-10-31T23:13:47.945" v="84" actId="1076"/>
          <ac:spMkLst>
            <pc:docMk/>
            <pc:sldMk cId="885774682" sldId="333"/>
            <ac:spMk id="3" creationId="{F3005794-BF65-410E-9225-F34791DBC010}"/>
          </ac:spMkLst>
        </pc:spChg>
        <pc:spChg chg="mod">
          <ac:chgData name="Mahmoud Salem" userId="7bf24d79-5b67-4251-b831-92e5f8c9b05a" providerId="ADAL" clId="{C3A92C71-57ED-45C5-A58D-159C2AAEDF62}" dt="2023-10-31T23:00:05.652" v="2"/>
          <ac:spMkLst>
            <pc:docMk/>
            <pc:sldMk cId="885774682" sldId="333"/>
            <ac:spMk id="4" creationId="{4E14A3A2-0881-4AA2-B724-688DC4391366}"/>
          </ac:spMkLst>
        </pc:spChg>
      </pc:sldChg>
      <pc:sldChg chg="del">
        <pc:chgData name="Mahmoud Salem" userId="7bf24d79-5b67-4251-b831-92e5f8c9b05a" providerId="ADAL" clId="{C3A92C71-57ED-45C5-A58D-159C2AAEDF62}" dt="2023-10-31T22:59:35.388" v="0" actId="47"/>
        <pc:sldMkLst>
          <pc:docMk/>
          <pc:sldMk cId="1070009018" sldId="334"/>
        </pc:sldMkLst>
      </pc:sldChg>
      <pc:sldChg chg="modSp add mod">
        <pc:chgData name="Mahmoud Salem" userId="7bf24d79-5b67-4251-b831-92e5f8c9b05a" providerId="ADAL" clId="{C3A92C71-57ED-45C5-A58D-159C2AAEDF62}" dt="2023-10-31T23:14:00.760" v="85" actId="1076"/>
        <pc:sldMkLst>
          <pc:docMk/>
          <pc:sldMk cId="3200218040" sldId="334"/>
        </pc:sldMkLst>
        <pc:spChg chg="mod">
          <ac:chgData name="Mahmoud Salem" userId="7bf24d79-5b67-4251-b831-92e5f8c9b05a" providerId="ADAL" clId="{C3A92C71-57ED-45C5-A58D-159C2AAEDF62}" dt="2023-10-31T23:14:00.760" v="85" actId="1076"/>
          <ac:spMkLst>
            <pc:docMk/>
            <pc:sldMk cId="3200218040" sldId="334"/>
            <ac:spMk id="3" creationId="{F3005794-BF65-410E-9225-F34791DBC010}"/>
          </ac:spMkLst>
        </pc:spChg>
        <pc:spChg chg="mod">
          <ac:chgData name="Mahmoud Salem" userId="7bf24d79-5b67-4251-b831-92e5f8c9b05a" providerId="ADAL" clId="{C3A92C71-57ED-45C5-A58D-159C2AAEDF62}" dt="2023-10-31T23:00:05.652" v="2"/>
          <ac:spMkLst>
            <pc:docMk/>
            <pc:sldMk cId="3200218040" sldId="334"/>
            <ac:spMk id="4" creationId="{4E14A3A2-0881-4AA2-B724-688DC4391366}"/>
          </ac:spMkLst>
        </pc:spChg>
      </pc:sldChg>
      <pc:sldChg chg="addSp delSp modSp add mod ord modClrScheme chgLayout">
        <pc:chgData name="Mahmoud Salem" userId="7bf24d79-5b67-4251-b831-92e5f8c9b05a" providerId="ADAL" clId="{C3A92C71-57ED-45C5-A58D-159C2AAEDF62}" dt="2023-11-01T03:38:28.179" v="1026" actId="20577"/>
        <pc:sldMkLst>
          <pc:docMk/>
          <pc:sldMk cId="3608490325" sldId="335"/>
        </pc:sldMkLst>
        <pc:spChg chg="mod ord">
          <ac:chgData name="Mahmoud Salem" userId="7bf24d79-5b67-4251-b831-92e5f8c9b05a" providerId="ADAL" clId="{C3A92C71-57ED-45C5-A58D-159C2AAEDF62}" dt="2023-11-01T03:37:27.235" v="825" actId="700"/>
          <ac:spMkLst>
            <pc:docMk/>
            <pc:sldMk cId="3608490325" sldId="335"/>
            <ac:spMk id="2" creationId="{7E95B9FB-0E91-C3C1-29D3-91F8E3C21B26}"/>
          </ac:spMkLst>
        </pc:spChg>
        <pc:spChg chg="del mod ord">
          <ac:chgData name="Mahmoud Salem" userId="7bf24d79-5b67-4251-b831-92e5f8c9b05a" providerId="ADAL" clId="{C3A92C71-57ED-45C5-A58D-159C2AAEDF62}" dt="2023-11-01T03:37:27.235" v="825" actId="700"/>
          <ac:spMkLst>
            <pc:docMk/>
            <pc:sldMk cId="3608490325" sldId="335"/>
            <ac:spMk id="3" creationId="{1BAF52F9-F610-69DF-772A-71CE5295D92D}"/>
          </ac:spMkLst>
        </pc:spChg>
        <pc:spChg chg="add mod ord">
          <ac:chgData name="Mahmoud Salem" userId="7bf24d79-5b67-4251-b831-92e5f8c9b05a" providerId="ADAL" clId="{C3A92C71-57ED-45C5-A58D-159C2AAEDF62}" dt="2023-11-01T03:38:28.179" v="1026" actId="20577"/>
          <ac:spMkLst>
            <pc:docMk/>
            <pc:sldMk cId="3608490325" sldId="335"/>
            <ac:spMk id="4" creationId="{0E3B2660-7FD8-79A6-DBA8-B66A508A2591}"/>
          </ac:spMkLst>
        </pc:spChg>
      </pc:sldChg>
      <pc:sldChg chg="addSp delSp modSp new mod ord setBg modClrScheme addAnim setClrOvrMap chgLayout">
        <pc:chgData name="Mahmoud Salem" userId="7bf24d79-5b67-4251-b831-92e5f8c9b05a" providerId="ADAL" clId="{C3A92C71-57ED-45C5-A58D-159C2AAEDF62}" dt="2023-10-31T23:15:06.417" v="114"/>
        <pc:sldMkLst>
          <pc:docMk/>
          <pc:sldMk cId="1138749647" sldId="336"/>
        </pc:sldMkLst>
        <pc:spChg chg="del mod ord">
          <ac:chgData name="Mahmoud Salem" userId="7bf24d79-5b67-4251-b831-92e5f8c9b05a" providerId="ADAL" clId="{C3A92C71-57ED-45C5-A58D-159C2AAEDF62}" dt="2023-10-31T23:14:53.906" v="91" actId="700"/>
          <ac:spMkLst>
            <pc:docMk/>
            <pc:sldMk cId="1138749647" sldId="336"/>
            <ac:spMk id="2" creationId="{2745A6EF-A4F5-AE84-D632-2B11D8983B59}"/>
          </ac:spMkLst>
        </pc:spChg>
        <pc:spChg chg="del">
          <ac:chgData name="Mahmoud Salem" userId="7bf24d79-5b67-4251-b831-92e5f8c9b05a" providerId="ADAL" clId="{C3A92C71-57ED-45C5-A58D-159C2AAEDF62}" dt="2023-10-31T23:14:53.906" v="91" actId="700"/>
          <ac:spMkLst>
            <pc:docMk/>
            <pc:sldMk cId="1138749647" sldId="336"/>
            <ac:spMk id="3" creationId="{05D31D03-44F2-F55C-B652-6D05D6464ED5}"/>
          </ac:spMkLst>
        </pc:spChg>
        <pc:spChg chg="add mod ord">
          <ac:chgData name="Mahmoud Salem" userId="7bf24d79-5b67-4251-b831-92e5f8c9b05a" providerId="ADAL" clId="{C3A92C71-57ED-45C5-A58D-159C2AAEDF62}" dt="2023-10-31T23:15:06.416" v="113" actId="26606"/>
          <ac:spMkLst>
            <pc:docMk/>
            <pc:sldMk cId="1138749647" sldId="336"/>
            <ac:spMk id="4" creationId="{F2F17A94-CBEE-AC4B-CB1E-408739965E7D}"/>
          </ac:spMkLst>
        </pc:spChg>
        <pc:spChg chg="add">
          <ac:chgData name="Mahmoud Salem" userId="7bf24d79-5b67-4251-b831-92e5f8c9b05a" providerId="ADAL" clId="{C3A92C71-57ED-45C5-A58D-159C2AAEDF62}" dt="2023-10-31T23:15:06.416" v="113" actId="26606"/>
          <ac:spMkLst>
            <pc:docMk/>
            <pc:sldMk cId="1138749647" sldId="336"/>
            <ac:spMk id="9" creationId="{66B332A4-D438-4773-A77F-5ED49A448D9D}"/>
          </ac:spMkLst>
        </pc:spChg>
        <pc:spChg chg="add">
          <ac:chgData name="Mahmoud Salem" userId="7bf24d79-5b67-4251-b831-92e5f8c9b05a" providerId="ADAL" clId="{C3A92C71-57ED-45C5-A58D-159C2AAEDF62}" dt="2023-10-31T23:15:06.416" v="113" actId="26606"/>
          <ac:spMkLst>
            <pc:docMk/>
            <pc:sldMk cId="1138749647" sldId="336"/>
            <ac:spMk id="11" creationId="{DF9AD32D-FF05-44F4-BD4D-9CEE89B71EB9}"/>
          </ac:spMkLst>
        </pc:spChg>
      </pc:sldChg>
      <pc:sldChg chg="addSp delSp modSp add mod setBg modClrScheme delAnim modAnim delDesignElem chgLayout">
        <pc:chgData name="Mahmoud Salem" userId="7bf24d79-5b67-4251-b831-92e5f8c9b05a" providerId="ADAL" clId="{C3A92C71-57ED-45C5-A58D-159C2AAEDF62}" dt="2023-10-31T23:15:46.056" v="146" actId="26606"/>
        <pc:sldMkLst>
          <pc:docMk/>
          <pc:sldMk cId="3578171912" sldId="337"/>
        </pc:sldMkLst>
        <pc:spChg chg="add del mod ord">
          <ac:chgData name="Mahmoud Salem" userId="7bf24d79-5b67-4251-b831-92e5f8c9b05a" providerId="ADAL" clId="{C3A92C71-57ED-45C5-A58D-159C2AAEDF62}" dt="2023-10-31T23:15:21.214" v="121" actId="700"/>
          <ac:spMkLst>
            <pc:docMk/>
            <pc:sldMk cId="3578171912" sldId="337"/>
            <ac:spMk id="2" creationId="{6E774EF6-DE24-3486-B51A-0FC9120A0230}"/>
          </ac:spMkLst>
        </pc:spChg>
        <pc:spChg chg="add mod ord">
          <ac:chgData name="Mahmoud Salem" userId="7bf24d79-5b67-4251-b831-92e5f8c9b05a" providerId="ADAL" clId="{C3A92C71-57ED-45C5-A58D-159C2AAEDF62}" dt="2023-10-31T23:15:46.056" v="146" actId="26606"/>
          <ac:spMkLst>
            <pc:docMk/>
            <pc:sldMk cId="3578171912" sldId="337"/>
            <ac:spMk id="3" creationId="{890D19AA-EC7B-3DFE-CC87-360BFB80B87F}"/>
          </ac:spMkLst>
        </pc:spChg>
        <pc:spChg chg="del mod ord">
          <ac:chgData name="Mahmoud Salem" userId="7bf24d79-5b67-4251-b831-92e5f8c9b05a" providerId="ADAL" clId="{C3A92C71-57ED-45C5-A58D-159C2AAEDF62}" dt="2023-10-31T23:15:29.879" v="128" actId="6264"/>
          <ac:spMkLst>
            <pc:docMk/>
            <pc:sldMk cId="3578171912" sldId="337"/>
            <ac:spMk id="4" creationId="{F2F17A94-CBEE-AC4B-CB1E-408739965E7D}"/>
          </ac:spMkLst>
        </pc:spChg>
        <pc:spChg chg="add del mod">
          <ac:chgData name="Mahmoud Salem" userId="7bf24d79-5b67-4251-b831-92e5f8c9b05a" providerId="ADAL" clId="{C3A92C71-57ED-45C5-A58D-159C2AAEDF62}" dt="2023-10-31T23:15:40.902" v="145" actId="6264"/>
          <ac:spMkLst>
            <pc:docMk/>
            <pc:sldMk cId="3578171912" sldId="337"/>
            <ac:spMk id="5" creationId="{E7C403E7-2B6E-DF12-0F3C-95E3CD899E18}"/>
          </ac:spMkLst>
        </pc:spChg>
        <pc:spChg chg="add">
          <ac:chgData name="Mahmoud Salem" userId="7bf24d79-5b67-4251-b831-92e5f8c9b05a" providerId="ADAL" clId="{C3A92C71-57ED-45C5-A58D-159C2AAEDF62}" dt="2023-10-31T23:15:46.056" v="146" actId="26606"/>
          <ac:spMkLst>
            <pc:docMk/>
            <pc:sldMk cId="3578171912" sldId="337"/>
            <ac:spMk id="6" creationId="{0671A8AE-40A1-4631-A6B8-581AFF065482}"/>
          </ac:spMkLst>
        </pc:spChg>
        <pc:spChg chg="add">
          <ac:chgData name="Mahmoud Salem" userId="7bf24d79-5b67-4251-b831-92e5f8c9b05a" providerId="ADAL" clId="{C3A92C71-57ED-45C5-A58D-159C2AAEDF62}" dt="2023-10-31T23:15:46.056" v="146" actId="26606"/>
          <ac:spMkLst>
            <pc:docMk/>
            <pc:sldMk cId="3578171912" sldId="337"/>
            <ac:spMk id="8" creationId="{AB58EF07-17C2-48CF-ABB0-EEF1F17CB8F0}"/>
          </ac:spMkLst>
        </pc:spChg>
        <pc:spChg chg="del">
          <ac:chgData name="Mahmoud Salem" userId="7bf24d79-5b67-4251-b831-92e5f8c9b05a" providerId="ADAL" clId="{C3A92C71-57ED-45C5-A58D-159C2AAEDF62}" dt="2023-10-31T23:15:09.633" v="116"/>
          <ac:spMkLst>
            <pc:docMk/>
            <pc:sldMk cId="3578171912" sldId="337"/>
            <ac:spMk id="9" creationId="{66B332A4-D438-4773-A77F-5ED49A448D9D}"/>
          </ac:spMkLst>
        </pc:spChg>
        <pc:spChg chg="del">
          <ac:chgData name="Mahmoud Salem" userId="7bf24d79-5b67-4251-b831-92e5f8c9b05a" providerId="ADAL" clId="{C3A92C71-57ED-45C5-A58D-159C2AAEDF62}" dt="2023-10-31T23:15:09.633" v="116"/>
          <ac:spMkLst>
            <pc:docMk/>
            <pc:sldMk cId="3578171912" sldId="337"/>
            <ac:spMk id="11" creationId="{DF9AD32D-FF05-44F4-BD4D-9CEE89B71EB9}"/>
          </ac:spMkLst>
        </pc:spChg>
        <pc:spChg chg="add">
          <ac:chgData name="Mahmoud Salem" userId="7bf24d79-5b67-4251-b831-92e5f8c9b05a" providerId="ADAL" clId="{C3A92C71-57ED-45C5-A58D-159C2AAEDF62}" dt="2023-10-31T23:15:46.056" v="146" actId="26606"/>
          <ac:spMkLst>
            <pc:docMk/>
            <pc:sldMk cId="3578171912" sldId="337"/>
            <ac:spMk id="13" creationId="{AF2F604E-43BE-4DC3-B983-E071523364F8}"/>
          </ac:spMkLst>
        </pc:spChg>
        <pc:spChg chg="add">
          <ac:chgData name="Mahmoud Salem" userId="7bf24d79-5b67-4251-b831-92e5f8c9b05a" providerId="ADAL" clId="{C3A92C71-57ED-45C5-A58D-159C2AAEDF62}" dt="2023-10-31T23:15:46.056" v="146" actId="26606"/>
          <ac:spMkLst>
            <pc:docMk/>
            <pc:sldMk cId="3578171912" sldId="337"/>
            <ac:spMk id="15" creationId="{08C9B587-E65E-4B52-B37C-ABEBB6E87928}"/>
          </ac:spMkLst>
        </pc:spChg>
        <pc:picChg chg="add">
          <ac:chgData name="Mahmoud Salem" userId="7bf24d79-5b67-4251-b831-92e5f8c9b05a" providerId="ADAL" clId="{C3A92C71-57ED-45C5-A58D-159C2AAEDF62}" dt="2023-10-31T23:15:46.056" v="146" actId="26606"/>
          <ac:picMkLst>
            <pc:docMk/>
            <pc:sldMk cId="3578171912" sldId="337"/>
            <ac:picMk id="7" creationId="{2F5B16E9-34F8-1E38-5209-0AACBB81013F}"/>
          </ac:picMkLst>
        </pc:picChg>
      </pc:sldChg>
      <pc:sldChg chg="addSp delSp modSp new mod ord setBg modClrScheme chgLayout">
        <pc:chgData name="Mahmoud Salem" userId="7bf24d79-5b67-4251-b831-92e5f8c9b05a" providerId="ADAL" clId="{C3A92C71-57ED-45C5-A58D-159C2AAEDF62}" dt="2023-10-31T23:49:10.290" v="550" actId="20577"/>
        <pc:sldMkLst>
          <pc:docMk/>
          <pc:sldMk cId="2393229972" sldId="338"/>
        </pc:sldMkLst>
        <pc:spChg chg="mod ord">
          <ac:chgData name="Mahmoud Salem" userId="7bf24d79-5b67-4251-b831-92e5f8c9b05a" providerId="ADAL" clId="{C3A92C71-57ED-45C5-A58D-159C2AAEDF62}" dt="2023-10-31T23:47:57.514" v="502" actId="26606"/>
          <ac:spMkLst>
            <pc:docMk/>
            <pc:sldMk cId="2393229972" sldId="338"/>
            <ac:spMk id="2" creationId="{579EE928-71AB-5919-244E-853E3F2D6E17}"/>
          </ac:spMkLst>
        </pc:spChg>
        <pc:spChg chg="add mod ord">
          <ac:chgData name="Mahmoud Salem" userId="7bf24d79-5b67-4251-b831-92e5f8c9b05a" providerId="ADAL" clId="{C3A92C71-57ED-45C5-A58D-159C2AAEDF62}" dt="2023-10-31T23:49:10.290" v="550" actId="20577"/>
          <ac:spMkLst>
            <pc:docMk/>
            <pc:sldMk cId="2393229972" sldId="338"/>
            <ac:spMk id="3" creationId="{B8BFD582-4883-2DC9-693E-CA9FC94FCCB4}"/>
          </ac:spMkLst>
        </pc:spChg>
        <pc:spChg chg="add del mod">
          <ac:chgData name="Mahmoud Salem" userId="7bf24d79-5b67-4251-b831-92e5f8c9b05a" providerId="ADAL" clId="{C3A92C71-57ED-45C5-A58D-159C2AAEDF62}" dt="2023-10-31T23:47:39.407" v="499" actId="6264"/>
          <ac:spMkLst>
            <pc:docMk/>
            <pc:sldMk cId="2393229972" sldId="338"/>
            <ac:spMk id="4" creationId="{7470063C-1203-3CEC-2D53-913EB722104E}"/>
          </ac:spMkLst>
        </pc:spChg>
        <pc:spChg chg="add del mod">
          <ac:chgData name="Mahmoud Salem" userId="7bf24d79-5b67-4251-b831-92e5f8c9b05a" providerId="ADAL" clId="{C3A92C71-57ED-45C5-A58D-159C2AAEDF62}" dt="2023-10-31T23:47:39.407" v="499" actId="6264"/>
          <ac:spMkLst>
            <pc:docMk/>
            <pc:sldMk cId="2393229972" sldId="338"/>
            <ac:spMk id="5" creationId="{93933AF3-43F3-9D70-1C40-318585D59AAA}"/>
          </ac:spMkLst>
        </pc:spChg>
        <pc:spChg chg="add del">
          <ac:chgData name="Mahmoud Salem" userId="7bf24d79-5b67-4251-b831-92e5f8c9b05a" providerId="ADAL" clId="{C3A92C71-57ED-45C5-A58D-159C2AAEDF62}" dt="2023-10-31T23:47:57.514" v="502" actId="26606"/>
          <ac:spMkLst>
            <pc:docMk/>
            <pc:sldMk cId="2393229972" sldId="338"/>
            <ac:spMk id="9" creationId="{9AA72BD9-2C5A-4EDC-931F-5AA08EACA0F3}"/>
          </ac:spMkLst>
        </pc:spChg>
        <pc:spChg chg="add del">
          <ac:chgData name="Mahmoud Salem" userId="7bf24d79-5b67-4251-b831-92e5f8c9b05a" providerId="ADAL" clId="{C3A92C71-57ED-45C5-A58D-159C2AAEDF62}" dt="2023-10-31T23:47:57.514" v="502" actId="26606"/>
          <ac:spMkLst>
            <pc:docMk/>
            <pc:sldMk cId="2393229972" sldId="338"/>
            <ac:spMk id="11" creationId="{DD3981AC-7B61-4947-BCF3-F7AA7FA385B9}"/>
          </ac:spMkLst>
        </pc:spChg>
        <pc:spChg chg="add del">
          <ac:chgData name="Mahmoud Salem" userId="7bf24d79-5b67-4251-b831-92e5f8c9b05a" providerId="ADAL" clId="{C3A92C71-57ED-45C5-A58D-159C2AAEDF62}" dt="2023-10-31T23:47:57.514" v="502" actId="26606"/>
          <ac:spMkLst>
            <pc:docMk/>
            <pc:sldMk cId="2393229972" sldId="338"/>
            <ac:spMk id="13" creationId="{55D4142C-5077-457F-A6AD-3FECFDB39685}"/>
          </ac:spMkLst>
        </pc:spChg>
        <pc:spChg chg="add del">
          <ac:chgData name="Mahmoud Salem" userId="7bf24d79-5b67-4251-b831-92e5f8c9b05a" providerId="ADAL" clId="{C3A92C71-57ED-45C5-A58D-159C2AAEDF62}" dt="2023-10-31T23:47:57.514" v="502" actId="26606"/>
          <ac:spMkLst>
            <pc:docMk/>
            <pc:sldMk cId="2393229972" sldId="338"/>
            <ac:spMk id="15" creationId="{7A5F0580-5EE9-419F-96EE-B6529EF6E7D0}"/>
          </ac:spMkLst>
        </pc:spChg>
        <pc:picChg chg="add del">
          <ac:chgData name="Mahmoud Salem" userId="7bf24d79-5b67-4251-b831-92e5f8c9b05a" providerId="ADAL" clId="{C3A92C71-57ED-45C5-A58D-159C2AAEDF62}" dt="2023-10-31T23:47:57.514" v="502" actId="26606"/>
          <ac:picMkLst>
            <pc:docMk/>
            <pc:sldMk cId="2393229972" sldId="338"/>
            <ac:picMk id="6" creationId="{E8CD0DC3-0ECC-1F79-36A1-1339604AB8F6}"/>
          </ac:picMkLst>
        </pc:picChg>
      </pc:sldChg>
      <pc:sldChg chg="delSp add del setBg delDesignElem">
        <pc:chgData name="Mahmoud Salem" userId="7bf24d79-5b67-4251-b831-92e5f8c9b05a" providerId="ADAL" clId="{C3A92C71-57ED-45C5-A58D-159C2AAEDF62}" dt="2023-10-31T23:15:15.883" v="119" actId="47"/>
        <pc:sldMkLst>
          <pc:docMk/>
          <pc:sldMk cId="4156292736" sldId="338"/>
        </pc:sldMkLst>
        <pc:spChg chg="del">
          <ac:chgData name="Mahmoud Salem" userId="7bf24d79-5b67-4251-b831-92e5f8c9b05a" providerId="ADAL" clId="{C3A92C71-57ED-45C5-A58D-159C2AAEDF62}" dt="2023-10-31T23:15:13.918" v="118"/>
          <ac:spMkLst>
            <pc:docMk/>
            <pc:sldMk cId="4156292736" sldId="338"/>
            <ac:spMk id="9" creationId="{66B332A4-D438-4773-A77F-5ED49A448D9D}"/>
          </ac:spMkLst>
        </pc:spChg>
        <pc:spChg chg="del">
          <ac:chgData name="Mahmoud Salem" userId="7bf24d79-5b67-4251-b831-92e5f8c9b05a" providerId="ADAL" clId="{C3A92C71-57ED-45C5-A58D-159C2AAEDF62}" dt="2023-10-31T23:15:13.918" v="118"/>
          <ac:spMkLst>
            <pc:docMk/>
            <pc:sldMk cId="4156292736" sldId="338"/>
            <ac:spMk id="11" creationId="{DF9AD32D-FF05-44F4-BD4D-9CEE89B71EB9}"/>
          </ac:spMkLst>
        </pc:spChg>
      </pc:sldChg>
      <pc:sldChg chg="del">
        <pc:chgData name="Mahmoud Salem" userId="7bf24d79-5b67-4251-b831-92e5f8c9b05a" providerId="ADAL" clId="{C3A92C71-57ED-45C5-A58D-159C2AAEDF62}" dt="2023-10-31T22:59:35.388" v="0" actId="47"/>
        <pc:sldMkLst>
          <pc:docMk/>
          <pc:sldMk cId="661409037" sldId="339"/>
        </pc:sldMkLst>
      </pc:sldChg>
      <pc:sldChg chg="addSp delSp modSp add mod setBg delDesignElem chgLayout">
        <pc:chgData name="Mahmoud Salem" userId="7bf24d79-5b67-4251-b831-92e5f8c9b05a" providerId="ADAL" clId="{C3A92C71-57ED-45C5-A58D-159C2AAEDF62}" dt="2023-11-01T02:25:37.676" v="587" actId="26606"/>
        <pc:sldMkLst>
          <pc:docMk/>
          <pc:sldMk cId="2656168202" sldId="339"/>
        </pc:sldMkLst>
        <pc:spChg chg="add del mod">
          <ac:chgData name="Mahmoud Salem" userId="7bf24d79-5b67-4251-b831-92e5f8c9b05a" providerId="ADAL" clId="{C3A92C71-57ED-45C5-A58D-159C2AAEDF62}" dt="2023-11-01T02:25:13.682" v="569" actId="6264"/>
          <ac:spMkLst>
            <pc:docMk/>
            <pc:sldMk cId="2656168202" sldId="339"/>
            <ac:spMk id="2" creationId="{E4627A0A-92D8-675B-0BC4-BFBD11606B91}"/>
          </ac:spMkLst>
        </pc:spChg>
        <pc:spChg chg="mod ord">
          <ac:chgData name="Mahmoud Salem" userId="7bf24d79-5b67-4251-b831-92e5f8c9b05a" providerId="ADAL" clId="{C3A92C71-57ED-45C5-A58D-159C2AAEDF62}" dt="2023-11-01T02:25:37.676" v="587" actId="26606"/>
          <ac:spMkLst>
            <pc:docMk/>
            <pc:sldMk cId="2656168202" sldId="339"/>
            <ac:spMk id="4" creationId="{F2F17A94-CBEE-AC4B-CB1E-408739965E7D}"/>
          </ac:spMkLst>
        </pc:spChg>
        <pc:spChg chg="del">
          <ac:chgData name="Mahmoud Salem" userId="7bf24d79-5b67-4251-b831-92e5f8c9b05a" providerId="ADAL" clId="{C3A92C71-57ED-45C5-A58D-159C2AAEDF62}" dt="2023-11-01T02:25:10.960" v="568"/>
          <ac:spMkLst>
            <pc:docMk/>
            <pc:sldMk cId="2656168202" sldId="339"/>
            <ac:spMk id="9" creationId="{66B332A4-D438-4773-A77F-5ED49A448D9D}"/>
          </ac:spMkLst>
        </pc:spChg>
        <pc:spChg chg="add">
          <ac:chgData name="Mahmoud Salem" userId="7bf24d79-5b67-4251-b831-92e5f8c9b05a" providerId="ADAL" clId="{C3A92C71-57ED-45C5-A58D-159C2AAEDF62}" dt="2023-11-01T02:25:37.676" v="587" actId="26606"/>
          <ac:spMkLst>
            <pc:docMk/>
            <pc:sldMk cId="2656168202" sldId="339"/>
            <ac:spMk id="10" creationId="{0671A8AE-40A1-4631-A6B8-581AFF065482}"/>
          </ac:spMkLst>
        </pc:spChg>
        <pc:spChg chg="del">
          <ac:chgData name="Mahmoud Salem" userId="7bf24d79-5b67-4251-b831-92e5f8c9b05a" providerId="ADAL" clId="{C3A92C71-57ED-45C5-A58D-159C2AAEDF62}" dt="2023-11-01T02:25:10.960" v="568"/>
          <ac:spMkLst>
            <pc:docMk/>
            <pc:sldMk cId="2656168202" sldId="339"/>
            <ac:spMk id="11" creationId="{DF9AD32D-FF05-44F4-BD4D-9CEE89B71EB9}"/>
          </ac:spMkLst>
        </pc:spChg>
        <pc:spChg chg="add">
          <ac:chgData name="Mahmoud Salem" userId="7bf24d79-5b67-4251-b831-92e5f8c9b05a" providerId="ADAL" clId="{C3A92C71-57ED-45C5-A58D-159C2AAEDF62}" dt="2023-11-01T02:25:37.676" v="587" actId="26606"/>
          <ac:spMkLst>
            <pc:docMk/>
            <pc:sldMk cId="2656168202" sldId="339"/>
            <ac:spMk id="12" creationId="{AB58EF07-17C2-48CF-ABB0-EEF1F17CB8F0}"/>
          </ac:spMkLst>
        </pc:spChg>
        <pc:spChg chg="add">
          <ac:chgData name="Mahmoud Salem" userId="7bf24d79-5b67-4251-b831-92e5f8c9b05a" providerId="ADAL" clId="{C3A92C71-57ED-45C5-A58D-159C2AAEDF62}" dt="2023-11-01T02:25:37.676" v="587" actId="26606"/>
          <ac:spMkLst>
            <pc:docMk/>
            <pc:sldMk cId="2656168202" sldId="339"/>
            <ac:spMk id="14" creationId="{AF2F604E-43BE-4DC3-B983-E071523364F8}"/>
          </ac:spMkLst>
        </pc:spChg>
        <pc:spChg chg="add">
          <ac:chgData name="Mahmoud Salem" userId="7bf24d79-5b67-4251-b831-92e5f8c9b05a" providerId="ADAL" clId="{C3A92C71-57ED-45C5-A58D-159C2AAEDF62}" dt="2023-11-01T02:25:37.676" v="587" actId="26606"/>
          <ac:spMkLst>
            <pc:docMk/>
            <pc:sldMk cId="2656168202" sldId="339"/>
            <ac:spMk id="16" creationId="{08C9B587-E65E-4B52-B37C-ABEBB6E87928}"/>
          </ac:spMkLst>
        </pc:spChg>
        <pc:picChg chg="add">
          <ac:chgData name="Mahmoud Salem" userId="7bf24d79-5b67-4251-b831-92e5f8c9b05a" providerId="ADAL" clId="{C3A92C71-57ED-45C5-A58D-159C2AAEDF62}" dt="2023-11-01T02:25:37.676" v="587" actId="26606"/>
          <ac:picMkLst>
            <pc:docMk/>
            <pc:sldMk cId="2656168202" sldId="339"/>
            <ac:picMk id="6" creationId="{93A9EFD6-0A79-03F6-C1B5-8B8E5AE8A079}"/>
          </ac:picMkLst>
        </pc:picChg>
      </pc:sldChg>
      <pc:sldChg chg="addSp modSp new del mod modClrScheme chgLayout">
        <pc:chgData name="Mahmoud Salem" userId="7bf24d79-5b67-4251-b831-92e5f8c9b05a" providerId="ADAL" clId="{C3A92C71-57ED-45C5-A58D-159C2AAEDF62}" dt="2023-10-31T23:22:16.781" v="498" actId="47"/>
        <pc:sldMkLst>
          <pc:docMk/>
          <pc:sldMk cId="3426030928" sldId="339"/>
        </pc:sldMkLst>
        <pc:spChg chg="mod ord">
          <ac:chgData name="Mahmoud Salem" userId="7bf24d79-5b67-4251-b831-92e5f8c9b05a" providerId="ADAL" clId="{C3A92C71-57ED-45C5-A58D-159C2AAEDF62}" dt="2023-10-31T23:22:09.049" v="468" actId="700"/>
          <ac:spMkLst>
            <pc:docMk/>
            <pc:sldMk cId="3426030928" sldId="339"/>
            <ac:spMk id="2" creationId="{C320F1F3-ADC8-F434-3E44-4AC397044569}"/>
          </ac:spMkLst>
        </pc:spChg>
        <pc:spChg chg="add mod ord">
          <ac:chgData name="Mahmoud Salem" userId="7bf24d79-5b67-4251-b831-92e5f8c9b05a" providerId="ADAL" clId="{C3A92C71-57ED-45C5-A58D-159C2AAEDF62}" dt="2023-10-31T23:22:15.001" v="497" actId="20577"/>
          <ac:spMkLst>
            <pc:docMk/>
            <pc:sldMk cId="3426030928" sldId="339"/>
            <ac:spMk id="3" creationId="{FB38C464-18F9-39B2-A7E9-CAA6F02E1872}"/>
          </ac:spMkLst>
        </pc:spChg>
      </pc:sldChg>
      <pc:sldChg chg="addSp delSp modSp add mod ord setBg delDesignElem chgLayout">
        <pc:chgData name="Mahmoud Salem" userId="7bf24d79-5b67-4251-b831-92e5f8c9b05a" providerId="ADAL" clId="{C3A92C71-57ED-45C5-A58D-159C2AAEDF62}" dt="2023-11-01T03:36:42.732" v="813"/>
        <pc:sldMkLst>
          <pc:docMk/>
          <pc:sldMk cId="852220592" sldId="340"/>
        </pc:sldMkLst>
        <pc:spChg chg="add del mod">
          <ac:chgData name="Mahmoud Salem" userId="7bf24d79-5b67-4251-b831-92e5f8c9b05a" providerId="ADAL" clId="{C3A92C71-57ED-45C5-A58D-159C2AAEDF62}" dt="2023-11-01T03:12:39.202" v="590" actId="6264"/>
          <ac:spMkLst>
            <pc:docMk/>
            <pc:sldMk cId="852220592" sldId="340"/>
            <ac:spMk id="2" creationId="{B6E13A86-8DC0-898C-A5AA-7A787FAB2033}"/>
          </ac:spMkLst>
        </pc:spChg>
        <pc:spChg chg="mod ord">
          <ac:chgData name="Mahmoud Salem" userId="7bf24d79-5b67-4251-b831-92e5f8c9b05a" providerId="ADAL" clId="{C3A92C71-57ED-45C5-A58D-159C2AAEDF62}" dt="2023-11-01T03:12:51.393" v="602" actId="26606"/>
          <ac:spMkLst>
            <pc:docMk/>
            <pc:sldMk cId="852220592" sldId="340"/>
            <ac:spMk id="4" creationId="{F2F17A94-CBEE-AC4B-CB1E-408739965E7D}"/>
          </ac:spMkLst>
        </pc:spChg>
        <pc:spChg chg="del">
          <ac:chgData name="Mahmoud Salem" userId="7bf24d79-5b67-4251-b831-92e5f8c9b05a" providerId="ADAL" clId="{C3A92C71-57ED-45C5-A58D-159C2AAEDF62}" dt="2023-11-01T03:12:36.188" v="589"/>
          <ac:spMkLst>
            <pc:docMk/>
            <pc:sldMk cId="852220592" sldId="340"/>
            <ac:spMk id="9" creationId="{66B332A4-D438-4773-A77F-5ED49A448D9D}"/>
          </ac:spMkLst>
        </pc:spChg>
        <pc:spChg chg="add">
          <ac:chgData name="Mahmoud Salem" userId="7bf24d79-5b67-4251-b831-92e5f8c9b05a" providerId="ADAL" clId="{C3A92C71-57ED-45C5-A58D-159C2AAEDF62}" dt="2023-11-01T03:12:51.393" v="602" actId="26606"/>
          <ac:spMkLst>
            <pc:docMk/>
            <pc:sldMk cId="852220592" sldId="340"/>
            <ac:spMk id="10" creationId="{0671A8AE-40A1-4631-A6B8-581AFF065482}"/>
          </ac:spMkLst>
        </pc:spChg>
        <pc:spChg chg="del">
          <ac:chgData name="Mahmoud Salem" userId="7bf24d79-5b67-4251-b831-92e5f8c9b05a" providerId="ADAL" clId="{C3A92C71-57ED-45C5-A58D-159C2AAEDF62}" dt="2023-11-01T03:12:36.188" v="589"/>
          <ac:spMkLst>
            <pc:docMk/>
            <pc:sldMk cId="852220592" sldId="340"/>
            <ac:spMk id="11" creationId="{DF9AD32D-FF05-44F4-BD4D-9CEE89B71EB9}"/>
          </ac:spMkLst>
        </pc:spChg>
        <pc:spChg chg="add">
          <ac:chgData name="Mahmoud Salem" userId="7bf24d79-5b67-4251-b831-92e5f8c9b05a" providerId="ADAL" clId="{C3A92C71-57ED-45C5-A58D-159C2AAEDF62}" dt="2023-11-01T03:12:51.393" v="602" actId="26606"/>
          <ac:spMkLst>
            <pc:docMk/>
            <pc:sldMk cId="852220592" sldId="340"/>
            <ac:spMk id="12" creationId="{AB58EF07-17C2-48CF-ABB0-EEF1F17CB8F0}"/>
          </ac:spMkLst>
        </pc:spChg>
        <pc:spChg chg="add">
          <ac:chgData name="Mahmoud Salem" userId="7bf24d79-5b67-4251-b831-92e5f8c9b05a" providerId="ADAL" clId="{C3A92C71-57ED-45C5-A58D-159C2AAEDF62}" dt="2023-11-01T03:12:51.393" v="602" actId="26606"/>
          <ac:spMkLst>
            <pc:docMk/>
            <pc:sldMk cId="852220592" sldId="340"/>
            <ac:spMk id="14" creationId="{AF2F604E-43BE-4DC3-B983-E071523364F8}"/>
          </ac:spMkLst>
        </pc:spChg>
        <pc:spChg chg="add">
          <ac:chgData name="Mahmoud Salem" userId="7bf24d79-5b67-4251-b831-92e5f8c9b05a" providerId="ADAL" clId="{C3A92C71-57ED-45C5-A58D-159C2AAEDF62}" dt="2023-11-01T03:12:51.393" v="602" actId="26606"/>
          <ac:spMkLst>
            <pc:docMk/>
            <pc:sldMk cId="852220592" sldId="340"/>
            <ac:spMk id="16" creationId="{08C9B587-E65E-4B52-B37C-ABEBB6E87928}"/>
          </ac:spMkLst>
        </pc:spChg>
        <pc:picChg chg="add">
          <ac:chgData name="Mahmoud Salem" userId="7bf24d79-5b67-4251-b831-92e5f8c9b05a" providerId="ADAL" clId="{C3A92C71-57ED-45C5-A58D-159C2AAEDF62}" dt="2023-11-01T03:12:51.393" v="602" actId="26606"/>
          <ac:picMkLst>
            <pc:docMk/>
            <pc:sldMk cId="852220592" sldId="340"/>
            <ac:picMk id="6" creationId="{3EFFBE80-D003-3F32-3744-24E2A9473747}"/>
          </ac:picMkLst>
        </pc:picChg>
      </pc:sldChg>
      <pc:sldChg chg="addSp delSp modSp new mod ord setBg modClrScheme chgLayout">
        <pc:chgData name="Mahmoud Salem" userId="7bf24d79-5b67-4251-b831-92e5f8c9b05a" providerId="ADAL" clId="{C3A92C71-57ED-45C5-A58D-159C2AAEDF62}" dt="2023-11-01T03:36:42.732" v="813"/>
        <pc:sldMkLst>
          <pc:docMk/>
          <pc:sldMk cId="151185085" sldId="341"/>
        </pc:sldMkLst>
        <pc:spChg chg="del mod ord">
          <ac:chgData name="Mahmoud Salem" userId="7bf24d79-5b67-4251-b831-92e5f8c9b05a" providerId="ADAL" clId="{C3A92C71-57ED-45C5-A58D-159C2AAEDF62}" dt="2023-11-01T03:31:06.641" v="606" actId="700"/>
          <ac:spMkLst>
            <pc:docMk/>
            <pc:sldMk cId="151185085" sldId="341"/>
            <ac:spMk id="2" creationId="{50162E85-E7B3-6DB0-62F8-0B6EDA3FB77E}"/>
          </ac:spMkLst>
        </pc:spChg>
        <pc:spChg chg="add mod ord">
          <ac:chgData name="Mahmoud Salem" userId="7bf24d79-5b67-4251-b831-92e5f8c9b05a" providerId="ADAL" clId="{C3A92C71-57ED-45C5-A58D-159C2AAEDF62}" dt="2023-11-01T03:32:22.826" v="647" actId="26606"/>
          <ac:spMkLst>
            <pc:docMk/>
            <pc:sldMk cId="151185085" sldId="341"/>
            <ac:spMk id="3" creationId="{2C43D6FC-802C-5194-B5CE-00202E61D27C}"/>
          </ac:spMkLst>
        </pc:spChg>
        <pc:spChg chg="add del mod ord">
          <ac:chgData name="Mahmoud Salem" userId="7bf24d79-5b67-4251-b831-92e5f8c9b05a" providerId="ADAL" clId="{C3A92C71-57ED-45C5-A58D-159C2AAEDF62}" dt="2023-11-01T03:32:06.287" v="644" actId="931"/>
          <ac:spMkLst>
            <pc:docMk/>
            <pc:sldMk cId="151185085" sldId="341"/>
            <ac:spMk id="4" creationId="{03F7FF6D-271A-9615-6D28-F512C6B48634}"/>
          </ac:spMkLst>
        </pc:spChg>
        <pc:spChg chg="add">
          <ac:chgData name="Mahmoud Salem" userId="7bf24d79-5b67-4251-b831-92e5f8c9b05a" providerId="ADAL" clId="{C3A92C71-57ED-45C5-A58D-159C2AAEDF62}" dt="2023-11-01T03:32:22.826" v="647" actId="26606"/>
          <ac:spMkLst>
            <pc:docMk/>
            <pc:sldMk cId="151185085" sldId="341"/>
            <ac:spMk id="11" creationId="{D12DDE76-C203-4047-9998-63900085B5E8}"/>
          </ac:spMkLst>
        </pc:spChg>
        <pc:picChg chg="add mod">
          <ac:chgData name="Mahmoud Salem" userId="7bf24d79-5b67-4251-b831-92e5f8c9b05a" providerId="ADAL" clId="{C3A92C71-57ED-45C5-A58D-159C2AAEDF62}" dt="2023-11-01T03:32:26.905" v="649" actId="14100"/>
          <ac:picMkLst>
            <pc:docMk/>
            <pc:sldMk cId="151185085" sldId="341"/>
            <ac:picMk id="6" creationId="{46D948E7-661A-7010-6857-CF407E6901FB}"/>
          </ac:picMkLst>
        </pc:picChg>
      </pc:sldChg>
      <pc:sldChg chg="addSp delSp modSp new mod ord modClrScheme chgLayout">
        <pc:chgData name="Mahmoud Salem" userId="7bf24d79-5b67-4251-b831-92e5f8c9b05a" providerId="ADAL" clId="{C3A92C71-57ED-45C5-A58D-159C2AAEDF62}" dt="2023-11-01T03:36:42.732" v="813"/>
        <pc:sldMkLst>
          <pc:docMk/>
          <pc:sldMk cId="1155241085" sldId="342"/>
        </pc:sldMkLst>
        <pc:spChg chg="del mod ord">
          <ac:chgData name="Mahmoud Salem" userId="7bf24d79-5b67-4251-b831-92e5f8c9b05a" providerId="ADAL" clId="{C3A92C71-57ED-45C5-A58D-159C2AAEDF62}" dt="2023-11-01T03:35:04.657" v="651" actId="700"/>
          <ac:spMkLst>
            <pc:docMk/>
            <pc:sldMk cId="1155241085" sldId="342"/>
            <ac:spMk id="2" creationId="{6E266DA9-C783-4094-61CE-462463655C16}"/>
          </ac:spMkLst>
        </pc:spChg>
        <pc:spChg chg="add mod ord">
          <ac:chgData name="Mahmoud Salem" userId="7bf24d79-5b67-4251-b831-92e5f8c9b05a" providerId="ADAL" clId="{C3A92C71-57ED-45C5-A58D-159C2AAEDF62}" dt="2023-11-01T03:35:09.781" v="677" actId="20577"/>
          <ac:spMkLst>
            <pc:docMk/>
            <pc:sldMk cId="1155241085" sldId="342"/>
            <ac:spMk id="3" creationId="{AE496294-09E9-C7A9-37D1-A2E34D238DCA}"/>
          </ac:spMkLst>
        </pc:spChg>
        <pc:spChg chg="add mod ord">
          <ac:chgData name="Mahmoud Salem" userId="7bf24d79-5b67-4251-b831-92e5f8c9b05a" providerId="ADAL" clId="{C3A92C71-57ED-45C5-A58D-159C2AAEDF62}" dt="2023-11-01T03:35:25.202" v="739" actId="20577"/>
          <ac:spMkLst>
            <pc:docMk/>
            <pc:sldMk cId="1155241085" sldId="342"/>
            <ac:spMk id="4" creationId="{CC862574-C08D-A3C2-79EC-DC519148D168}"/>
          </ac:spMkLst>
        </pc:spChg>
      </pc:sldChg>
      <pc:sldChg chg="del">
        <pc:chgData name="Mahmoud Salem" userId="7bf24d79-5b67-4251-b831-92e5f8c9b05a" providerId="ADAL" clId="{C3A92C71-57ED-45C5-A58D-159C2AAEDF62}" dt="2023-10-31T22:59:35.388" v="0" actId="47"/>
        <pc:sldMkLst>
          <pc:docMk/>
          <pc:sldMk cId="3138235499" sldId="342"/>
        </pc:sldMkLst>
      </pc:sldChg>
      <pc:sldChg chg="del">
        <pc:chgData name="Mahmoud Salem" userId="7bf24d79-5b67-4251-b831-92e5f8c9b05a" providerId="ADAL" clId="{C3A92C71-57ED-45C5-A58D-159C2AAEDF62}" dt="2023-10-31T22:59:35.388" v="0" actId="47"/>
        <pc:sldMkLst>
          <pc:docMk/>
          <pc:sldMk cId="1438034002" sldId="343"/>
        </pc:sldMkLst>
      </pc:sldChg>
      <pc:sldChg chg="modSp add mod ord">
        <pc:chgData name="Mahmoud Salem" userId="7bf24d79-5b67-4251-b831-92e5f8c9b05a" providerId="ADAL" clId="{C3A92C71-57ED-45C5-A58D-159C2AAEDF62}" dt="2023-11-01T03:36:42.732" v="813"/>
        <pc:sldMkLst>
          <pc:docMk/>
          <pc:sldMk cId="3299310672" sldId="343"/>
        </pc:sldMkLst>
        <pc:spChg chg="mod">
          <ac:chgData name="Mahmoud Salem" userId="7bf24d79-5b67-4251-b831-92e5f8c9b05a" providerId="ADAL" clId="{C3A92C71-57ED-45C5-A58D-159C2AAEDF62}" dt="2023-11-01T03:35:46.049" v="774" actId="20577"/>
          <ac:spMkLst>
            <pc:docMk/>
            <pc:sldMk cId="3299310672" sldId="343"/>
            <ac:spMk id="3" creationId="{AE496294-09E9-C7A9-37D1-A2E34D238DCA}"/>
          </ac:spMkLst>
        </pc:spChg>
        <pc:spChg chg="mod">
          <ac:chgData name="Mahmoud Salem" userId="7bf24d79-5b67-4251-b831-92e5f8c9b05a" providerId="ADAL" clId="{C3A92C71-57ED-45C5-A58D-159C2AAEDF62}" dt="2023-11-01T03:36:25.329" v="811" actId="20577"/>
          <ac:spMkLst>
            <pc:docMk/>
            <pc:sldMk cId="3299310672" sldId="343"/>
            <ac:spMk id="4" creationId="{CC862574-C08D-A3C2-79EC-DC519148D168}"/>
          </ac:spMkLst>
        </pc:spChg>
      </pc:sldChg>
      <pc:sldChg chg="del">
        <pc:chgData name="Mahmoud Salem" userId="7bf24d79-5b67-4251-b831-92e5f8c9b05a" providerId="ADAL" clId="{C3A92C71-57ED-45C5-A58D-159C2AAEDF62}" dt="2023-10-31T22:59:35.388" v="0" actId="47"/>
        <pc:sldMkLst>
          <pc:docMk/>
          <pc:sldMk cId="3649372750" sldId="344"/>
        </pc:sldMkLst>
      </pc:sldChg>
      <pc:sldChg chg="del">
        <pc:chgData name="Mahmoud Salem" userId="7bf24d79-5b67-4251-b831-92e5f8c9b05a" providerId="ADAL" clId="{C3A92C71-57ED-45C5-A58D-159C2AAEDF62}" dt="2023-10-31T22:59:35.388" v="0" actId="47"/>
        <pc:sldMkLst>
          <pc:docMk/>
          <pc:sldMk cId="3435553630" sldId="345"/>
        </pc:sldMkLst>
      </pc:sldChg>
      <pc:sldChg chg="del">
        <pc:chgData name="Mahmoud Salem" userId="7bf24d79-5b67-4251-b831-92e5f8c9b05a" providerId="ADAL" clId="{C3A92C71-57ED-45C5-A58D-159C2AAEDF62}" dt="2023-10-31T22:59:35.388" v="0" actId="47"/>
        <pc:sldMkLst>
          <pc:docMk/>
          <pc:sldMk cId="3807408485" sldId="347"/>
        </pc:sldMkLst>
      </pc:sldChg>
      <pc:sldChg chg="del">
        <pc:chgData name="Mahmoud Salem" userId="7bf24d79-5b67-4251-b831-92e5f8c9b05a" providerId="ADAL" clId="{C3A92C71-57ED-45C5-A58D-159C2AAEDF62}" dt="2023-10-31T22:59:35.388" v="0" actId="47"/>
        <pc:sldMkLst>
          <pc:docMk/>
          <pc:sldMk cId="964406175" sldId="348"/>
        </pc:sldMkLst>
      </pc:sldChg>
      <pc:sldChg chg="del">
        <pc:chgData name="Mahmoud Salem" userId="7bf24d79-5b67-4251-b831-92e5f8c9b05a" providerId="ADAL" clId="{C3A92C71-57ED-45C5-A58D-159C2AAEDF62}" dt="2023-10-31T22:59:35.388" v="0" actId="47"/>
        <pc:sldMkLst>
          <pc:docMk/>
          <pc:sldMk cId="861203369" sldId="349"/>
        </pc:sldMkLst>
      </pc:sldChg>
      <pc:sldChg chg="del">
        <pc:chgData name="Mahmoud Salem" userId="7bf24d79-5b67-4251-b831-92e5f8c9b05a" providerId="ADAL" clId="{C3A92C71-57ED-45C5-A58D-159C2AAEDF62}" dt="2023-10-31T22:59:35.388" v="0" actId="47"/>
        <pc:sldMkLst>
          <pc:docMk/>
          <pc:sldMk cId="622156983" sldId="351"/>
        </pc:sldMkLst>
      </pc:sldChg>
      <pc:sldChg chg="del">
        <pc:chgData name="Mahmoud Salem" userId="7bf24d79-5b67-4251-b831-92e5f8c9b05a" providerId="ADAL" clId="{C3A92C71-57ED-45C5-A58D-159C2AAEDF62}" dt="2023-10-31T22:59:35.388" v="0" actId="47"/>
        <pc:sldMkLst>
          <pc:docMk/>
          <pc:sldMk cId="530364757" sldId="352"/>
        </pc:sldMkLst>
      </pc:sldChg>
      <pc:sldChg chg="del">
        <pc:chgData name="Mahmoud Salem" userId="7bf24d79-5b67-4251-b831-92e5f8c9b05a" providerId="ADAL" clId="{C3A92C71-57ED-45C5-A58D-159C2AAEDF62}" dt="2023-10-31T22:59:35.388" v="0" actId="47"/>
        <pc:sldMkLst>
          <pc:docMk/>
          <pc:sldMk cId="3433470866" sldId="353"/>
        </pc:sldMkLst>
      </pc:sldChg>
      <pc:sldChg chg="del">
        <pc:chgData name="Mahmoud Salem" userId="7bf24d79-5b67-4251-b831-92e5f8c9b05a" providerId="ADAL" clId="{C3A92C71-57ED-45C5-A58D-159C2AAEDF62}" dt="2023-10-31T22:59:35.388" v="0" actId="47"/>
        <pc:sldMkLst>
          <pc:docMk/>
          <pc:sldMk cId="2698087089" sldId="354"/>
        </pc:sldMkLst>
      </pc:sldChg>
      <pc:sldChg chg="del">
        <pc:chgData name="Mahmoud Salem" userId="7bf24d79-5b67-4251-b831-92e5f8c9b05a" providerId="ADAL" clId="{C3A92C71-57ED-45C5-A58D-159C2AAEDF62}" dt="2023-10-31T22:59:35.388" v="0" actId="47"/>
        <pc:sldMkLst>
          <pc:docMk/>
          <pc:sldMk cId="4072698698" sldId="356"/>
        </pc:sldMkLst>
      </pc:sldChg>
      <pc:sldChg chg="del">
        <pc:chgData name="Mahmoud Salem" userId="7bf24d79-5b67-4251-b831-92e5f8c9b05a" providerId="ADAL" clId="{C3A92C71-57ED-45C5-A58D-159C2AAEDF62}" dt="2023-10-31T22:59:35.388" v="0" actId="47"/>
        <pc:sldMkLst>
          <pc:docMk/>
          <pc:sldMk cId="3263711601" sldId="357"/>
        </pc:sldMkLst>
      </pc:sldChg>
      <pc:sldChg chg="del">
        <pc:chgData name="Mahmoud Salem" userId="7bf24d79-5b67-4251-b831-92e5f8c9b05a" providerId="ADAL" clId="{C3A92C71-57ED-45C5-A58D-159C2AAEDF62}" dt="2023-10-31T22:59:35.388" v="0" actId="47"/>
        <pc:sldMkLst>
          <pc:docMk/>
          <pc:sldMk cId="3028816659" sldId="358"/>
        </pc:sldMkLst>
      </pc:sldChg>
      <pc:sldChg chg="del">
        <pc:chgData name="Mahmoud Salem" userId="7bf24d79-5b67-4251-b831-92e5f8c9b05a" providerId="ADAL" clId="{C3A92C71-57ED-45C5-A58D-159C2AAEDF62}" dt="2023-10-31T22:59:35.388" v="0" actId="47"/>
        <pc:sldMkLst>
          <pc:docMk/>
          <pc:sldMk cId="3320069888" sldId="359"/>
        </pc:sldMkLst>
      </pc:sldChg>
      <pc:sldChg chg="del">
        <pc:chgData name="Mahmoud Salem" userId="7bf24d79-5b67-4251-b831-92e5f8c9b05a" providerId="ADAL" clId="{C3A92C71-57ED-45C5-A58D-159C2AAEDF62}" dt="2023-10-31T22:59:35.388" v="0" actId="47"/>
        <pc:sldMkLst>
          <pc:docMk/>
          <pc:sldMk cId="2057504583" sldId="360"/>
        </pc:sldMkLst>
      </pc:sldChg>
      <pc:sldChg chg="del">
        <pc:chgData name="Mahmoud Salem" userId="7bf24d79-5b67-4251-b831-92e5f8c9b05a" providerId="ADAL" clId="{C3A92C71-57ED-45C5-A58D-159C2AAEDF62}" dt="2023-10-31T22:59:35.388" v="0" actId="47"/>
        <pc:sldMkLst>
          <pc:docMk/>
          <pc:sldMk cId="1926797439" sldId="361"/>
        </pc:sldMkLst>
      </pc:sldChg>
      <pc:sldChg chg="del">
        <pc:chgData name="Mahmoud Salem" userId="7bf24d79-5b67-4251-b831-92e5f8c9b05a" providerId="ADAL" clId="{C3A92C71-57ED-45C5-A58D-159C2AAEDF62}" dt="2023-10-31T22:59:35.388" v="0" actId="47"/>
        <pc:sldMkLst>
          <pc:docMk/>
          <pc:sldMk cId="448223345" sldId="362"/>
        </pc:sldMkLst>
      </pc:sldChg>
      <pc:sldChg chg="del">
        <pc:chgData name="Mahmoud Salem" userId="7bf24d79-5b67-4251-b831-92e5f8c9b05a" providerId="ADAL" clId="{C3A92C71-57ED-45C5-A58D-159C2AAEDF62}" dt="2023-10-31T22:59:35.388" v="0" actId="47"/>
        <pc:sldMkLst>
          <pc:docMk/>
          <pc:sldMk cId="676665048" sldId="363"/>
        </pc:sldMkLst>
      </pc:sldChg>
      <pc:sldChg chg="del">
        <pc:chgData name="Mahmoud Salem" userId="7bf24d79-5b67-4251-b831-92e5f8c9b05a" providerId="ADAL" clId="{C3A92C71-57ED-45C5-A58D-159C2AAEDF62}" dt="2023-10-31T22:59:35.388" v="0" actId="47"/>
        <pc:sldMkLst>
          <pc:docMk/>
          <pc:sldMk cId="1549641564" sldId="364"/>
        </pc:sldMkLst>
      </pc:sldChg>
      <pc:sldChg chg="del">
        <pc:chgData name="Mahmoud Salem" userId="7bf24d79-5b67-4251-b831-92e5f8c9b05a" providerId="ADAL" clId="{C3A92C71-57ED-45C5-A58D-159C2AAEDF62}" dt="2023-10-31T22:59:35.388" v="0" actId="47"/>
        <pc:sldMkLst>
          <pc:docMk/>
          <pc:sldMk cId="1453420958" sldId="365"/>
        </pc:sldMkLst>
      </pc:sldChg>
      <pc:sldChg chg="del">
        <pc:chgData name="Mahmoud Salem" userId="7bf24d79-5b67-4251-b831-92e5f8c9b05a" providerId="ADAL" clId="{C3A92C71-57ED-45C5-A58D-159C2AAEDF62}" dt="2023-10-31T22:59:35.388" v="0" actId="47"/>
        <pc:sldMkLst>
          <pc:docMk/>
          <pc:sldMk cId="729626844" sldId="366"/>
        </pc:sldMkLst>
      </pc:sldChg>
      <pc:sldChg chg="del">
        <pc:chgData name="Mahmoud Salem" userId="7bf24d79-5b67-4251-b831-92e5f8c9b05a" providerId="ADAL" clId="{C3A92C71-57ED-45C5-A58D-159C2AAEDF62}" dt="2023-10-31T22:59:35.388" v="0" actId="47"/>
        <pc:sldMkLst>
          <pc:docMk/>
          <pc:sldMk cId="3752365720" sldId="367"/>
        </pc:sldMkLst>
      </pc:sldChg>
      <pc:sldChg chg="del">
        <pc:chgData name="Mahmoud Salem" userId="7bf24d79-5b67-4251-b831-92e5f8c9b05a" providerId="ADAL" clId="{C3A92C71-57ED-45C5-A58D-159C2AAEDF62}" dt="2023-10-31T22:59:35.388" v="0" actId="47"/>
        <pc:sldMkLst>
          <pc:docMk/>
          <pc:sldMk cId="1008546091" sldId="368"/>
        </pc:sldMkLst>
      </pc:sldChg>
      <pc:sldChg chg="del">
        <pc:chgData name="Mahmoud Salem" userId="7bf24d79-5b67-4251-b831-92e5f8c9b05a" providerId="ADAL" clId="{C3A92C71-57ED-45C5-A58D-159C2AAEDF62}" dt="2023-10-31T22:59:35.388" v="0" actId="47"/>
        <pc:sldMkLst>
          <pc:docMk/>
          <pc:sldMk cId="1482652425" sldId="369"/>
        </pc:sldMkLst>
      </pc:sldChg>
      <pc:sldMasterChg chg="delSldLayout">
        <pc:chgData name="Mahmoud Salem" userId="7bf24d79-5b67-4251-b831-92e5f8c9b05a" providerId="ADAL" clId="{C3A92C71-57ED-45C5-A58D-159C2AAEDF62}" dt="2023-10-31T22:59:35.388" v="0" actId="47"/>
        <pc:sldMasterMkLst>
          <pc:docMk/>
          <pc:sldMasterMk cId="1521479117" sldId="2147483672"/>
        </pc:sldMasterMkLst>
        <pc:sldLayoutChg chg="del">
          <pc:chgData name="Mahmoud Salem" userId="7bf24d79-5b67-4251-b831-92e5f8c9b05a" providerId="ADAL" clId="{C3A92C71-57ED-45C5-A58D-159C2AAEDF62}" dt="2023-10-31T22:59:35.388" v="0" actId="47"/>
          <pc:sldLayoutMkLst>
            <pc:docMk/>
            <pc:sldMasterMk cId="1521479117" sldId="2147483672"/>
            <pc:sldLayoutMk cId="2046565748" sldId="2147483684"/>
          </pc:sldLayoutMkLst>
        </pc:sldLayoutChg>
        <pc:sldLayoutChg chg="del">
          <pc:chgData name="Mahmoud Salem" userId="7bf24d79-5b67-4251-b831-92e5f8c9b05a" providerId="ADAL" clId="{C3A92C71-57ED-45C5-A58D-159C2AAEDF62}" dt="2023-10-31T22:59:35.388" v="0" actId="47"/>
          <pc:sldLayoutMkLst>
            <pc:docMk/>
            <pc:sldMasterMk cId="1521479117" sldId="2147483672"/>
            <pc:sldLayoutMk cId="402085690" sldId="2147483685"/>
          </pc:sldLayoutMkLst>
        </pc:sldLayoutChg>
      </pc:sldMasterChg>
    </pc:docChg>
  </pc:docChgLst>
  <pc:docChgLst>
    <pc:chgData name="Mahmoud Salem" userId="7bf24d79-5b67-4251-b831-92e5f8c9b05a" providerId="ADAL" clId="{8CA4624C-ED14-8D46-9433-6148F7BC14AF}"/>
    <pc:docChg chg="addSld modSld">
      <pc:chgData name="Mahmoud Salem" userId="7bf24d79-5b67-4251-b831-92e5f8c9b05a" providerId="ADAL" clId="{8CA4624C-ED14-8D46-9433-6148F7BC14AF}" dt="2023-09-19T20:32:07.719" v="1" actId="767"/>
      <pc:docMkLst>
        <pc:docMk/>
      </pc:docMkLst>
      <pc:sldChg chg="add">
        <pc:chgData name="Mahmoud Salem" userId="7bf24d79-5b67-4251-b831-92e5f8c9b05a" providerId="ADAL" clId="{8CA4624C-ED14-8D46-9433-6148F7BC14AF}" dt="2023-09-19T20:31:30.752" v="0"/>
        <pc:sldMkLst>
          <pc:docMk/>
          <pc:sldMk cId="1050297658" sldId="268"/>
        </pc:sldMkLst>
      </pc:sldChg>
      <pc:sldChg chg="add">
        <pc:chgData name="Mahmoud Salem" userId="7bf24d79-5b67-4251-b831-92e5f8c9b05a" providerId="ADAL" clId="{8CA4624C-ED14-8D46-9433-6148F7BC14AF}" dt="2023-09-19T20:31:30.752" v="0"/>
        <pc:sldMkLst>
          <pc:docMk/>
          <pc:sldMk cId="1042051459" sldId="272"/>
        </pc:sldMkLst>
      </pc:sldChg>
      <pc:sldChg chg="addSp modSp add">
        <pc:chgData name="Mahmoud Salem" userId="7bf24d79-5b67-4251-b831-92e5f8c9b05a" providerId="ADAL" clId="{8CA4624C-ED14-8D46-9433-6148F7BC14AF}" dt="2023-09-19T20:32:07.719" v="1" actId="767"/>
        <pc:sldMkLst>
          <pc:docMk/>
          <pc:sldMk cId="565971591" sldId="281"/>
        </pc:sldMkLst>
        <pc:spChg chg="add mod">
          <ac:chgData name="Mahmoud Salem" userId="7bf24d79-5b67-4251-b831-92e5f8c9b05a" providerId="ADAL" clId="{8CA4624C-ED14-8D46-9433-6148F7BC14AF}" dt="2023-09-19T20:32:07.719" v="1" actId="767"/>
          <ac:spMkLst>
            <pc:docMk/>
            <pc:sldMk cId="565971591" sldId="281"/>
            <ac:spMk id="5" creationId="{02881EC0-342B-989C-7A47-92289D6B730F}"/>
          </ac:spMkLst>
        </pc:spChg>
      </pc:sldChg>
      <pc:sldChg chg="add">
        <pc:chgData name="Mahmoud Salem" userId="7bf24d79-5b67-4251-b831-92e5f8c9b05a" providerId="ADAL" clId="{8CA4624C-ED14-8D46-9433-6148F7BC14AF}" dt="2023-09-19T20:31:30.752" v="0"/>
        <pc:sldMkLst>
          <pc:docMk/>
          <pc:sldMk cId="2815185433" sldId="294"/>
        </pc:sldMkLst>
      </pc:sldChg>
    </pc:docChg>
  </pc:docChgLst>
  <pc:docChgLst>
    <pc:chgData name="Mahmoud Salem" userId="S::msalem@conestogac.on.ca::7bf24d79-5b67-4251-b831-92e5f8c9b05a" providerId="AD" clId="Web-{A95F80D8-941A-E2E3-0B05-F752F3AC21FC}"/>
    <pc:docChg chg="addSld delSld modSld">
      <pc:chgData name="Mahmoud Salem" userId="S::msalem@conestogac.on.ca::7bf24d79-5b67-4251-b831-92e5f8c9b05a" providerId="AD" clId="Web-{A95F80D8-941A-E2E3-0B05-F752F3AC21FC}" dt="2023-09-20T15:44:46.645" v="495" actId="20577"/>
      <pc:docMkLst>
        <pc:docMk/>
      </pc:docMkLst>
      <pc:sldChg chg="delSp modSp">
        <pc:chgData name="Mahmoud Salem" userId="S::msalem@conestogac.on.ca::7bf24d79-5b67-4251-b831-92e5f8c9b05a" providerId="AD" clId="Web-{A95F80D8-941A-E2E3-0B05-F752F3AC21FC}" dt="2023-09-20T14:55:37.300" v="290" actId="14100"/>
        <pc:sldMkLst>
          <pc:docMk/>
          <pc:sldMk cId="1042051459" sldId="272"/>
        </pc:sldMkLst>
        <pc:spChg chg="del">
          <ac:chgData name="Mahmoud Salem" userId="S::msalem@conestogac.on.ca::7bf24d79-5b67-4251-b831-92e5f8c9b05a" providerId="AD" clId="Web-{A95F80D8-941A-E2E3-0B05-F752F3AC21FC}" dt="2023-09-20T14:55:08.956" v="275"/>
          <ac:spMkLst>
            <pc:docMk/>
            <pc:sldMk cId="1042051459" sldId="272"/>
            <ac:spMk id="3" creationId="{00000000-0000-0000-0000-000000000000}"/>
          </ac:spMkLst>
        </pc:spChg>
        <pc:spChg chg="mod">
          <ac:chgData name="Mahmoud Salem" userId="S::msalem@conestogac.on.ca::7bf24d79-5b67-4251-b831-92e5f8c9b05a" providerId="AD" clId="Web-{A95F80D8-941A-E2E3-0B05-F752F3AC21FC}" dt="2023-09-20T14:55:37.300" v="290" actId="14100"/>
          <ac:spMkLst>
            <pc:docMk/>
            <pc:sldMk cId="1042051459" sldId="272"/>
            <ac:spMk id="38" creationId="{00000000-0000-0000-0000-000000000000}"/>
          </ac:spMkLst>
        </pc:spChg>
      </pc:sldChg>
      <pc:sldChg chg="delSp modSp">
        <pc:chgData name="Mahmoud Salem" userId="S::msalem@conestogac.on.ca::7bf24d79-5b67-4251-b831-92e5f8c9b05a" providerId="AD" clId="Web-{A95F80D8-941A-E2E3-0B05-F752F3AC21FC}" dt="2023-09-20T14:54:12.127" v="255" actId="20577"/>
        <pc:sldMkLst>
          <pc:docMk/>
          <pc:sldMk cId="565971591" sldId="281"/>
        </pc:sldMkLst>
        <pc:spChg chg="del">
          <ac:chgData name="Mahmoud Salem" userId="S::msalem@conestogac.on.ca::7bf24d79-5b67-4251-b831-92e5f8c9b05a" providerId="AD" clId="Web-{A95F80D8-941A-E2E3-0B05-F752F3AC21FC}" dt="2023-09-20T14:49:11.965" v="164"/>
          <ac:spMkLst>
            <pc:docMk/>
            <pc:sldMk cId="565971591" sldId="281"/>
            <ac:spMk id="3" creationId="{00000000-0000-0000-0000-000000000000}"/>
          </ac:spMkLst>
        </pc:spChg>
        <pc:spChg chg="mod">
          <ac:chgData name="Mahmoud Salem" userId="S::msalem@conestogac.on.ca::7bf24d79-5b67-4251-b831-92e5f8c9b05a" providerId="AD" clId="Web-{A95F80D8-941A-E2E3-0B05-F752F3AC21FC}" dt="2023-09-20T14:54:12.127" v="255" actId="20577"/>
          <ac:spMkLst>
            <pc:docMk/>
            <pc:sldMk cId="565971591" sldId="281"/>
            <ac:spMk id="4" creationId="{00000000-0000-0000-0000-000000000000}"/>
          </ac:spMkLst>
        </pc:spChg>
      </pc:sldChg>
      <pc:sldChg chg="delSp modSp">
        <pc:chgData name="Mahmoud Salem" userId="S::msalem@conestogac.on.ca::7bf24d79-5b67-4251-b831-92e5f8c9b05a" providerId="AD" clId="Web-{A95F80D8-941A-E2E3-0B05-F752F3AC21FC}" dt="2023-09-20T14:55:02.096" v="274" actId="14100"/>
        <pc:sldMkLst>
          <pc:docMk/>
          <pc:sldMk cId="2815185433" sldId="294"/>
        </pc:sldMkLst>
        <pc:spChg chg="del">
          <ac:chgData name="Mahmoud Salem" userId="S::msalem@conestogac.on.ca::7bf24d79-5b67-4251-b831-92e5f8c9b05a" providerId="AD" clId="Web-{A95F80D8-941A-E2E3-0B05-F752F3AC21FC}" dt="2023-09-20T14:54:14.923" v="256"/>
          <ac:spMkLst>
            <pc:docMk/>
            <pc:sldMk cId="2815185433" sldId="294"/>
            <ac:spMk id="3" creationId="{00000000-0000-0000-0000-000000000000}"/>
          </ac:spMkLst>
        </pc:spChg>
        <pc:spChg chg="mod">
          <ac:chgData name="Mahmoud Salem" userId="S::msalem@conestogac.on.ca::7bf24d79-5b67-4251-b831-92e5f8c9b05a" providerId="AD" clId="Web-{A95F80D8-941A-E2E3-0B05-F752F3AC21FC}" dt="2023-09-20T14:55:02.096" v="274" actId="14100"/>
          <ac:spMkLst>
            <pc:docMk/>
            <pc:sldMk cId="2815185433" sldId="294"/>
            <ac:spMk id="4" creationId="{00000000-0000-0000-0000-000000000000}"/>
          </ac:spMkLst>
        </pc:spChg>
      </pc:sldChg>
      <pc:sldChg chg="del">
        <pc:chgData name="Mahmoud Salem" userId="S::msalem@conestogac.on.ca::7bf24d79-5b67-4251-b831-92e5f8c9b05a" providerId="AD" clId="Web-{A95F80D8-941A-E2E3-0B05-F752F3AC21FC}" dt="2023-09-20T14:48:43.496" v="150"/>
        <pc:sldMkLst>
          <pc:docMk/>
          <pc:sldMk cId="3406251953" sldId="309"/>
        </pc:sldMkLst>
      </pc:sldChg>
      <pc:sldChg chg="modSp del">
        <pc:chgData name="Mahmoud Salem" userId="S::msalem@conestogac.on.ca::7bf24d79-5b67-4251-b831-92e5f8c9b05a" providerId="AD" clId="Web-{A95F80D8-941A-E2E3-0B05-F752F3AC21FC}" dt="2023-09-20T14:47:45.105" v="133"/>
        <pc:sldMkLst>
          <pc:docMk/>
          <pc:sldMk cId="4243350062" sldId="310"/>
        </pc:sldMkLst>
        <pc:spChg chg="mod">
          <ac:chgData name="Mahmoud Salem" userId="S::msalem@conestogac.on.ca::7bf24d79-5b67-4251-b831-92e5f8c9b05a" providerId="AD" clId="Web-{A95F80D8-941A-E2E3-0B05-F752F3AC21FC}" dt="2023-09-20T14:46:31.010" v="112" actId="20577"/>
          <ac:spMkLst>
            <pc:docMk/>
            <pc:sldMk cId="4243350062" sldId="310"/>
            <ac:spMk id="2" creationId="{C23F65B8-D81E-A1FD-0F11-29279744247E}"/>
          </ac:spMkLst>
        </pc:spChg>
        <pc:spChg chg="mod">
          <ac:chgData name="Mahmoud Salem" userId="S::msalem@conestogac.on.ca::7bf24d79-5b67-4251-b831-92e5f8c9b05a" providerId="AD" clId="Web-{A95F80D8-941A-E2E3-0B05-F752F3AC21FC}" dt="2023-09-20T14:47:12.745" v="127" actId="20577"/>
          <ac:spMkLst>
            <pc:docMk/>
            <pc:sldMk cId="4243350062" sldId="310"/>
            <ac:spMk id="4" creationId="{8CA29608-CD7B-E64B-9D21-99DE13767C4C}"/>
          </ac:spMkLst>
        </pc:spChg>
      </pc:sldChg>
      <pc:sldChg chg="delSp modSp">
        <pc:chgData name="Mahmoud Salem" userId="S::msalem@conestogac.on.ca::7bf24d79-5b67-4251-b831-92e5f8c9b05a" providerId="AD" clId="Web-{A95F80D8-941A-E2E3-0B05-F752F3AC21FC}" dt="2023-09-20T15:38:27.717" v="335" actId="20577"/>
        <pc:sldMkLst>
          <pc:docMk/>
          <pc:sldMk cId="3599524280" sldId="313"/>
        </pc:sldMkLst>
        <pc:spChg chg="mod">
          <ac:chgData name="Mahmoud Salem" userId="S::msalem@conestogac.on.ca::7bf24d79-5b67-4251-b831-92e5f8c9b05a" providerId="AD" clId="Web-{A95F80D8-941A-E2E3-0B05-F752F3AC21FC}" dt="2023-09-20T14:44:23.554" v="110" actId="20577"/>
          <ac:spMkLst>
            <pc:docMk/>
            <pc:sldMk cId="3599524280" sldId="313"/>
            <ac:spMk id="2" creationId="{E777E4B0-E03F-4F02-BDFE-7A4C6DA29131}"/>
          </ac:spMkLst>
        </pc:spChg>
        <pc:spChg chg="mod">
          <ac:chgData name="Mahmoud Salem" userId="S::msalem@conestogac.on.ca::7bf24d79-5b67-4251-b831-92e5f8c9b05a" providerId="AD" clId="Web-{A95F80D8-941A-E2E3-0B05-F752F3AC21FC}" dt="2023-09-20T15:38:27.717" v="335" actId="20577"/>
          <ac:spMkLst>
            <pc:docMk/>
            <pc:sldMk cId="3599524280" sldId="313"/>
            <ac:spMk id="3" creationId="{F3005794-BF65-410E-9225-F34791DBC010}"/>
          </ac:spMkLst>
        </pc:spChg>
        <pc:spChg chg="del">
          <ac:chgData name="Mahmoud Salem" userId="S::msalem@conestogac.on.ca::7bf24d79-5b67-4251-b831-92e5f8c9b05a" providerId="AD" clId="Web-{A95F80D8-941A-E2E3-0B05-F752F3AC21FC}" dt="2023-09-20T14:43:36.929" v="104"/>
          <ac:spMkLst>
            <pc:docMk/>
            <pc:sldMk cId="3599524280" sldId="313"/>
            <ac:spMk id="4" creationId="{4E14A3A2-0881-4AA2-B724-688DC4391366}"/>
          </ac:spMkLst>
        </pc:spChg>
      </pc:sldChg>
      <pc:sldChg chg="del">
        <pc:chgData name="Mahmoud Salem" userId="S::msalem@conestogac.on.ca::7bf24d79-5b67-4251-b831-92e5f8c9b05a" providerId="AD" clId="Web-{A95F80D8-941A-E2E3-0B05-F752F3AC21FC}" dt="2023-09-20T14:43:25.804" v="102"/>
        <pc:sldMkLst>
          <pc:docMk/>
          <pc:sldMk cId="838113657" sldId="314"/>
        </pc:sldMkLst>
      </pc:sldChg>
      <pc:sldChg chg="del">
        <pc:chgData name="Mahmoud Salem" userId="S::msalem@conestogac.on.ca::7bf24d79-5b67-4251-b831-92e5f8c9b05a" providerId="AD" clId="Web-{A95F80D8-941A-E2E3-0B05-F752F3AC21FC}" dt="2023-09-20T14:43:25.804" v="103"/>
        <pc:sldMkLst>
          <pc:docMk/>
          <pc:sldMk cId="3990468720" sldId="315"/>
        </pc:sldMkLst>
      </pc:sldChg>
      <pc:sldChg chg="modSp">
        <pc:chgData name="Mahmoud Salem" userId="S::msalem@conestogac.on.ca::7bf24d79-5b67-4251-b831-92e5f8c9b05a" providerId="AD" clId="Web-{A95F80D8-941A-E2E3-0B05-F752F3AC21FC}" dt="2023-09-20T14:42:22.756" v="101" actId="1076"/>
        <pc:sldMkLst>
          <pc:docMk/>
          <pc:sldMk cId="161864835" sldId="316"/>
        </pc:sldMkLst>
        <pc:spChg chg="mod">
          <ac:chgData name="Mahmoud Salem" userId="S::msalem@conestogac.on.ca::7bf24d79-5b67-4251-b831-92e5f8c9b05a" providerId="AD" clId="Web-{A95F80D8-941A-E2E3-0B05-F752F3AC21FC}" dt="2023-09-20T14:42:17.834" v="100"/>
          <ac:spMkLst>
            <pc:docMk/>
            <pc:sldMk cId="161864835" sldId="316"/>
            <ac:spMk id="2" creationId="{E3468CF8-7858-EAF9-04F7-CE5A3DA5305D}"/>
          </ac:spMkLst>
        </pc:spChg>
        <pc:graphicFrameChg chg="mod">
          <ac:chgData name="Mahmoud Salem" userId="S::msalem@conestogac.on.ca::7bf24d79-5b67-4251-b831-92e5f8c9b05a" providerId="AD" clId="Web-{A95F80D8-941A-E2E3-0B05-F752F3AC21FC}" dt="2023-09-20T14:42:22.756" v="101" actId="1076"/>
          <ac:graphicFrameMkLst>
            <pc:docMk/>
            <pc:sldMk cId="161864835" sldId="316"/>
            <ac:graphicFrameMk id="5" creationId="{9E9781CF-6B72-6E93-3AFB-52D2C7D86F6A}"/>
          </ac:graphicFrameMkLst>
        </pc:graphicFrameChg>
      </pc:sldChg>
      <pc:sldChg chg="modSp">
        <pc:chgData name="Mahmoud Salem" userId="S::msalem@conestogac.on.ca::7bf24d79-5b67-4251-b831-92e5f8c9b05a" providerId="AD" clId="Web-{A95F80D8-941A-E2E3-0B05-F752F3AC21FC}" dt="2023-09-20T14:41:36.380" v="84" actId="20577"/>
        <pc:sldMkLst>
          <pc:docMk/>
          <pc:sldMk cId="324299304" sldId="317"/>
        </pc:sldMkLst>
        <pc:spChg chg="mod">
          <ac:chgData name="Mahmoud Salem" userId="S::msalem@conestogac.on.ca::7bf24d79-5b67-4251-b831-92e5f8c9b05a" providerId="AD" clId="Web-{A95F80D8-941A-E2E3-0B05-F752F3AC21FC}" dt="2023-09-20T14:41:36.380" v="84" actId="20577"/>
          <ac:spMkLst>
            <pc:docMk/>
            <pc:sldMk cId="324299304" sldId="317"/>
            <ac:spMk id="3" creationId="{F3005794-BF65-410E-9225-F34791DBC010}"/>
          </ac:spMkLst>
        </pc:spChg>
      </pc:sldChg>
      <pc:sldChg chg="modSp">
        <pc:chgData name="Mahmoud Salem" userId="S::msalem@conestogac.on.ca::7bf24d79-5b67-4251-b831-92e5f8c9b05a" providerId="AD" clId="Web-{A95F80D8-941A-E2E3-0B05-F752F3AC21FC}" dt="2023-09-20T15:36:54.653" v="314" actId="20577"/>
        <pc:sldMkLst>
          <pc:docMk/>
          <pc:sldMk cId="3138235499" sldId="318"/>
        </pc:sldMkLst>
        <pc:spChg chg="mod">
          <ac:chgData name="Mahmoud Salem" userId="S::msalem@conestogac.on.ca::7bf24d79-5b67-4251-b831-92e5f8c9b05a" providerId="AD" clId="Web-{A95F80D8-941A-E2E3-0B05-F752F3AC21FC}" dt="2023-09-20T14:40:33.723" v="60" actId="1076"/>
          <ac:spMkLst>
            <pc:docMk/>
            <pc:sldMk cId="3138235499" sldId="318"/>
            <ac:spMk id="2" creationId="{E3468CF8-7858-EAF9-04F7-CE5A3DA5305D}"/>
          </ac:spMkLst>
        </pc:spChg>
        <pc:graphicFrameChg chg="modGraphic">
          <ac:chgData name="Mahmoud Salem" userId="S::msalem@conestogac.on.ca::7bf24d79-5b67-4251-b831-92e5f8c9b05a" providerId="AD" clId="Web-{A95F80D8-941A-E2E3-0B05-F752F3AC21FC}" dt="2023-09-20T15:36:54.653" v="314" actId="20577"/>
          <ac:graphicFrameMkLst>
            <pc:docMk/>
            <pc:sldMk cId="3138235499" sldId="318"/>
            <ac:graphicFrameMk id="5" creationId="{9E9781CF-6B72-6E93-3AFB-52D2C7D86F6A}"/>
          </ac:graphicFrameMkLst>
        </pc:graphicFrameChg>
      </pc:sldChg>
      <pc:sldChg chg="delSp modSp mod modClrScheme chgLayout">
        <pc:chgData name="Mahmoud Salem" userId="S::msalem@conestogac.on.ca::7bf24d79-5b67-4251-b831-92e5f8c9b05a" providerId="AD" clId="Web-{A95F80D8-941A-E2E3-0B05-F752F3AC21FC}" dt="2023-09-20T14:37:51.782" v="59"/>
        <pc:sldMkLst>
          <pc:docMk/>
          <pc:sldMk cId="763391090" sldId="319"/>
        </pc:sldMkLst>
        <pc:spChg chg="mod ord">
          <ac:chgData name="Mahmoud Salem" userId="S::msalem@conestogac.on.ca::7bf24d79-5b67-4251-b831-92e5f8c9b05a" providerId="AD" clId="Web-{A95F80D8-941A-E2E3-0B05-F752F3AC21FC}" dt="2023-09-20T14:37:51.782" v="59"/>
          <ac:spMkLst>
            <pc:docMk/>
            <pc:sldMk cId="763391090" sldId="319"/>
            <ac:spMk id="2" creationId="{C23F65B8-D81E-A1FD-0F11-29279744247E}"/>
          </ac:spMkLst>
        </pc:spChg>
        <pc:spChg chg="del mod">
          <ac:chgData name="Mahmoud Salem" userId="S::msalem@conestogac.on.ca::7bf24d79-5b67-4251-b831-92e5f8c9b05a" providerId="AD" clId="Web-{A95F80D8-941A-E2E3-0B05-F752F3AC21FC}" dt="2023-09-20T14:37:44.673" v="57"/>
          <ac:spMkLst>
            <pc:docMk/>
            <pc:sldMk cId="763391090" sldId="319"/>
            <ac:spMk id="3" creationId="{9C44EA3A-4FC0-26F8-04DB-3710AD0DCDB0}"/>
          </ac:spMkLst>
        </pc:spChg>
        <pc:spChg chg="mod ord">
          <ac:chgData name="Mahmoud Salem" userId="S::msalem@conestogac.on.ca::7bf24d79-5b67-4251-b831-92e5f8c9b05a" providerId="AD" clId="Web-{A95F80D8-941A-E2E3-0B05-F752F3AC21FC}" dt="2023-09-20T14:37:51.782" v="59"/>
          <ac:spMkLst>
            <pc:docMk/>
            <pc:sldMk cId="763391090" sldId="319"/>
            <ac:spMk id="4" creationId="{8CA29608-CD7B-E64B-9D21-99DE13767C4C}"/>
          </ac:spMkLst>
        </pc:spChg>
      </pc:sldChg>
      <pc:sldChg chg="addSp delSp modSp mod setBg modClrScheme chgLayout">
        <pc:chgData name="Mahmoud Salem" userId="S::msalem@conestogac.on.ca::7bf24d79-5b67-4251-b831-92e5f8c9b05a" providerId="AD" clId="Web-{A95F80D8-941A-E2E3-0B05-F752F3AC21FC}" dt="2023-09-20T14:36:42.453" v="42" actId="20577"/>
        <pc:sldMkLst>
          <pc:docMk/>
          <pc:sldMk cId="2902856244" sldId="320"/>
        </pc:sldMkLst>
        <pc:spChg chg="mod ord">
          <ac:chgData name="Mahmoud Salem" userId="S::msalem@conestogac.on.ca::7bf24d79-5b67-4251-b831-92e5f8c9b05a" providerId="AD" clId="Web-{A95F80D8-941A-E2E3-0B05-F752F3AC21FC}" dt="2023-09-20T14:35:59.078" v="34"/>
          <ac:spMkLst>
            <pc:docMk/>
            <pc:sldMk cId="2902856244" sldId="320"/>
            <ac:spMk id="2" creationId="{C23F65B8-D81E-A1FD-0F11-29279744247E}"/>
          </ac:spMkLst>
        </pc:spChg>
        <pc:spChg chg="del mod">
          <ac:chgData name="Mahmoud Salem" userId="S::msalem@conestogac.on.ca::7bf24d79-5b67-4251-b831-92e5f8c9b05a" providerId="AD" clId="Web-{A95F80D8-941A-E2E3-0B05-F752F3AC21FC}" dt="2023-09-20T14:33:49.513" v="8"/>
          <ac:spMkLst>
            <pc:docMk/>
            <pc:sldMk cId="2902856244" sldId="320"/>
            <ac:spMk id="3" creationId="{9C44EA3A-4FC0-26F8-04DB-3710AD0DCDB0}"/>
          </ac:spMkLst>
        </pc:spChg>
        <pc:spChg chg="mod ord">
          <ac:chgData name="Mahmoud Salem" userId="S::msalem@conestogac.on.ca::7bf24d79-5b67-4251-b831-92e5f8c9b05a" providerId="AD" clId="Web-{A95F80D8-941A-E2E3-0B05-F752F3AC21FC}" dt="2023-09-20T14:36:42.453" v="42" actId="20577"/>
          <ac:spMkLst>
            <pc:docMk/>
            <pc:sldMk cId="2902856244" sldId="320"/>
            <ac:spMk id="4" creationId="{8CA29608-CD7B-E64B-9D21-99DE13767C4C}"/>
          </ac:spMkLst>
        </pc:spChg>
        <pc:spChg chg="add del">
          <ac:chgData name="Mahmoud Salem" userId="S::msalem@conestogac.on.ca::7bf24d79-5b67-4251-b831-92e5f8c9b05a" providerId="AD" clId="Web-{A95F80D8-941A-E2E3-0B05-F752F3AC21FC}" dt="2023-09-20T14:35:02.061" v="17"/>
          <ac:spMkLst>
            <pc:docMk/>
            <pc:sldMk cId="2902856244" sldId="320"/>
            <ac:spMk id="6" creationId="{18873D23-2DCF-4B31-A009-95721C06E8E1}"/>
          </ac:spMkLst>
        </pc:spChg>
        <pc:spChg chg="add del">
          <ac:chgData name="Mahmoud Salem" userId="S::msalem@conestogac.on.ca::7bf24d79-5b67-4251-b831-92e5f8c9b05a" providerId="AD" clId="Web-{A95F80D8-941A-E2E3-0B05-F752F3AC21FC}" dt="2023-09-20T14:35:02.061" v="17"/>
          <ac:spMkLst>
            <pc:docMk/>
            <pc:sldMk cId="2902856244" sldId="320"/>
            <ac:spMk id="7" creationId="{C13EF075-D4EF-4929-ADBC-91B27DA19955}"/>
          </ac:spMkLst>
        </pc:spChg>
        <pc:spChg chg="add del">
          <ac:chgData name="Mahmoud Salem" userId="S::msalem@conestogac.on.ca::7bf24d79-5b67-4251-b831-92e5f8c9b05a" providerId="AD" clId="Web-{A95F80D8-941A-E2E3-0B05-F752F3AC21FC}" dt="2023-09-20T14:34:28.264" v="15"/>
          <ac:spMkLst>
            <pc:docMk/>
            <pc:sldMk cId="2902856244" sldId="320"/>
            <ac:spMk id="9" creationId="{09588DA8-065E-4F6F-8EFD-43104AB2E0CF}"/>
          </ac:spMkLst>
        </pc:spChg>
        <pc:spChg chg="add del">
          <ac:chgData name="Mahmoud Salem" userId="S::msalem@conestogac.on.ca::7bf24d79-5b67-4251-b831-92e5f8c9b05a" providerId="AD" clId="Web-{A95F80D8-941A-E2E3-0B05-F752F3AC21FC}" dt="2023-09-20T14:34:28.264" v="15"/>
          <ac:spMkLst>
            <pc:docMk/>
            <pc:sldMk cId="2902856244" sldId="320"/>
            <ac:spMk id="11" creationId="{C4285719-470E-454C-AF62-8323075F1F5B}"/>
          </ac:spMkLst>
        </pc:spChg>
        <pc:spChg chg="add del">
          <ac:chgData name="Mahmoud Salem" userId="S::msalem@conestogac.on.ca::7bf24d79-5b67-4251-b831-92e5f8c9b05a" providerId="AD" clId="Web-{A95F80D8-941A-E2E3-0B05-F752F3AC21FC}" dt="2023-09-20T14:34:28.264" v="15"/>
          <ac:spMkLst>
            <pc:docMk/>
            <pc:sldMk cId="2902856244" sldId="320"/>
            <ac:spMk id="13" creationId="{CD9FE4EF-C4D8-49A0-B2FF-81D8DB7D8A24}"/>
          </ac:spMkLst>
        </pc:spChg>
        <pc:spChg chg="add del">
          <ac:chgData name="Mahmoud Salem" userId="S::msalem@conestogac.on.ca::7bf24d79-5b67-4251-b831-92e5f8c9b05a" providerId="AD" clId="Web-{A95F80D8-941A-E2E3-0B05-F752F3AC21FC}" dt="2023-09-20T14:34:28.264" v="15"/>
          <ac:spMkLst>
            <pc:docMk/>
            <pc:sldMk cId="2902856244" sldId="320"/>
            <ac:spMk id="15" creationId="{4300840D-0A0B-4512-BACA-B439D5B9C57C}"/>
          </ac:spMkLst>
        </pc:spChg>
        <pc:spChg chg="add del">
          <ac:chgData name="Mahmoud Salem" userId="S::msalem@conestogac.on.ca::7bf24d79-5b67-4251-b831-92e5f8c9b05a" providerId="AD" clId="Web-{A95F80D8-941A-E2E3-0B05-F752F3AC21FC}" dt="2023-09-20T14:34:28.264" v="15"/>
          <ac:spMkLst>
            <pc:docMk/>
            <pc:sldMk cId="2902856244" sldId="320"/>
            <ac:spMk id="17" creationId="{D2B78728-A580-49A7-84F9-6EF6F583ADE0}"/>
          </ac:spMkLst>
        </pc:spChg>
        <pc:spChg chg="add del">
          <ac:chgData name="Mahmoud Salem" userId="S::msalem@conestogac.on.ca::7bf24d79-5b67-4251-b831-92e5f8c9b05a" providerId="AD" clId="Web-{A95F80D8-941A-E2E3-0B05-F752F3AC21FC}" dt="2023-09-20T14:34:28.264" v="15"/>
          <ac:spMkLst>
            <pc:docMk/>
            <pc:sldMk cId="2902856244" sldId="320"/>
            <ac:spMk id="19" creationId="{38FAA1A1-D861-433F-88FA-1E9D6FD31D11}"/>
          </ac:spMkLst>
        </pc:spChg>
        <pc:spChg chg="add del">
          <ac:chgData name="Mahmoud Salem" userId="S::msalem@conestogac.on.ca::7bf24d79-5b67-4251-b831-92e5f8c9b05a" providerId="AD" clId="Web-{A95F80D8-941A-E2E3-0B05-F752F3AC21FC}" dt="2023-09-20T14:34:28.264" v="15"/>
          <ac:spMkLst>
            <pc:docMk/>
            <pc:sldMk cId="2902856244" sldId="320"/>
            <ac:spMk id="21" creationId="{8D71EDA1-87BF-4D5D-AB79-F346FD19278A}"/>
          </ac:spMkLst>
        </pc:spChg>
        <pc:grpChg chg="add del">
          <ac:chgData name="Mahmoud Salem" userId="S::msalem@conestogac.on.ca::7bf24d79-5b67-4251-b831-92e5f8c9b05a" providerId="AD" clId="Web-{A95F80D8-941A-E2E3-0B05-F752F3AC21FC}" dt="2023-09-20T14:35:02.061" v="17"/>
          <ac:grpSpMkLst>
            <pc:docMk/>
            <pc:sldMk cId="2902856244" sldId="320"/>
            <ac:grpSpMk id="8" creationId="{DAA26DFA-AAB2-4973-9C17-16D587C7B198}"/>
          </ac:grpSpMkLst>
        </pc:grpChg>
      </pc:sldChg>
      <pc:sldChg chg="modSp">
        <pc:chgData name="Mahmoud Salem" userId="S::msalem@conestogac.on.ca::7bf24d79-5b67-4251-b831-92e5f8c9b05a" providerId="AD" clId="Web-{A95F80D8-941A-E2E3-0B05-F752F3AC21FC}" dt="2023-09-20T14:32:43.902" v="4" actId="1076"/>
        <pc:sldMkLst>
          <pc:docMk/>
          <pc:sldMk cId="3926803258" sldId="323"/>
        </pc:sldMkLst>
        <pc:spChg chg="mod">
          <ac:chgData name="Mahmoud Salem" userId="S::msalem@conestogac.on.ca::7bf24d79-5b67-4251-b831-92e5f8c9b05a" providerId="AD" clId="Web-{A95F80D8-941A-E2E3-0B05-F752F3AC21FC}" dt="2023-09-20T14:32:43.902" v="4" actId="1076"/>
          <ac:spMkLst>
            <pc:docMk/>
            <pc:sldMk cId="3926803258" sldId="323"/>
            <ac:spMk id="3" creationId="{F3005794-BF65-410E-9225-F34791DBC010}"/>
          </ac:spMkLst>
        </pc:spChg>
      </pc:sldChg>
      <pc:sldChg chg="modSp">
        <pc:chgData name="Mahmoud Salem" userId="S::msalem@conestogac.on.ca::7bf24d79-5b67-4251-b831-92e5f8c9b05a" providerId="AD" clId="Web-{A95F80D8-941A-E2E3-0B05-F752F3AC21FC}" dt="2023-09-20T14:32:37.809" v="3" actId="20577"/>
        <pc:sldMkLst>
          <pc:docMk/>
          <pc:sldMk cId="1908654559" sldId="324"/>
        </pc:sldMkLst>
        <pc:spChg chg="mod">
          <ac:chgData name="Mahmoud Salem" userId="S::msalem@conestogac.on.ca::7bf24d79-5b67-4251-b831-92e5f8c9b05a" providerId="AD" clId="Web-{A95F80D8-941A-E2E3-0B05-F752F3AC21FC}" dt="2023-09-20T14:32:37.809" v="3" actId="20577"/>
          <ac:spMkLst>
            <pc:docMk/>
            <pc:sldMk cId="1908654559" sldId="324"/>
            <ac:spMk id="2" creationId="{7E95B9FB-0E91-C3C1-29D3-91F8E3C21B26}"/>
          </ac:spMkLst>
        </pc:spChg>
      </pc:sldChg>
      <pc:sldChg chg="del">
        <pc:chgData name="Mahmoud Salem" userId="S::msalem@conestogac.on.ca::7bf24d79-5b67-4251-b831-92e5f8c9b05a" providerId="AD" clId="Web-{A95F80D8-941A-E2E3-0B05-F752F3AC21FC}" dt="2023-09-20T14:32:30.277" v="0"/>
        <pc:sldMkLst>
          <pc:docMk/>
          <pc:sldMk cId="1194463853" sldId="325"/>
        </pc:sldMkLst>
      </pc:sldChg>
      <pc:sldChg chg="del">
        <pc:chgData name="Mahmoud Salem" userId="S::msalem@conestogac.on.ca::7bf24d79-5b67-4251-b831-92e5f8c9b05a" providerId="AD" clId="Web-{A95F80D8-941A-E2E3-0B05-F752F3AC21FC}" dt="2023-09-20T14:55:43.331" v="291"/>
        <pc:sldMkLst>
          <pc:docMk/>
          <pc:sldMk cId="3762962865" sldId="326"/>
        </pc:sldMkLst>
      </pc:sldChg>
      <pc:sldChg chg="addSp delSp modSp">
        <pc:chgData name="Mahmoud Salem" userId="S::msalem@conestogac.on.ca::7bf24d79-5b67-4251-b831-92e5f8c9b05a" providerId="AD" clId="Web-{A95F80D8-941A-E2E3-0B05-F752F3AC21FC}" dt="2023-09-20T15:15:33.163" v="301"/>
        <pc:sldMkLst>
          <pc:docMk/>
          <pc:sldMk cId="1080984189" sldId="327"/>
        </pc:sldMkLst>
        <pc:spChg chg="del">
          <ac:chgData name="Mahmoud Salem" userId="S::msalem@conestogac.on.ca::7bf24d79-5b67-4251-b831-92e5f8c9b05a" providerId="AD" clId="Web-{A95F80D8-941A-E2E3-0B05-F752F3AC21FC}" dt="2023-09-20T15:15:33.163" v="301"/>
          <ac:spMkLst>
            <pc:docMk/>
            <pc:sldMk cId="1080984189" sldId="327"/>
            <ac:spMk id="3" creationId="{AA4AFF40-55C4-FC75-B0C1-926E4C3BF895}"/>
          </ac:spMkLst>
        </pc:spChg>
        <pc:picChg chg="add mod ord">
          <ac:chgData name="Mahmoud Salem" userId="S::msalem@conestogac.on.ca::7bf24d79-5b67-4251-b831-92e5f8c9b05a" providerId="AD" clId="Web-{A95F80D8-941A-E2E3-0B05-F752F3AC21FC}" dt="2023-09-20T15:15:33.163" v="301"/>
          <ac:picMkLst>
            <pc:docMk/>
            <pc:sldMk cId="1080984189" sldId="327"/>
            <ac:picMk id="4" creationId="{7CFDD4DC-0830-D449-8E9D-BC64F3F610EE}"/>
          </ac:picMkLst>
        </pc:picChg>
      </pc:sldChg>
      <pc:sldChg chg="addSp delSp modSp">
        <pc:chgData name="Mahmoud Salem" userId="S::msalem@conestogac.on.ca::7bf24d79-5b67-4251-b831-92e5f8c9b05a" providerId="AD" clId="Web-{A95F80D8-941A-E2E3-0B05-F752F3AC21FC}" dt="2023-09-20T15:15:35.054" v="302"/>
        <pc:sldMkLst>
          <pc:docMk/>
          <pc:sldMk cId="514499304" sldId="328"/>
        </pc:sldMkLst>
        <pc:spChg chg="del">
          <ac:chgData name="Mahmoud Salem" userId="S::msalem@conestogac.on.ca::7bf24d79-5b67-4251-b831-92e5f8c9b05a" providerId="AD" clId="Web-{A95F80D8-941A-E2E3-0B05-F752F3AC21FC}" dt="2023-09-20T15:15:35.054" v="302"/>
          <ac:spMkLst>
            <pc:docMk/>
            <pc:sldMk cId="514499304" sldId="328"/>
            <ac:spMk id="3" creationId="{AA4AFF40-55C4-FC75-B0C1-926E4C3BF895}"/>
          </ac:spMkLst>
        </pc:spChg>
        <pc:picChg chg="add mod ord">
          <ac:chgData name="Mahmoud Salem" userId="S::msalem@conestogac.on.ca::7bf24d79-5b67-4251-b831-92e5f8c9b05a" providerId="AD" clId="Web-{A95F80D8-941A-E2E3-0B05-F752F3AC21FC}" dt="2023-09-20T15:15:35.054" v="302"/>
          <ac:picMkLst>
            <pc:docMk/>
            <pc:sldMk cId="514499304" sldId="328"/>
            <ac:picMk id="4" creationId="{EB506CFC-858B-E749-5ACF-31A58EED34A3}"/>
          </ac:picMkLst>
        </pc:picChg>
      </pc:sldChg>
      <pc:sldChg chg="del">
        <pc:chgData name="Mahmoud Salem" userId="S::msalem@conestogac.on.ca::7bf24d79-5b67-4251-b831-92e5f8c9b05a" providerId="AD" clId="Web-{A95F80D8-941A-E2E3-0B05-F752F3AC21FC}" dt="2023-09-20T14:55:49.909" v="292"/>
        <pc:sldMkLst>
          <pc:docMk/>
          <pc:sldMk cId="4225086459" sldId="329"/>
        </pc:sldMkLst>
      </pc:sldChg>
      <pc:sldChg chg="addSp delSp modSp">
        <pc:chgData name="Mahmoud Salem" userId="S::msalem@conestogac.on.ca::7bf24d79-5b67-4251-b831-92e5f8c9b05a" providerId="AD" clId="Web-{A95F80D8-941A-E2E3-0B05-F752F3AC21FC}" dt="2023-09-20T15:15:39.382" v="303"/>
        <pc:sldMkLst>
          <pc:docMk/>
          <pc:sldMk cId="1932260263" sldId="330"/>
        </pc:sldMkLst>
        <pc:spChg chg="del">
          <ac:chgData name="Mahmoud Salem" userId="S::msalem@conestogac.on.ca::7bf24d79-5b67-4251-b831-92e5f8c9b05a" providerId="AD" clId="Web-{A95F80D8-941A-E2E3-0B05-F752F3AC21FC}" dt="2023-09-20T15:15:39.382" v="303"/>
          <ac:spMkLst>
            <pc:docMk/>
            <pc:sldMk cId="1932260263" sldId="330"/>
            <ac:spMk id="3" creationId="{AA4AFF40-55C4-FC75-B0C1-926E4C3BF895}"/>
          </ac:spMkLst>
        </pc:spChg>
        <pc:picChg chg="add mod ord">
          <ac:chgData name="Mahmoud Salem" userId="S::msalem@conestogac.on.ca::7bf24d79-5b67-4251-b831-92e5f8c9b05a" providerId="AD" clId="Web-{A95F80D8-941A-E2E3-0B05-F752F3AC21FC}" dt="2023-09-20T15:15:39.382" v="303"/>
          <ac:picMkLst>
            <pc:docMk/>
            <pc:sldMk cId="1932260263" sldId="330"/>
            <ac:picMk id="4" creationId="{2551429C-BF72-77EC-A0FC-700DDA1DF042}"/>
          </ac:picMkLst>
        </pc:picChg>
      </pc:sldChg>
      <pc:sldChg chg="addSp delSp modSp">
        <pc:chgData name="Mahmoud Salem" userId="S::msalem@conestogac.on.ca::7bf24d79-5b67-4251-b831-92e5f8c9b05a" providerId="AD" clId="Web-{A95F80D8-941A-E2E3-0B05-F752F3AC21FC}" dt="2023-09-20T15:07:02.123" v="299"/>
        <pc:sldMkLst>
          <pc:docMk/>
          <pc:sldMk cId="4206540229" sldId="331"/>
        </pc:sldMkLst>
        <pc:spChg chg="mod">
          <ac:chgData name="Mahmoud Salem" userId="S::msalem@conestogac.on.ca::7bf24d79-5b67-4251-b831-92e5f8c9b05a" providerId="AD" clId="Web-{A95F80D8-941A-E2E3-0B05-F752F3AC21FC}" dt="2023-09-20T15:06:29.342" v="293" actId="20577"/>
          <ac:spMkLst>
            <pc:docMk/>
            <pc:sldMk cId="4206540229" sldId="331"/>
            <ac:spMk id="2" creationId="{CDC6775A-36EF-A4D3-79B1-09DF4A3F79D1}"/>
          </ac:spMkLst>
        </pc:spChg>
        <pc:spChg chg="del">
          <ac:chgData name="Mahmoud Salem" userId="S::msalem@conestogac.on.ca::7bf24d79-5b67-4251-b831-92e5f8c9b05a" providerId="AD" clId="Web-{A95F80D8-941A-E2E3-0B05-F752F3AC21FC}" dt="2023-09-20T15:07:02.123" v="299"/>
          <ac:spMkLst>
            <pc:docMk/>
            <pc:sldMk cId="4206540229" sldId="331"/>
            <ac:spMk id="3" creationId="{AA4AFF40-55C4-FC75-B0C1-926E4C3BF895}"/>
          </ac:spMkLst>
        </pc:spChg>
        <pc:picChg chg="add mod ord">
          <ac:chgData name="Mahmoud Salem" userId="S::msalem@conestogac.on.ca::7bf24d79-5b67-4251-b831-92e5f8c9b05a" providerId="AD" clId="Web-{A95F80D8-941A-E2E3-0B05-F752F3AC21FC}" dt="2023-09-20T15:07:02.123" v="299"/>
          <ac:picMkLst>
            <pc:docMk/>
            <pc:sldMk cId="4206540229" sldId="331"/>
            <ac:picMk id="4" creationId="{CCEC0C1D-26D3-CEE4-346D-07C9E09B4208}"/>
          </ac:picMkLst>
        </pc:picChg>
      </pc:sldChg>
      <pc:sldChg chg="del">
        <pc:chgData name="Mahmoud Salem" userId="S::msalem@conestogac.on.ca::7bf24d79-5b67-4251-b831-92e5f8c9b05a" providerId="AD" clId="Web-{A95F80D8-941A-E2E3-0B05-F752F3AC21FC}" dt="2023-09-20T15:06:33.670" v="294"/>
        <pc:sldMkLst>
          <pc:docMk/>
          <pc:sldMk cId="544057948" sldId="332"/>
        </pc:sldMkLst>
      </pc:sldChg>
      <pc:sldChg chg="modSp new">
        <pc:chgData name="Mahmoud Salem" userId="S::msalem@conestogac.on.ca::7bf24d79-5b67-4251-b831-92e5f8c9b05a" providerId="AD" clId="Web-{A95F80D8-941A-E2E3-0B05-F752F3AC21FC}" dt="2023-09-20T14:48:31.293" v="149" actId="20577"/>
        <pc:sldMkLst>
          <pc:docMk/>
          <pc:sldMk cId="706986565" sldId="333"/>
        </pc:sldMkLst>
        <pc:spChg chg="mod">
          <ac:chgData name="Mahmoud Salem" userId="S::msalem@conestogac.on.ca::7bf24d79-5b67-4251-b831-92e5f8c9b05a" providerId="AD" clId="Web-{A95F80D8-941A-E2E3-0B05-F752F3AC21FC}" dt="2023-09-20T14:46:34.885" v="114" actId="20577"/>
          <ac:spMkLst>
            <pc:docMk/>
            <pc:sldMk cId="706986565" sldId="333"/>
            <ac:spMk id="2" creationId="{570ED26A-0FCD-8CD4-0401-5280A01C644A}"/>
          </ac:spMkLst>
        </pc:spChg>
        <pc:spChg chg="mod">
          <ac:chgData name="Mahmoud Salem" userId="S::msalem@conestogac.on.ca::7bf24d79-5b67-4251-b831-92e5f8c9b05a" providerId="AD" clId="Web-{A95F80D8-941A-E2E3-0B05-F752F3AC21FC}" dt="2023-09-20T14:47:08.323" v="126" actId="14100"/>
          <ac:spMkLst>
            <pc:docMk/>
            <pc:sldMk cId="706986565" sldId="333"/>
            <ac:spMk id="3" creationId="{4E1CE2DA-3750-EC00-CC4E-1272F960B428}"/>
          </ac:spMkLst>
        </pc:spChg>
        <pc:spChg chg="mod">
          <ac:chgData name="Mahmoud Salem" userId="S::msalem@conestogac.on.ca::7bf24d79-5b67-4251-b831-92e5f8c9b05a" providerId="AD" clId="Web-{A95F80D8-941A-E2E3-0B05-F752F3AC21FC}" dt="2023-09-20T14:48:31.293" v="149" actId="20577"/>
          <ac:spMkLst>
            <pc:docMk/>
            <pc:sldMk cId="706986565" sldId="333"/>
            <ac:spMk id="4" creationId="{A165CF23-5C02-5CA5-05EE-DAF6A6AC7E0F}"/>
          </ac:spMkLst>
        </pc:spChg>
        <pc:spChg chg="mod">
          <ac:chgData name="Mahmoud Salem" userId="S::msalem@conestogac.on.ca::7bf24d79-5b67-4251-b831-92e5f8c9b05a" providerId="AD" clId="Web-{A95F80D8-941A-E2E3-0B05-F752F3AC21FC}" dt="2023-09-20T14:47:08.323" v="126" actId="14100"/>
          <ac:spMkLst>
            <pc:docMk/>
            <pc:sldMk cId="706986565" sldId="333"/>
            <ac:spMk id="5" creationId="{2C1244B3-ADC0-6B40-CA22-DF9D4A1CB653}"/>
          </ac:spMkLst>
        </pc:spChg>
        <pc:spChg chg="mod">
          <ac:chgData name="Mahmoud Salem" userId="S::msalem@conestogac.on.ca::7bf24d79-5b67-4251-b831-92e5f8c9b05a" providerId="AD" clId="Web-{A95F80D8-941A-E2E3-0B05-F752F3AC21FC}" dt="2023-09-20T14:48:30.605" v="148" actId="20577"/>
          <ac:spMkLst>
            <pc:docMk/>
            <pc:sldMk cId="706986565" sldId="333"/>
            <ac:spMk id="6" creationId="{B92D6B5E-0ED1-31D5-8B8A-1659CB3A249A}"/>
          </ac:spMkLst>
        </pc:spChg>
      </pc:sldChg>
      <pc:sldChg chg="modSp add replId">
        <pc:chgData name="Mahmoud Salem" userId="S::msalem@conestogac.on.ca::7bf24d79-5b67-4251-b831-92e5f8c9b05a" providerId="AD" clId="Web-{A95F80D8-941A-E2E3-0B05-F752F3AC21FC}" dt="2023-09-20T14:52:04.781" v="199" actId="20577"/>
        <pc:sldMkLst>
          <pc:docMk/>
          <pc:sldMk cId="3010868486" sldId="334"/>
        </pc:sldMkLst>
        <pc:spChg chg="mod">
          <ac:chgData name="Mahmoud Salem" userId="S::msalem@conestogac.on.ca::7bf24d79-5b67-4251-b831-92e5f8c9b05a" providerId="AD" clId="Web-{A95F80D8-941A-E2E3-0B05-F752F3AC21FC}" dt="2023-09-20T14:51:42.015" v="167" actId="20577"/>
          <ac:spMkLst>
            <pc:docMk/>
            <pc:sldMk cId="3010868486" sldId="334"/>
            <ac:spMk id="2" creationId="{7E95B9FB-0E91-C3C1-29D3-91F8E3C21B26}"/>
          </ac:spMkLst>
        </pc:spChg>
        <pc:spChg chg="mod">
          <ac:chgData name="Mahmoud Salem" userId="S::msalem@conestogac.on.ca::7bf24d79-5b67-4251-b831-92e5f8c9b05a" providerId="AD" clId="Web-{A95F80D8-941A-E2E3-0B05-F752F3AC21FC}" dt="2023-09-20T14:52:04.781" v="199" actId="20577"/>
          <ac:spMkLst>
            <pc:docMk/>
            <pc:sldMk cId="3010868486" sldId="334"/>
            <ac:spMk id="3" creationId="{1BAF52F9-F610-69DF-772A-71CE5295D92D}"/>
          </ac:spMkLst>
        </pc:spChg>
      </pc:sldChg>
      <pc:sldChg chg="addSp delSp modSp add replId">
        <pc:chgData name="Mahmoud Salem" userId="S::msalem@conestogac.on.ca::7bf24d79-5b67-4251-b831-92e5f8c9b05a" providerId="AD" clId="Web-{A95F80D8-941A-E2E3-0B05-F752F3AC21FC}" dt="2023-09-20T15:07:17.327" v="300"/>
        <pc:sldMkLst>
          <pc:docMk/>
          <pc:sldMk cId="997990519" sldId="335"/>
        </pc:sldMkLst>
        <pc:spChg chg="mod">
          <ac:chgData name="Mahmoud Salem" userId="S::msalem@conestogac.on.ca::7bf24d79-5b67-4251-b831-92e5f8c9b05a" providerId="AD" clId="Web-{A95F80D8-941A-E2E3-0B05-F752F3AC21FC}" dt="2023-09-20T15:06:42.654" v="298" actId="20577"/>
          <ac:spMkLst>
            <pc:docMk/>
            <pc:sldMk cId="997990519" sldId="335"/>
            <ac:spMk id="2" creationId="{CDC6775A-36EF-A4D3-79B1-09DF4A3F79D1}"/>
          </ac:spMkLst>
        </pc:spChg>
        <pc:spChg chg="del">
          <ac:chgData name="Mahmoud Salem" userId="S::msalem@conestogac.on.ca::7bf24d79-5b67-4251-b831-92e5f8c9b05a" providerId="AD" clId="Web-{A95F80D8-941A-E2E3-0B05-F752F3AC21FC}" dt="2023-09-20T15:07:17.327" v="300"/>
          <ac:spMkLst>
            <pc:docMk/>
            <pc:sldMk cId="997990519" sldId="335"/>
            <ac:spMk id="3" creationId="{AA4AFF40-55C4-FC75-B0C1-926E4C3BF895}"/>
          </ac:spMkLst>
        </pc:spChg>
        <pc:picChg chg="add mod ord">
          <ac:chgData name="Mahmoud Salem" userId="S::msalem@conestogac.on.ca::7bf24d79-5b67-4251-b831-92e5f8c9b05a" providerId="AD" clId="Web-{A95F80D8-941A-E2E3-0B05-F752F3AC21FC}" dt="2023-09-20T15:07:17.327" v="300"/>
          <ac:picMkLst>
            <pc:docMk/>
            <pc:sldMk cId="997990519" sldId="335"/>
            <ac:picMk id="4" creationId="{5B0E2EC1-7B35-1CB6-8610-AA0CEEF7A4FC}"/>
          </ac:picMkLst>
        </pc:picChg>
      </pc:sldChg>
      <pc:sldChg chg="addSp delSp modSp add replId">
        <pc:chgData name="Mahmoud Salem" userId="S::msalem@conestogac.on.ca::7bf24d79-5b67-4251-b831-92e5f8c9b05a" providerId="AD" clId="Web-{A95F80D8-941A-E2E3-0B05-F752F3AC21FC}" dt="2023-09-20T15:16:23.008" v="306"/>
        <pc:sldMkLst>
          <pc:docMk/>
          <pc:sldMk cId="2655091113" sldId="336"/>
        </pc:sldMkLst>
        <pc:spChg chg="add del mod">
          <ac:chgData name="Mahmoud Salem" userId="S::msalem@conestogac.on.ca::7bf24d79-5b67-4251-b831-92e5f8c9b05a" providerId="AD" clId="Web-{A95F80D8-941A-E2E3-0B05-F752F3AC21FC}" dt="2023-09-20T15:16:23.008" v="306"/>
          <ac:spMkLst>
            <pc:docMk/>
            <pc:sldMk cId="2655091113" sldId="336"/>
            <ac:spMk id="5" creationId="{5F47C3A9-3FA5-EC30-8736-91FF3332B7E4}"/>
          </ac:spMkLst>
        </pc:spChg>
        <pc:picChg chg="del">
          <ac:chgData name="Mahmoud Salem" userId="S::msalem@conestogac.on.ca::7bf24d79-5b67-4251-b831-92e5f8c9b05a" providerId="AD" clId="Web-{A95F80D8-941A-E2E3-0B05-F752F3AC21FC}" dt="2023-09-20T15:15:45.257" v="305"/>
          <ac:picMkLst>
            <pc:docMk/>
            <pc:sldMk cId="2655091113" sldId="336"/>
            <ac:picMk id="4" creationId="{2551429C-BF72-77EC-A0FC-700DDA1DF042}"/>
          </ac:picMkLst>
        </pc:picChg>
        <pc:picChg chg="add mod ord">
          <ac:chgData name="Mahmoud Salem" userId="S::msalem@conestogac.on.ca::7bf24d79-5b67-4251-b831-92e5f8c9b05a" providerId="AD" clId="Web-{A95F80D8-941A-E2E3-0B05-F752F3AC21FC}" dt="2023-09-20T15:16:23.008" v="306"/>
          <ac:picMkLst>
            <pc:docMk/>
            <pc:sldMk cId="2655091113" sldId="336"/>
            <ac:picMk id="6" creationId="{EBBF0FD0-3627-D7A3-53D5-13FB5590B195}"/>
          </ac:picMkLst>
        </pc:picChg>
      </pc:sldChg>
      <pc:sldChg chg="modSp new">
        <pc:chgData name="Mahmoud Salem" userId="S::msalem@conestogac.on.ca::7bf24d79-5b67-4251-b831-92e5f8c9b05a" providerId="AD" clId="Web-{A95F80D8-941A-E2E3-0B05-F752F3AC21FC}" dt="2023-09-20T15:44:46.645" v="495" actId="20577"/>
        <pc:sldMkLst>
          <pc:docMk/>
          <pc:sldMk cId="206812113" sldId="337"/>
        </pc:sldMkLst>
        <pc:spChg chg="mod">
          <ac:chgData name="Mahmoud Salem" userId="S::msalem@conestogac.on.ca::7bf24d79-5b67-4251-b831-92e5f8c9b05a" providerId="AD" clId="Web-{A95F80D8-941A-E2E3-0B05-F752F3AC21FC}" dt="2023-09-20T15:38:34.576" v="337" actId="20577"/>
          <ac:spMkLst>
            <pc:docMk/>
            <pc:sldMk cId="206812113" sldId="337"/>
            <ac:spMk id="2" creationId="{FDA78198-A6BD-ECB6-EBEF-BB08085F6E84}"/>
          </ac:spMkLst>
        </pc:spChg>
        <pc:spChg chg="mod">
          <ac:chgData name="Mahmoud Salem" userId="S::msalem@conestogac.on.ca::7bf24d79-5b67-4251-b831-92e5f8c9b05a" providerId="AD" clId="Web-{A95F80D8-941A-E2E3-0B05-F752F3AC21FC}" dt="2023-09-20T15:44:46.645" v="495" actId="20577"/>
          <ac:spMkLst>
            <pc:docMk/>
            <pc:sldMk cId="206812113" sldId="337"/>
            <ac:spMk id="3" creationId="{1A9A543F-8619-A212-3798-FD87D3CE0642}"/>
          </ac:spMkLst>
        </pc:spChg>
      </pc:sldChg>
    </pc:docChg>
  </pc:docChgLst>
  <pc:docChgLst>
    <pc:chgData name="Mahmoud Salem" userId="S::msalem@conestogac.on.ca::7bf24d79-5b67-4251-b831-92e5f8c9b05a" providerId="AD" clId="Web-{0C1C8AE3-BBD0-4DB0-902E-2145A45F3A84}"/>
    <pc:docChg chg="modSld sldOrd">
      <pc:chgData name="Mahmoud Salem" userId="S::msalem@conestogac.on.ca::7bf24d79-5b67-4251-b831-92e5f8c9b05a" providerId="AD" clId="Web-{0C1C8AE3-BBD0-4DB0-902E-2145A45F3A84}" dt="2023-10-04T03:20:40.454" v="42" actId="20577"/>
      <pc:docMkLst>
        <pc:docMk/>
      </pc:docMkLst>
      <pc:sldChg chg="modSp">
        <pc:chgData name="Mahmoud Salem" userId="S::msalem@conestogac.on.ca::7bf24d79-5b67-4251-b831-92e5f8c9b05a" providerId="AD" clId="Web-{0C1C8AE3-BBD0-4DB0-902E-2145A45F3A84}" dt="2023-10-04T03:09:10.210" v="6" actId="1076"/>
        <pc:sldMkLst>
          <pc:docMk/>
          <pc:sldMk cId="4002250383" sldId="292"/>
        </pc:sldMkLst>
        <pc:spChg chg="mod">
          <ac:chgData name="Mahmoud Salem" userId="S::msalem@conestogac.on.ca::7bf24d79-5b67-4251-b831-92e5f8c9b05a" providerId="AD" clId="Web-{0C1C8AE3-BBD0-4DB0-902E-2145A45F3A84}" dt="2023-10-04T03:08:48.006" v="1" actId="1076"/>
          <ac:spMkLst>
            <pc:docMk/>
            <pc:sldMk cId="4002250383" sldId="292"/>
            <ac:spMk id="3" creationId="{9C44EA3A-4FC0-26F8-04DB-3710AD0DCDB0}"/>
          </ac:spMkLst>
        </pc:spChg>
        <pc:spChg chg="mod">
          <ac:chgData name="Mahmoud Salem" userId="S::msalem@conestogac.on.ca::7bf24d79-5b67-4251-b831-92e5f8c9b05a" providerId="AD" clId="Web-{0C1C8AE3-BBD0-4DB0-902E-2145A45F3A84}" dt="2023-10-04T03:09:01.866" v="5" actId="20577"/>
          <ac:spMkLst>
            <pc:docMk/>
            <pc:sldMk cId="4002250383" sldId="292"/>
            <ac:spMk id="4" creationId="{8CA29608-CD7B-E64B-9D21-99DE13767C4C}"/>
          </ac:spMkLst>
        </pc:spChg>
        <pc:spChg chg="mod">
          <ac:chgData name="Mahmoud Salem" userId="S::msalem@conestogac.on.ca::7bf24d79-5b67-4251-b831-92e5f8c9b05a" providerId="AD" clId="Web-{0C1C8AE3-BBD0-4DB0-902E-2145A45F3A84}" dt="2023-10-04T03:08:50.850" v="2" actId="1076"/>
          <ac:spMkLst>
            <pc:docMk/>
            <pc:sldMk cId="4002250383" sldId="292"/>
            <ac:spMk id="5" creationId="{817C7663-BC39-8EA7-ACDF-6FB741949DEC}"/>
          </ac:spMkLst>
        </pc:spChg>
        <pc:spChg chg="mod">
          <ac:chgData name="Mahmoud Salem" userId="S::msalem@conestogac.on.ca::7bf24d79-5b67-4251-b831-92e5f8c9b05a" providerId="AD" clId="Web-{0C1C8AE3-BBD0-4DB0-902E-2145A45F3A84}" dt="2023-10-04T03:09:10.210" v="6" actId="1076"/>
          <ac:spMkLst>
            <pc:docMk/>
            <pc:sldMk cId="4002250383" sldId="292"/>
            <ac:spMk id="6" creationId="{22F0562F-2239-EA49-7958-4244E2F22DB8}"/>
          </ac:spMkLst>
        </pc:spChg>
      </pc:sldChg>
      <pc:sldChg chg="modSp">
        <pc:chgData name="Mahmoud Salem" userId="S::msalem@conestogac.on.ca::7bf24d79-5b67-4251-b831-92e5f8c9b05a" providerId="AD" clId="Web-{0C1C8AE3-BBD0-4DB0-902E-2145A45F3A84}" dt="2023-10-04T03:11:00.055" v="8" actId="20577"/>
        <pc:sldMkLst>
          <pc:docMk/>
          <pc:sldMk cId="3263711601" sldId="325"/>
        </pc:sldMkLst>
        <pc:spChg chg="mod">
          <ac:chgData name="Mahmoud Salem" userId="S::msalem@conestogac.on.ca::7bf24d79-5b67-4251-b831-92e5f8c9b05a" providerId="AD" clId="Web-{0C1C8AE3-BBD0-4DB0-902E-2145A45F3A84}" dt="2023-10-04T03:11:00.055" v="8" actId="20577"/>
          <ac:spMkLst>
            <pc:docMk/>
            <pc:sldMk cId="3263711601" sldId="325"/>
            <ac:spMk id="3" creationId="{F3005794-BF65-410E-9225-F34791DBC010}"/>
          </ac:spMkLst>
        </pc:spChg>
      </pc:sldChg>
      <pc:sldChg chg="modSp">
        <pc:chgData name="Mahmoud Salem" userId="S::msalem@conestogac.on.ca::7bf24d79-5b67-4251-b831-92e5f8c9b05a" providerId="AD" clId="Web-{0C1C8AE3-BBD0-4DB0-902E-2145A45F3A84}" dt="2023-10-04T03:11:25.743" v="11" actId="20577"/>
        <pc:sldMkLst>
          <pc:docMk/>
          <pc:sldMk cId="3028816659" sldId="326"/>
        </pc:sldMkLst>
        <pc:spChg chg="mod">
          <ac:chgData name="Mahmoud Salem" userId="S::msalem@conestogac.on.ca::7bf24d79-5b67-4251-b831-92e5f8c9b05a" providerId="AD" clId="Web-{0C1C8AE3-BBD0-4DB0-902E-2145A45F3A84}" dt="2023-10-04T03:11:25.743" v="11" actId="20577"/>
          <ac:spMkLst>
            <pc:docMk/>
            <pc:sldMk cId="3028816659" sldId="326"/>
            <ac:spMk id="3" creationId="{F3005794-BF65-410E-9225-F34791DBC010}"/>
          </ac:spMkLst>
        </pc:spChg>
      </pc:sldChg>
      <pc:sldChg chg="modSp">
        <pc:chgData name="Mahmoud Salem" userId="S::msalem@conestogac.on.ca::7bf24d79-5b67-4251-b831-92e5f8c9b05a" providerId="AD" clId="Web-{0C1C8AE3-BBD0-4DB0-902E-2145A45F3A84}" dt="2023-10-04T03:12:34.650" v="15" actId="20577"/>
        <pc:sldMkLst>
          <pc:docMk/>
          <pc:sldMk cId="3320069888" sldId="327"/>
        </pc:sldMkLst>
        <pc:spChg chg="mod">
          <ac:chgData name="Mahmoud Salem" userId="S::msalem@conestogac.on.ca::7bf24d79-5b67-4251-b831-92e5f8c9b05a" providerId="AD" clId="Web-{0C1C8AE3-BBD0-4DB0-902E-2145A45F3A84}" dt="2023-10-04T03:12:34.650" v="15" actId="20577"/>
          <ac:spMkLst>
            <pc:docMk/>
            <pc:sldMk cId="3320069888" sldId="327"/>
            <ac:spMk id="3" creationId="{F3005794-BF65-410E-9225-F34791DBC010}"/>
          </ac:spMkLst>
        </pc:spChg>
      </pc:sldChg>
      <pc:sldChg chg="modSp">
        <pc:chgData name="Mahmoud Salem" userId="S::msalem@conestogac.on.ca::7bf24d79-5b67-4251-b831-92e5f8c9b05a" providerId="AD" clId="Web-{0C1C8AE3-BBD0-4DB0-902E-2145A45F3A84}" dt="2023-10-04T03:12:52.385" v="17" actId="20577"/>
        <pc:sldMkLst>
          <pc:docMk/>
          <pc:sldMk cId="1114414370" sldId="328"/>
        </pc:sldMkLst>
        <pc:spChg chg="mod">
          <ac:chgData name="Mahmoud Salem" userId="S::msalem@conestogac.on.ca::7bf24d79-5b67-4251-b831-92e5f8c9b05a" providerId="AD" clId="Web-{0C1C8AE3-BBD0-4DB0-902E-2145A45F3A84}" dt="2023-10-04T03:12:52.385" v="17" actId="20577"/>
          <ac:spMkLst>
            <pc:docMk/>
            <pc:sldMk cId="1114414370" sldId="328"/>
            <ac:spMk id="3" creationId="{F3005794-BF65-410E-9225-F34791DBC010}"/>
          </ac:spMkLst>
        </pc:spChg>
      </pc:sldChg>
      <pc:sldChg chg="modSp">
        <pc:chgData name="Mahmoud Salem" userId="S::msalem@conestogac.on.ca::7bf24d79-5b67-4251-b831-92e5f8c9b05a" providerId="AD" clId="Web-{0C1C8AE3-BBD0-4DB0-902E-2145A45F3A84}" dt="2023-10-04T03:13:29.245" v="18" actId="20577"/>
        <pc:sldMkLst>
          <pc:docMk/>
          <pc:sldMk cId="2057504583" sldId="329"/>
        </pc:sldMkLst>
        <pc:spChg chg="mod">
          <ac:chgData name="Mahmoud Salem" userId="S::msalem@conestogac.on.ca::7bf24d79-5b67-4251-b831-92e5f8c9b05a" providerId="AD" clId="Web-{0C1C8AE3-BBD0-4DB0-902E-2145A45F3A84}" dt="2023-10-04T03:13:29.245" v="18" actId="20577"/>
          <ac:spMkLst>
            <pc:docMk/>
            <pc:sldMk cId="2057504583" sldId="329"/>
            <ac:spMk id="3" creationId="{F3005794-BF65-410E-9225-F34791DBC010}"/>
          </ac:spMkLst>
        </pc:spChg>
      </pc:sldChg>
      <pc:sldChg chg="modSp">
        <pc:chgData name="Mahmoud Salem" userId="S::msalem@conestogac.on.ca::7bf24d79-5b67-4251-b831-92e5f8c9b05a" providerId="AD" clId="Web-{0C1C8AE3-BBD0-4DB0-902E-2145A45F3A84}" dt="2023-10-04T03:16:09.763" v="29" actId="20577"/>
        <pc:sldMkLst>
          <pc:docMk/>
          <pc:sldMk cId="2255494972" sldId="330"/>
        </pc:sldMkLst>
        <pc:spChg chg="mod">
          <ac:chgData name="Mahmoud Salem" userId="S::msalem@conestogac.on.ca::7bf24d79-5b67-4251-b831-92e5f8c9b05a" providerId="AD" clId="Web-{0C1C8AE3-BBD0-4DB0-902E-2145A45F3A84}" dt="2023-10-04T03:16:09.763" v="29" actId="20577"/>
          <ac:spMkLst>
            <pc:docMk/>
            <pc:sldMk cId="2255494972" sldId="330"/>
            <ac:spMk id="2" creationId="{C23F65B8-D81E-A1FD-0F11-29279744247E}"/>
          </ac:spMkLst>
        </pc:spChg>
      </pc:sldChg>
      <pc:sldChg chg="modSp">
        <pc:chgData name="Mahmoud Salem" userId="S::msalem@conestogac.on.ca::7bf24d79-5b67-4251-b831-92e5f8c9b05a" providerId="AD" clId="Web-{0C1C8AE3-BBD0-4DB0-902E-2145A45F3A84}" dt="2023-10-04T03:20:15.454" v="38" actId="20577"/>
        <pc:sldMkLst>
          <pc:docMk/>
          <pc:sldMk cId="390841058" sldId="331"/>
        </pc:sldMkLst>
        <pc:spChg chg="mod">
          <ac:chgData name="Mahmoud Salem" userId="S::msalem@conestogac.on.ca::7bf24d79-5b67-4251-b831-92e5f8c9b05a" providerId="AD" clId="Web-{0C1C8AE3-BBD0-4DB0-902E-2145A45F3A84}" dt="2023-10-04T03:20:15.454" v="38" actId="20577"/>
          <ac:spMkLst>
            <pc:docMk/>
            <pc:sldMk cId="390841058" sldId="331"/>
            <ac:spMk id="4" creationId="{8CA29608-CD7B-E64B-9D21-99DE13767C4C}"/>
          </ac:spMkLst>
        </pc:spChg>
      </pc:sldChg>
      <pc:sldChg chg="modSp">
        <pc:chgData name="Mahmoud Salem" userId="S::msalem@conestogac.on.ca::7bf24d79-5b67-4251-b831-92e5f8c9b05a" providerId="AD" clId="Web-{0C1C8AE3-BBD0-4DB0-902E-2145A45F3A84}" dt="2023-10-04T03:20:40.454" v="42" actId="20577"/>
        <pc:sldMkLst>
          <pc:docMk/>
          <pc:sldMk cId="1413604953" sldId="332"/>
        </pc:sldMkLst>
        <pc:spChg chg="mod">
          <ac:chgData name="Mahmoud Salem" userId="S::msalem@conestogac.on.ca::7bf24d79-5b67-4251-b831-92e5f8c9b05a" providerId="AD" clId="Web-{0C1C8AE3-BBD0-4DB0-902E-2145A45F3A84}" dt="2023-10-04T03:20:40.454" v="42" actId="20577"/>
          <ac:spMkLst>
            <pc:docMk/>
            <pc:sldMk cId="1413604953" sldId="332"/>
            <ac:spMk id="4" creationId="{8CA29608-CD7B-E64B-9D21-99DE13767C4C}"/>
          </ac:spMkLst>
        </pc:spChg>
      </pc:sldChg>
      <pc:sldChg chg="modSp">
        <pc:chgData name="Mahmoud Salem" userId="S::msalem@conestogac.on.ca::7bf24d79-5b67-4251-b831-92e5f8c9b05a" providerId="AD" clId="Web-{0C1C8AE3-BBD0-4DB0-902E-2145A45F3A84}" dt="2023-10-04T03:19:36.938" v="35" actId="20577"/>
        <pc:sldMkLst>
          <pc:docMk/>
          <pc:sldMk cId="1070009018" sldId="334"/>
        </pc:sldMkLst>
        <pc:spChg chg="mod">
          <ac:chgData name="Mahmoud Salem" userId="S::msalem@conestogac.on.ca::7bf24d79-5b67-4251-b831-92e5f8c9b05a" providerId="AD" clId="Web-{0C1C8AE3-BBD0-4DB0-902E-2145A45F3A84}" dt="2023-10-04T03:19:36.938" v="35" actId="20577"/>
          <ac:spMkLst>
            <pc:docMk/>
            <pc:sldMk cId="1070009018" sldId="334"/>
            <ac:spMk id="8" creationId="{6C10F502-B332-2AB7-5223-BE2873B95D12}"/>
          </ac:spMkLst>
        </pc:spChg>
        <pc:picChg chg="mod">
          <ac:chgData name="Mahmoud Salem" userId="S::msalem@conestogac.on.ca::7bf24d79-5b67-4251-b831-92e5f8c9b05a" providerId="AD" clId="Web-{0C1C8AE3-BBD0-4DB0-902E-2145A45F3A84}" dt="2023-10-04T03:19:11.937" v="30" actId="14100"/>
          <ac:picMkLst>
            <pc:docMk/>
            <pc:sldMk cId="1070009018" sldId="334"/>
            <ac:picMk id="3" creationId="{5744DE6C-5D43-72EB-AA58-33B7B3A076AA}"/>
          </ac:picMkLst>
        </pc:picChg>
      </pc:sldChg>
      <pc:sldChg chg="ord">
        <pc:chgData name="Mahmoud Salem" userId="S::msalem@conestogac.on.ca::7bf24d79-5b67-4251-b831-92e5f8c9b05a" providerId="AD" clId="Web-{0C1C8AE3-BBD0-4DB0-902E-2145A45F3A84}" dt="2023-10-04T03:13:54.308" v="21"/>
        <pc:sldMkLst>
          <pc:docMk/>
          <pc:sldMk cId="2210143325" sldId="336"/>
        </pc:sldMkLst>
      </pc:sldChg>
      <pc:sldChg chg="ord">
        <pc:chgData name="Mahmoud Salem" userId="S::msalem@conestogac.on.ca::7bf24d79-5b67-4251-b831-92e5f8c9b05a" providerId="AD" clId="Web-{0C1C8AE3-BBD0-4DB0-902E-2145A45F3A84}" dt="2023-10-04T03:13:54.308" v="22"/>
        <pc:sldMkLst>
          <pc:docMk/>
          <pc:sldMk cId="3066887049" sldId="339"/>
        </pc:sldMkLst>
      </pc:sldChg>
    </pc:docChg>
  </pc:docChgLst>
  <pc:docChgLst>
    <pc:chgData name="Mahmoud Salem" userId="7bf24d79-5b67-4251-b831-92e5f8c9b05a" providerId="ADAL" clId="{DB6555D8-826C-EC46-A4EC-0F0C1B046F90}"/>
    <pc:docChg chg="modSld">
      <pc:chgData name="Mahmoud Salem" userId="7bf24d79-5b67-4251-b831-92e5f8c9b05a" providerId="ADAL" clId="{DB6555D8-826C-EC46-A4EC-0F0C1B046F90}" dt="2023-10-04T21:00:26.957" v="0" actId="20577"/>
      <pc:docMkLst>
        <pc:docMk/>
      </pc:docMkLst>
      <pc:sldChg chg="modSp mod">
        <pc:chgData name="Mahmoud Salem" userId="7bf24d79-5b67-4251-b831-92e5f8c9b05a" providerId="ADAL" clId="{DB6555D8-826C-EC46-A4EC-0F0C1B046F90}" dt="2023-10-04T21:00:26.957" v="0" actId="20577"/>
        <pc:sldMkLst>
          <pc:docMk/>
          <pc:sldMk cId="1413604953" sldId="332"/>
        </pc:sldMkLst>
        <pc:spChg chg="mod">
          <ac:chgData name="Mahmoud Salem" userId="7bf24d79-5b67-4251-b831-92e5f8c9b05a" providerId="ADAL" clId="{DB6555D8-826C-EC46-A4EC-0F0C1B046F90}" dt="2023-10-04T21:00:26.957" v="0" actId="20577"/>
          <ac:spMkLst>
            <pc:docMk/>
            <pc:sldMk cId="1413604953" sldId="332"/>
            <ac:spMk id="4" creationId="{8CA29608-CD7B-E64B-9D21-99DE13767C4C}"/>
          </ac:spMkLst>
        </pc:spChg>
      </pc:sldChg>
    </pc:docChg>
  </pc:docChgLst>
  <pc:docChgLst>
    <pc:chgData name="Mahmoud Salem" userId="7bf24d79-5b67-4251-b831-92e5f8c9b05a" providerId="ADAL" clId="{1634CA22-ED60-4788-B27E-DB21683F9EB8}"/>
    <pc:docChg chg="delSld">
      <pc:chgData name="Mahmoud Salem" userId="7bf24d79-5b67-4251-b831-92e5f8c9b05a" providerId="ADAL" clId="{1634CA22-ED60-4788-B27E-DB21683F9EB8}" dt="2023-11-15T20:03:56.731" v="0" actId="47"/>
      <pc:docMkLst>
        <pc:docMk/>
      </pc:docMkLst>
      <pc:sldChg chg="del">
        <pc:chgData name="Mahmoud Salem" userId="7bf24d79-5b67-4251-b831-92e5f8c9b05a" providerId="ADAL" clId="{1634CA22-ED60-4788-B27E-DB21683F9EB8}" dt="2023-11-15T20:03:56.731" v="0" actId="47"/>
        <pc:sldMkLst>
          <pc:docMk/>
          <pc:sldMk cId="3657133794" sldId="356"/>
        </pc:sldMkLst>
      </pc:sldChg>
    </pc:docChg>
  </pc:docChgLst>
  <pc:docChgLst>
    <pc:chgData name="Mahmoud Salem" userId="7bf24d79-5b67-4251-b831-92e5f8c9b05a" providerId="ADAL" clId="{7E280A7F-D49F-CB42-ACDE-9CD388F1C7A3}"/>
    <pc:docChg chg="modSld">
      <pc:chgData name="Mahmoud Salem" userId="7bf24d79-5b67-4251-b831-92e5f8c9b05a" providerId="ADAL" clId="{7E280A7F-D49F-CB42-ACDE-9CD388F1C7A3}" dt="2023-09-27T20:54:55.396" v="2"/>
      <pc:docMkLst>
        <pc:docMk/>
      </pc:docMkLst>
      <pc:sldChg chg="addSp delSp modSp mod">
        <pc:chgData name="Mahmoud Salem" userId="7bf24d79-5b67-4251-b831-92e5f8c9b05a" providerId="ADAL" clId="{7E280A7F-D49F-CB42-ACDE-9CD388F1C7A3}" dt="2023-09-27T20:54:55.396" v="2"/>
        <pc:sldMkLst>
          <pc:docMk/>
          <pc:sldMk cId="676665048" sldId="326"/>
        </pc:sldMkLst>
        <pc:spChg chg="add del mod">
          <ac:chgData name="Mahmoud Salem" userId="7bf24d79-5b67-4251-b831-92e5f8c9b05a" providerId="ADAL" clId="{7E280A7F-D49F-CB42-ACDE-9CD388F1C7A3}" dt="2023-09-27T20:54:55.396" v="2"/>
          <ac:spMkLst>
            <pc:docMk/>
            <pc:sldMk cId="676665048" sldId="326"/>
            <ac:spMk id="4" creationId="{6E821594-3CF2-B7C8-1035-53EBC0C15FA8}"/>
          </ac:spMkLst>
        </pc:spChg>
      </pc:sldChg>
    </pc:docChg>
  </pc:docChgLst>
  <pc:docChgLst>
    <pc:chgData name="Mahmoud Salem" userId="7bf24d79-5b67-4251-b831-92e5f8c9b05a" providerId="ADAL" clId="{64DA03CF-667A-4121-A9AA-606B5515673F}"/>
    <pc:docChg chg="undo custSel addSld delSld modSld">
      <pc:chgData name="Mahmoud Salem" userId="7bf24d79-5b67-4251-b831-92e5f8c9b05a" providerId="ADAL" clId="{64DA03CF-667A-4121-A9AA-606B5515673F}" dt="2023-11-15T04:23:52.236" v="1057" actId="20577"/>
      <pc:docMkLst>
        <pc:docMk/>
      </pc:docMkLst>
      <pc:sldChg chg="modSp mod">
        <pc:chgData name="Mahmoud Salem" userId="7bf24d79-5b67-4251-b831-92e5f8c9b05a" providerId="ADAL" clId="{64DA03CF-667A-4121-A9AA-606B5515673F}" dt="2023-11-15T00:47:15.804" v="26" actId="1076"/>
        <pc:sldMkLst>
          <pc:docMk/>
          <pc:sldMk cId="4262868419" sldId="256"/>
        </pc:sldMkLst>
        <pc:spChg chg="mod">
          <ac:chgData name="Mahmoud Salem" userId="7bf24d79-5b67-4251-b831-92e5f8c9b05a" providerId="ADAL" clId="{64DA03CF-667A-4121-A9AA-606B5515673F}" dt="2023-11-15T00:47:12.711" v="25" actId="20577"/>
          <ac:spMkLst>
            <pc:docMk/>
            <pc:sldMk cId="4262868419" sldId="256"/>
            <ac:spMk id="2" creationId="{70752FD7-76EF-4EBF-8807-5A08A9C8EA09}"/>
          </ac:spMkLst>
        </pc:spChg>
        <pc:spChg chg="mod">
          <ac:chgData name="Mahmoud Salem" userId="7bf24d79-5b67-4251-b831-92e5f8c9b05a" providerId="ADAL" clId="{64DA03CF-667A-4121-A9AA-606B5515673F}" dt="2023-11-15T00:47:15.804" v="26" actId="1076"/>
          <ac:spMkLst>
            <pc:docMk/>
            <pc:sldMk cId="4262868419" sldId="256"/>
            <ac:spMk id="3" creationId="{F4C8D8C1-1062-49B2-BB56-D9F8E5DA6EB6}"/>
          </ac:spMkLst>
        </pc:spChg>
      </pc:sldChg>
      <pc:sldChg chg="del">
        <pc:chgData name="Mahmoud Salem" userId="7bf24d79-5b67-4251-b831-92e5f8c9b05a" providerId="ADAL" clId="{64DA03CF-667A-4121-A9AA-606B5515673F}" dt="2023-11-15T00:45:04.991" v="23" actId="47"/>
        <pc:sldMkLst>
          <pc:docMk/>
          <pc:sldMk cId="1346212066" sldId="257"/>
        </pc:sldMkLst>
      </pc:sldChg>
      <pc:sldChg chg="addSp delSp modSp mod chgLayout">
        <pc:chgData name="Mahmoud Salem" userId="7bf24d79-5b67-4251-b831-92e5f8c9b05a" providerId="ADAL" clId="{64DA03CF-667A-4121-A9AA-606B5515673F}" dt="2023-11-15T00:48:54.072" v="37" actId="14100"/>
        <pc:sldMkLst>
          <pc:docMk/>
          <pc:sldMk cId="4262167541" sldId="258"/>
        </pc:sldMkLst>
        <pc:spChg chg="mod ord">
          <ac:chgData name="Mahmoud Salem" userId="7bf24d79-5b67-4251-b831-92e5f8c9b05a" providerId="ADAL" clId="{64DA03CF-667A-4121-A9AA-606B5515673F}" dt="2023-11-15T00:48:49.863" v="36" actId="6264"/>
          <ac:spMkLst>
            <pc:docMk/>
            <pc:sldMk cId="4262167541" sldId="258"/>
            <ac:spMk id="2" creationId="{7E95B9FB-0E91-C3C1-29D3-91F8E3C21B26}"/>
          </ac:spMkLst>
        </pc:spChg>
        <pc:spChg chg="mod ord">
          <ac:chgData name="Mahmoud Salem" userId="7bf24d79-5b67-4251-b831-92e5f8c9b05a" providerId="ADAL" clId="{64DA03CF-667A-4121-A9AA-606B5515673F}" dt="2023-11-15T00:48:54.072" v="37" actId="14100"/>
          <ac:spMkLst>
            <pc:docMk/>
            <pc:sldMk cId="4262167541" sldId="258"/>
            <ac:spMk id="3" creationId="{1BAF52F9-F610-69DF-772A-71CE5295D92D}"/>
          </ac:spMkLst>
        </pc:spChg>
        <pc:spChg chg="add del mod">
          <ac:chgData name="Mahmoud Salem" userId="7bf24d79-5b67-4251-b831-92e5f8c9b05a" providerId="ADAL" clId="{64DA03CF-667A-4121-A9AA-606B5515673F}" dt="2023-11-15T00:48:49.863" v="36" actId="6264"/>
          <ac:spMkLst>
            <pc:docMk/>
            <pc:sldMk cId="4262167541" sldId="258"/>
            <ac:spMk id="4" creationId="{FB91FC35-8069-4F70-30E2-28252945CA1A}"/>
          </ac:spMkLst>
        </pc:spChg>
        <pc:spChg chg="add del mod">
          <ac:chgData name="Mahmoud Salem" userId="7bf24d79-5b67-4251-b831-92e5f8c9b05a" providerId="ADAL" clId="{64DA03CF-667A-4121-A9AA-606B5515673F}" dt="2023-11-15T00:48:49.863" v="36" actId="6264"/>
          <ac:spMkLst>
            <pc:docMk/>
            <pc:sldMk cId="4262167541" sldId="258"/>
            <ac:spMk id="5" creationId="{70A6E5B4-F86E-A927-DFC4-C83C31A6D0D5}"/>
          </ac:spMkLst>
        </pc:spChg>
      </pc:sldChg>
      <pc:sldChg chg="modSp del mod">
        <pc:chgData name="Mahmoud Salem" userId="7bf24d79-5b67-4251-b831-92e5f8c9b05a" providerId="ADAL" clId="{64DA03CF-667A-4121-A9AA-606B5515673F}" dt="2023-11-15T00:47:56.440" v="34" actId="1076"/>
        <pc:sldMkLst>
          <pc:docMk/>
          <pc:sldMk cId="177477495" sldId="285"/>
        </pc:sldMkLst>
        <pc:spChg chg="mod">
          <ac:chgData name="Mahmoud Salem" userId="7bf24d79-5b67-4251-b831-92e5f8c9b05a" providerId="ADAL" clId="{64DA03CF-667A-4121-A9AA-606B5515673F}" dt="2023-11-15T00:47:56.440" v="34" actId="1076"/>
          <ac:spMkLst>
            <pc:docMk/>
            <pc:sldMk cId="177477495" sldId="285"/>
            <ac:spMk id="3" creationId="{F3005794-BF65-410E-9225-F34791DBC010}"/>
          </ac:spMkLst>
        </pc:spChg>
      </pc:sldChg>
      <pc:sldChg chg="modSp del mod">
        <pc:chgData name="Mahmoud Salem" userId="7bf24d79-5b67-4251-b831-92e5f8c9b05a" providerId="ADAL" clId="{64DA03CF-667A-4121-A9AA-606B5515673F}" dt="2023-11-15T00:50:00.119" v="44" actId="1076"/>
        <pc:sldMkLst>
          <pc:docMk/>
          <pc:sldMk cId="2698832496" sldId="303"/>
        </pc:sldMkLst>
        <pc:spChg chg="mod">
          <ac:chgData name="Mahmoud Salem" userId="7bf24d79-5b67-4251-b831-92e5f8c9b05a" providerId="ADAL" clId="{64DA03CF-667A-4121-A9AA-606B5515673F}" dt="2023-11-15T00:50:00.119" v="44" actId="1076"/>
          <ac:spMkLst>
            <pc:docMk/>
            <pc:sldMk cId="2698832496" sldId="303"/>
            <ac:spMk id="3" creationId="{F3005794-BF65-410E-9225-F34791DBC010}"/>
          </ac:spMkLst>
        </pc:spChg>
      </pc:sldChg>
      <pc:sldChg chg="modSp del delDesignElem">
        <pc:chgData name="Mahmoud Salem" userId="7bf24d79-5b67-4251-b831-92e5f8c9b05a" providerId="ADAL" clId="{64DA03CF-667A-4121-A9AA-606B5515673F}" dt="2023-11-15T00:52:57.459" v="63" actId="1076"/>
        <pc:sldMkLst>
          <pc:docMk/>
          <pc:sldMk cId="3799807154" sldId="319"/>
        </pc:sldMkLst>
        <pc:picChg chg="mod">
          <ac:chgData name="Mahmoud Salem" userId="7bf24d79-5b67-4251-b831-92e5f8c9b05a" providerId="ADAL" clId="{64DA03CF-667A-4121-A9AA-606B5515673F}" dt="2023-11-15T00:52:57.459" v="63" actId="1076"/>
          <ac:picMkLst>
            <pc:docMk/>
            <pc:sldMk cId="3799807154" sldId="319"/>
            <ac:picMk id="1028" creationId="{1AEF57A9-2B80-B4CF-D694-9DF0CF9AB756}"/>
          </ac:picMkLst>
        </pc:picChg>
      </pc:sldChg>
      <pc:sldChg chg="modSp del mod">
        <pc:chgData name="Mahmoud Salem" userId="7bf24d79-5b67-4251-b831-92e5f8c9b05a" providerId="ADAL" clId="{64DA03CF-667A-4121-A9AA-606B5515673F}" dt="2023-11-15T00:52:38.903" v="62" actId="1076"/>
        <pc:sldMkLst>
          <pc:docMk/>
          <pc:sldMk cId="1079151901" sldId="320"/>
        </pc:sldMkLst>
        <pc:spChg chg="mod">
          <ac:chgData name="Mahmoud Salem" userId="7bf24d79-5b67-4251-b831-92e5f8c9b05a" providerId="ADAL" clId="{64DA03CF-667A-4121-A9AA-606B5515673F}" dt="2023-11-15T00:52:38.903" v="62" actId="1076"/>
          <ac:spMkLst>
            <pc:docMk/>
            <pc:sldMk cId="1079151901" sldId="320"/>
            <ac:spMk id="3" creationId="{F3005794-BF65-410E-9225-F34791DBC010}"/>
          </ac:spMkLst>
        </pc:spChg>
      </pc:sldChg>
      <pc:sldChg chg="del">
        <pc:chgData name="Mahmoud Salem" userId="7bf24d79-5b67-4251-b831-92e5f8c9b05a" providerId="ADAL" clId="{64DA03CF-667A-4121-A9AA-606B5515673F}" dt="2023-11-15T00:44:57.307" v="0" actId="47"/>
        <pc:sldMkLst>
          <pc:docMk/>
          <pc:sldMk cId="3897656664" sldId="322"/>
        </pc:sldMkLst>
      </pc:sldChg>
      <pc:sldChg chg="del">
        <pc:chgData name="Mahmoud Salem" userId="7bf24d79-5b67-4251-b831-92e5f8c9b05a" providerId="ADAL" clId="{64DA03CF-667A-4121-A9AA-606B5515673F}" dt="2023-11-15T00:44:57.307" v="0" actId="47"/>
        <pc:sldMkLst>
          <pc:docMk/>
          <pc:sldMk cId="3437872710" sldId="323"/>
        </pc:sldMkLst>
      </pc:sldChg>
      <pc:sldChg chg="addSp delSp modSp mod chgLayout">
        <pc:chgData name="Mahmoud Salem" userId="7bf24d79-5b67-4251-b831-92e5f8c9b05a" providerId="ADAL" clId="{64DA03CF-667A-4121-A9AA-606B5515673F}" dt="2023-11-15T00:54:20.048" v="72" actId="27636"/>
        <pc:sldMkLst>
          <pc:docMk/>
          <pc:sldMk cId="1662058748" sldId="326"/>
        </pc:sldMkLst>
        <pc:spChg chg="mod ord">
          <ac:chgData name="Mahmoud Salem" userId="7bf24d79-5b67-4251-b831-92e5f8c9b05a" providerId="ADAL" clId="{64DA03CF-667A-4121-A9AA-606B5515673F}" dt="2023-11-15T00:54:20.033" v="71" actId="6264"/>
          <ac:spMkLst>
            <pc:docMk/>
            <pc:sldMk cId="1662058748" sldId="326"/>
            <ac:spMk id="2" creationId="{C23F65B8-D81E-A1FD-0F11-29279744247E}"/>
          </ac:spMkLst>
        </pc:spChg>
        <pc:spChg chg="mod ord">
          <ac:chgData name="Mahmoud Salem" userId="7bf24d79-5b67-4251-b831-92e5f8c9b05a" providerId="ADAL" clId="{64DA03CF-667A-4121-A9AA-606B5515673F}" dt="2023-11-15T00:54:20.033" v="71" actId="6264"/>
          <ac:spMkLst>
            <pc:docMk/>
            <pc:sldMk cId="1662058748" sldId="326"/>
            <ac:spMk id="3" creationId="{9C44EA3A-4FC0-26F8-04DB-3710AD0DCDB0}"/>
          </ac:spMkLst>
        </pc:spChg>
        <pc:spChg chg="mod ord">
          <ac:chgData name="Mahmoud Salem" userId="7bf24d79-5b67-4251-b831-92e5f8c9b05a" providerId="ADAL" clId="{64DA03CF-667A-4121-A9AA-606B5515673F}" dt="2023-11-15T00:54:20.033" v="71" actId="6264"/>
          <ac:spMkLst>
            <pc:docMk/>
            <pc:sldMk cId="1662058748" sldId="326"/>
            <ac:spMk id="4" creationId="{8CA29608-CD7B-E64B-9D21-99DE13767C4C}"/>
          </ac:spMkLst>
        </pc:spChg>
        <pc:spChg chg="mod ord">
          <ac:chgData name="Mahmoud Salem" userId="7bf24d79-5b67-4251-b831-92e5f8c9b05a" providerId="ADAL" clId="{64DA03CF-667A-4121-A9AA-606B5515673F}" dt="2023-11-15T00:54:20.033" v="71" actId="6264"/>
          <ac:spMkLst>
            <pc:docMk/>
            <pc:sldMk cId="1662058748" sldId="326"/>
            <ac:spMk id="5" creationId="{817C7663-BC39-8EA7-ACDF-6FB741949DEC}"/>
          </ac:spMkLst>
        </pc:spChg>
        <pc:spChg chg="mod ord">
          <ac:chgData name="Mahmoud Salem" userId="7bf24d79-5b67-4251-b831-92e5f8c9b05a" providerId="ADAL" clId="{64DA03CF-667A-4121-A9AA-606B5515673F}" dt="2023-11-15T00:54:20.048" v="72" actId="27636"/>
          <ac:spMkLst>
            <pc:docMk/>
            <pc:sldMk cId="1662058748" sldId="326"/>
            <ac:spMk id="6" creationId="{22F0562F-2239-EA49-7958-4244E2F22DB8}"/>
          </ac:spMkLst>
        </pc:spChg>
        <pc:spChg chg="add del mod">
          <ac:chgData name="Mahmoud Salem" userId="7bf24d79-5b67-4251-b831-92e5f8c9b05a" providerId="ADAL" clId="{64DA03CF-667A-4121-A9AA-606B5515673F}" dt="2023-11-15T00:54:20.033" v="71" actId="6264"/>
          <ac:spMkLst>
            <pc:docMk/>
            <pc:sldMk cId="1662058748" sldId="326"/>
            <ac:spMk id="7" creationId="{54E4874D-4B28-0556-9E0E-5E65A3F6F0BF}"/>
          </ac:spMkLst>
        </pc:spChg>
        <pc:spChg chg="add del mod">
          <ac:chgData name="Mahmoud Salem" userId="7bf24d79-5b67-4251-b831-92e5f8c9b05a" providerId="ADAL" clId="{64DA03CF-667A-4121-A9AA-606B5515673F}" dt="2023-11-15T00:54:20.033" v="71" actId="6264"/>
          <ac:spMkLst>
            <pc:docMk/>
            <pc:sldMk cId="1662058748" sldId="326"/>
            <ac:spMk id="8" creationId="{2EBA649E-4267-1EB6-0E11-C66774AD5286}"/>
          </ac:spMkLst>
        </pc:spChg>
        <pc:spChg chg="add del mod">
          <ac:chgData name="Mahmoud Salem" userId="7bf24d79-5b67-4251-b831-92e5f8c9b05a" providerId="ADAL" clId="{64DA03CF-667A-4121-A9AA-606B5515673F}" dt="2023-11-15T00:54:20.033" v="71" actId="6264"/>
          <ac:spMkLst>
            <pc:docMk/>
            <pc:sldMk cId="1662058748" sldId="326"/>
            <ac:spMk id="9" creationId="{2E8E09DF-087A-CF58-A4F0-30D23598DAED}"/>
          </ac:spMkLst>
        </pc:spChg>
        <pc:spChg chg="add del mod">
          <ac:chgData name="Mahmoud Salem" userId="7bf24d79-5b67-4251-b831-92e5f8c9b05a" providerId="ADAL" clId="{64DA03CF-667A-4121-A9AA-606B5515673F}" dt="2023-11-15T00:54:20.033" v="71" actId="6264"/>
          <ac:spMkLst>
            <pc:docMk/>
            <pc:sldMk cId="1662058748" sldId="326"/>
            <ac:spMk id="10" creationId="{6388806D-2450-58CD-E472-94C119F3D16D}"/>
          </ac:spMkLst>
        </pc:spChg>
        <pc:spChg chg="add del mod">
          <ac:chgData name="Mahmoud Salem" userId="7bf24d79-5b67-4251-b831-92e5f8c9b05a" providerId="ADAL" clId="{64DA03CF-667A-4121-A9AA-606B5515673F}" dt="2023-11-15T00:54:20.033" v="71" actId="6264"/>
          <ac:spMkLst>
            <pc:docMk/>
            <pc:sldMk cId="1662058748" sldId="326"/>
            <ac:spMk id="11" creationId="{19652C48-63F9-03BE-1746-C5E33F8C0BB2}"/>
          </ac:spMkLst>
        </pc:spChg>
      </pc:sldChg>
      <pc:sldChg chg="modSp del mod delDesignElem">
        <pc:chgData name="Mahmoud Salem" userId="7bf24d79-5b67-4251-b831-92e5f8c9b05a" providerId="ADAL" clId="{64DA03CF-667A-4121-A9AA-606B5515673F}" dt="2023-11-15T00:47:38.654" v="33" actId="1076"/>
        <pc:sldMkLst>
          <pc:docMk/>
          <pc:sldMk cId="2762817715" sldId="335"/>
        </pc:sldMkLst>
        <pc:picChg chg="mod">
          <ac:chgData name="Mahmoud Salem" userId="7bf24d79-5b67-4251-b831-92e5f8c9b05a" providerId="ADAL" clId="{64DA03CF-667A-4121-A9AA-606B5515673F}" dt="2023-11-15T00:47:38.654" v="33" actId="1076"/>
          <ac:picMkLst>
            <pc:docMk/>
            <pc:sldMk cId="2762817715" sldId="335"/>
            <ac:picMk id="5" creationId="{F7C4DFF2-A0D8-78FE-291F-B0E772321ED8}"/>
          </ac:picMkLst>
        </pc:picChg>
      </pc:sldChg>
      <pc:sldChg chg="modSp del mod">
        <pc:chgData name="Mahmoud Salem" userId="7bf24d79-5b67-4251-b831-92e5f8c9b05a" providerId="ADAL" clId="{64DA03CF-667A-4121-A9AA-606B5515673F}" dt="2023-11-15T00:50:24.696" v="45" actId="1076"/>
        <pc:sldMkLst>
          <pc:docMk/>
          <pc:sldMk cId="314413839" sldId="336"/>
        </pc:sldMkLst>
        <pc:spChg chg="mod">
          <ac:chgData name="Mahmoud Salem" userId="7bf24d79-5b67-4251-b831-92e5f8c9b05a" providerId="ADAL" clId="{64DA03CF-667A-4121-A9AA-606B5515673F}" dt="2023-11-15T00:50:24.696" v="45" actId="1076"/>
          <ac:spMkLst>
            <pc:docMk/>
            <pc:sldMk cId="314413839" sldId="336"/>
            <ac:spMk id="3" creationId="{F3005794-BF65-410E-9225-F34791DBC010}"/>
          </ac:spMkLst>
        </pc:spChg>
      </pc:sldChg>
      <pc:sldChg chg="modSp mod">
        <pc:chgData name="Mahmoud Salem" userId="7bf24d79-5b67-4251-b831-92e5f8c9b05a" providerId="ADAL" clId="{64DA03CF-667A-4121-A9AA-606B5515673F}" dt="2023-11-15T00:51:16.640" v="48" actId="20577"/>
        <pc:sldMkLst>
          <pc:docMk/>
          <pc:sldMk cId="1003864445" sldId="337"/>
        </pc:sldMkLst>
        <pc:spChg chg="mod">
          <ac:chgData name="Mahmoud Salem" userId="7bf24d79-5b67-4251-b831-92e5f8c9b05a" providerId="ADAL" clId="{64DA03CF-667A-4121-A9AA-606B5515673F}" dt="2023-11-15T00:51:16.640" v="48" actId="20577"/>
          <ac:spMkLst>
            <pc:docMk/>
            <pc:sldMk cId="1003864445" sldId="337"/>
            <ac:spMk id="3" creationId="{F3005794-BF65-410E-9225-F34791DBC010}"/>
          </ac:spMkLst>
        </pc:spChg>
      </pc:sldChg>
      <pc:sldChg chg="modSp mod">
        <pc:chgData name="Mahmoud Salem" userId="7bf24d79-5b67-4251-b831-92e5f8c9b05a" providerId="ADAL" clId="{64DA03CF-667A-4121-A9AA-606B5515673F}" dt="2023-11-15T00:52:25.367" v="61" actId="1076"/>
        <pc:sldMkLst>
          <pc:docMk/>
          <pc:sldMk cId="698408817" sldId="338"/>
        </pc:sldMkLst>
        <pc:spChg chg="mod">
          <ac:chgData name="Mahmoud Salem" userId="7bf24d79-5b67-4251-b831-92e5f8c9b05a" providerId="ADAL" clId="{64DA03CF-667A-4121-A9AA-606B5515673F}" dt="2023-11-15T00:52:25.367" v="61" actId="1076"/>
          <ac:spMkLst>
            <pc:docMk/>
            <pc:sldMk cId="698408817" sldId="338"/>
            <ac:spMk id="3" creationId="{F3005794-BF65-410E-9225-F34791DBC010}"/>
          </ac:spMkLst>
        </pc:spChg>
      </pc:sldChg>
      <pc:sldChg chg="modSp del mod delDesignElem">
        <pc:chgData name="Mahmoud Salem" userId="7bf24d79-5b67-4251-b831-92e5f8c9b05a" providerId="ADAL" clId="{64DA03CF-667A-4121-A9AA-606B5515673F}" dt="2023-11-15T00:49:10.709" v="43" actId="1076"/>
        <pc:sldMkLst>
          <pc:docMk/>
          <pc:sldMk cId="522358487" sldId="339"/>
        </pc:sldMkLst>
        <pc:spChg chg="mod">
          <ac:chgData name="Mahmoud Salem" userId="7bf24d79-5b67-4251-b831-92e5f8c9b05a" providerId="ADAL" clId="{64DA03CF-667A-4121-A9AA-606B5515673F}" dt="2023-11-15T00:49:06.088" v="41" actId="1076"/>
          <ac:spMkLst>
            <pc:docMk/>
            <pc:sldMk cId="522358487" sldId="339"/>
            <ac:spMk id="2" creationId="{E777E4B0-E03F-4F02-BDFE-7A4C6DA29131}"/>
          </ac:spMkLst>
        </pc:spChg>
        <pc:spChg chg="mod">
          <ac:chgData name="Mahmoud Salem" userId="7bf24d79-5b67-4251-b831-92e5f8c9b05a" providerId="ADAL" clId="{64DA03CF-667A-4121-A9AA-606B5515673F}" dt="2023-11-15T00:49:10.709" v="43" actId="1076"/>
          <ac:spMkLst>
            <pc:docMk/>
            <pc:sldMk cId="522358487" sldId="339"/>
            <ac:spMk id="9" creationId="{772B3385-D885-C9C6-0B09-D0E1EDE1BA15}"/>
          </ac:spMkLst>
        </pc:spChg>
        <pc:picChg chg="mod">
          <ac:chgData name="Mahmoud Salem" userId="7bf24d79-5b67-4251-b831-92e5f8c9b05a" providerId="ADAL" clId="{64DA03CF-667A-4121-A9AA-606B5515673F}" dt="2023-11-15T00:48:59.360" v="39" actId="1076"/>
          <ac:picMkLst>
            <pc:docMk/>
            <pc:sldMk cId="522358487" sldId="339"/>
            <ac:picMk id="6" creationId="{98AA4E3F-06EC-9DFE-D6FE-78403BE48AE6}"/>
          </ac:picMkLst>
        </pc:picChg>
      </pc:sldChg>
      <pc:sldChg chg="modSp del mod delDesignElem">
        <pc:chgData name="Mahmoud Salem" userId="7bf24d79-5b67-4251-b831-92e5f8c9b05a" providerId="ADAL" clId="{64DA03CF-667A-4121-A9AA-606B5515673F}" dt="2023-11-15T00:45:02.384" v="21" actId="27636"/>
        <pc:sldMkLst>
          <pc:docMk/>
          <pc:sldMk cId="2229669696" sldId="340"/>
        </pc:sldMkLst>
        <pc:spChg chg="mod">
          <ac:chgData name="Mahmoud Salem" userId="7bf24d79-5b67-4251-b831-92e5f8c9b05a" providerId="ADAL" clId="{64DA03CF-667A-4121-A9AA-606B5515673F}" dt="2023-11-15T00:45:02.384" v="21" actId="27636"/>
          <ac:spMkLst>
            <pc:docMk/>
            <pc:sldMk cId="2229669696" sldId="340"/>
            <ac:spMk id="9" creationId="{F3233C34-28B4-CB31-3E56-CE567A03E831}"/>
          </ac:spMkLst>
        </pc:spChg>
      </pc:sldChg>
      <pc:sldChg chg="del">
        <pc:chgData name="Mahmoud Salem" userId="7bf24d79-5b67-4251-b831-92e5f8c9b05a" providerId="ADAL" clId="{64DA03CF-667A-4121-A9AA-606B5515673F}" dt="2023-11-15T00:44:57.307" v="0" actId="47"/>
        <pc:sldMkLst>
          <pc:docMk/>
          <pc:sldMk cId="4262167541" sldId="341"/>
        </pc:sldMkLst>
      </pc:sldChg>
      <pc:sldChg chg="del">
        <pc:chgData name="Mahmoud Salem" userId="7bf24d79-5b67-4251-b831-92e5f8c9b05a" providerId="ADAL" clId="{64DA03CF-667A-4121-A9AA-606B5515673F}" dt="2023-11-15T00:44:57.307" v="0" actId="47"/>
        <pc:sldMkLst>
          <pc:docMk/>
          <pc:sldMk cId="1750997955" sldId="342"/>
        </pc:sldMkLst>
      </pc:sldChg>
      <pc:sldChg chg="del">
        <pc:chgData name="Mahmoud Salem" userId="7bf24d79-5b67-4251-b831-92e5f8c9b05a" providerId="ADAL" clId="{64DA03CF-667A-4121-A9AA-606B5515673F}" dt="2023-11-15T00:44:57.307" v="0" actId="47"/>
        <pc:sldMkLst>
          <pc:docMk/>
          <pc:sldMk cId="1207969175" sldId="344"/>
        </pc:sldMkLst>
      </pc:sldChg>
      <pc:sldChg chg="del">
        <pc:chgData name="Mahmoud Salem" userId="7bf24d79-5b67-4251-b831-92e5f8c9b05a" providerId="ADAL" clId="{64DA03CF-667A-4121-A9AA-606B5515673F}" dt="2023-11-15T00:44:57.307" v="0" actId="47"/>
        <pc:sldMkLst>
          <pc:docMk/>
          <pc:sldMk cId="1693446013" sldId="346"/>
        </pc:sldMkLst>
      </pc:sldChg>
      <pc:sldChg chg="del">
        <pc:chgData name="Mahmoud Salem" userId="7bf24d79-5b67-4251-b831-92e5f8c9b05a" providerId="ADAL" clId="{64DA03CF-667A-4121-A9AA-606B5515673F}" dt="2023-11-15T00:44:57.307" v="0" actId="47"/>
        <pc:sldMkLst>
          <pc:docMk/>
          <pc:sldMk cId="1097437128" sldId="347"/>
        </pc:sldMkLst>
      </pc:sldChg>
      <pc:sldChg chg="modSp mod">
        <pc:chgData name="Mahmoud Salem" userId="7bf24d79-5b67-4251-b831-92e5f8c9b05a" providerId="ADAL" clId="{64DA03CF-667A-4121-A9AA-606B5515673F}" dt="2023-11-15T00:48:31.545" v="35" actId="1076"/>
        <pc:sldMkLst>
          <pc:docMk/>
          <pc:sldMk cId="1050428887" sldId="348"/>
        </pc:sldMkLst>
        <pc:spChg chg="mod">
          <ac:chgData name="Mahmoud Salem" userId="7bf24d79-5b67-4251-b831-92e5f8c9b05a" providerId="ADAL" clId="{64DA03CF-667A-4121-A9AA-606B5515673F}" dt="2023-11-15T00:48:31.545" v="35" actId="1076"/>
          <ac:spMkLst>
            <pc:docMk/>
            <pc:sldMk cId="1050428887" sldId="348"/>
            <ac:spMk id="3" creationId="{F3005794-BF65-410E-9225-F34791DBC010}"/>
          </ac:spMkLst>
        </pc:spChg>
      </pc:sldChg>
      <pc:sldChg chg="del">
        <pc:chgData name="Mahmoud Salem" userId="7bf24d79-5b67-4251-b831-92e5f8c9b05a" providerId="ADAL" clId="{64DA03CF-667A-4121-A9AA-606B5515673F}" dt="2023-11-15T00:44:57.307" v="0" actId="47"/>
        <pc:sldMkLst>
          <pc:docMk/>
          <pc:sldMk cId="2479882721" sldId="348"/>
        </pc:sldMkLst>
      </pc:sldChg>
      <pc:sldChg chg="modSp mod">
        <pc:chgData name="Mahmoud Salem" userId="7bf24d79-5b67-4251-b831-92e5f8c9b05a" providerId="ADAL" clId="{64DA03CF-667A-4121-A9AA-606B5515673F}" dt="2023-11-15T00:50:33.208" v="46" actId="1076"/>
        <pc:sldMkLst>
          <pc:docMk/>
          <pc:sldMk cId="2039322187" sldId="349"/>
        </pc:sldMkLst>
        <pc:picChg chg="mod">
          <ac:chgData name="Mahmoud Salem" userId="7bf24d79-5b67-4251-b831-92e5f8c9b05a" providerId="ADAL" clId="{64DA03CF-667A-4121-A9AA-606B5515673F}" dt="2023-11-15T00:50:33.208" v="46" actId="1076"/>
          <ac:picMkLst>
            <pc:docMk/>
            <pc:sldMk cId="2039322187" sldId="349"/>
            <ac:picMk id="5" creationId="{779DC3F1-B937-BE3E-A632-C4268156F41F}"/>
          </ac:picMkLst>
        </pc:picChg>
      </pc:sldChg>
      <pc:sldChg chg="del">
        <pc:chgData name="Mahmoud Salem" userId="7bf24d79-5b67-4251-b831-92e5f8c9b05a" providerId="ADAL" clId="{64DA03CF-667A-4121-A9AA-606B5515673F}" dt="2023-11-15T00:44:57.307" v="0" actId="47"/>
        <pc:sldMkLst>
          <pc:docMk/>
          <pc:sldMk cId="1336387465" sldId="350"/>
        </pc:sldMkLst>
      </pc:sldChg>
      <pc:sldChg chg="addSp delSp modSp mod delDesignElem chgLayout">
        <pc:chgData name="Mahmoud Salem" userId="7bf24d79-5b67-4251-b831-92e5f8c9b05a" providerId="ADAL" clId="{64DA03CF-667A-4121-A9AA-606B5515673F}" dt="2023-11-15T00:52:18.691" v="60" actId="20577"/>
        <pc:sldMkLst>
          <pc:docMk/>
          <pc:sldMk cId="2877410539" sldId="350"/>
        </pc:sldMkLst>
        <pc:spChg chg="mod ord">
          <ac:chgData name="Mahmoud Salem" userId="7bf24d79-5b67-4251-b831-92e5f8c9b05a" providerId="ADAL" clId="{64DA03CF-667A-4121-A9AA-606B5515673F}" dt="2023-11-15T00:52:18.691" v="60" actId="20577"/>
          <ac:spMkLst>
            <pc:docMk/>
            <pc:sldMk cId="2877410539" sldId="350"/>
            <ac:spMk id="2" creationId="{7E95B9FB-0E91-C3C1-29D3-91F8E3C21B26}"/>
          </ac:spMkLst>
        </pc:spChg>
        <pc:spChg chg="mod ord">
          <ac:chgData name="Mahmoud Salem" userId="7bf24d79-5b67-4251-b831-92e5f8c9b05a" providerId="ADAL" clId="{64DA03CF-667A-4121-A9AA-606B5515673F}" dt="2023-11-15T00:52:07.408" v="58" actId="6264"/>
          <ac:spMkLst>
            <pc:docMk/>
            <pc:sldMk cId="2877410539" sldId="350"/>
            <ac:spMk id="3" creationId="{1BAF52F9-F610-69DF-772A-71CE5295D92D}"/>
          </ac:spMkLst>
        </pc:spChg>
        <pc:spChg chg="add del mod">
          <ac:chgData name="Mahmoud Salem" userId="7bf24d79-5b67-4251-b831-92e5f8c9b05a" providerId="ADAL" clId="{64DA03CF-667A-4121-A9AA-606B5515673F}" dt="2023-11-15T00:52:07.408" v="58" actId="6264"/>
          <ac:spMkLst>
            <pc:docMk/>
            <pc:sldMk cId="2877410539" sldId="350"/>
            <ac:spMk id="4" creationId="{FF724D99-C8C9-64D0-44EB-EDEB871F9C1C}"/>
          </ac:spMkLst>
        </pc:spChg>
        <pc:spChg chg="add del mod">
          <ac:chgData name="Mahmoud Salem" userId="7bf24d79-5b67-4251-b831-92e5f8c9b05a" providerId="ADAL" clId="{64DA03CF-667A-4121-A9AA-606B5515673F}" dt="2023-11-15T00:52:07.408" v="58" actId="6264"/>
          <ac:spMkLst>
            <pc:docMk/>
            <pc:sldMk cId="2877410539" sldId="350"/>
            <ac:spMk id="5" creationId="{4A43A8BE-E3A6-92B0-7F2A-C2A728052D79}"/>
          </ac:spMkLst>
        </pc:spChg>
      </pc:sldChg>
      <pc:sldChg chg="modSp mod delDesignElem">
        <pc:chgData name="Mahmoud Salem" userId="7bf24d79-5b67-4251-b831-92e5f8c9b05a" providerId="ADAL" clId="{64DA03CF-667A-4121-A9AA-606B5515673F}" dt="2023-11-15T00:51:48.553" v="57" actId="20577"/>
        <pc:sldMkLst>
          <pc:docMk/>
          <pc:sldMk cId="3585320281" sldId="351"/>
        </pc:sldMkLst>
        <pc:graphicFrameChg chg="mod">
          <ac:chgData name="Mahmoud Salem" userId="7bf24d79-5b67-4251-b831-92e5f8c9b05a" providerId="ADAL" clId="{64DA03CF-667A-4121-A9AA-606B5515673F}" dt="2023-11-15T00:51:48.553" v="57" actId="20577"/>
          <ac:graphicFrameMkLst>
            <pc:docMk/>
            <pc:sldMk cId="3585320281" sldId="351"/>
            <ac:graphicFrameMk id="6" creationId="{D9D39551-8E31-39F8-E8B2-E9F013CEC5A8}"/>
          </ac:graphicFrameMkLst>
        </pc:graphicFrameChg>
      </pc:sldChg>
      <pc:sldChg chg="addSp delSp modSp mod delDesignElem chgLayout">
        <pc:chgData name="Mahmoud Salem" userId="7bf24d79-5b67-4251-b831-92e5f8c9b05a" providerId="ADAL" clId="{64DA03CF-667A-4121-A9AA-606B5515673F}" dt="2023-11-15T00:54:13.662" v="70" actId="1076"/>
        <pc:sldMkLst>
          <pc:docMk/>
          <pc:sldMk cId="4207899723" sldId="352"/>
        </pc:sldMkLst>
        <pc:spChg chg="mod ord">
          <ac:chgData name="Mahmoud Salem" userId="7bf24d79-5b67-4251-b831-92e5f8c9b05a" providerId="ADAL" clId="{64DA03CF-667A-4121-A9AA-606B5515673F}" dt="2023-11-15T00:54:13.662" v="70" actId="1076"/>
          <ac:spMkLst>
            <pc:docMk/>
            <pc:sldMk cId="4207899723" sldId="352"/>
            <ac:spMk id="2" creationId="{7E95B9FB-0E91-C3C1-29D3-91F8E3C21B26}"/>
          </ac:spMkLst>
        </pc:spChg>
        <pc:spChg chg="mod ord">
          <ac:chgData name="Mahmoud Salem" userId="7bf24d79-5b67-4251-b831-92e5f8c9b05a" providerId="ADAL" clId="{64DA03CF-667A-4121-A9AA-606B5515673F}" dt="2023-11-15T00:54:06.865" v="69" actId="6264"/>
          <ac:spMkLst>
            <pc:docMk/>
            <pc:sldMk cId="4207899723" sldId="352"/>
            <ac:spMk id="3" creationId="{1BAF52F9-F610-69DF-772A-71CE5295D92D}"/>
          </ac:spMkLst>
        </pc:spChg>
        <pc:spChg chg="add del mod">
          <ac:chgData name="Mahmoud Salem" userId="7bf24d79-5b67-4251-b831-92e5f8c9b05a" providerId="ADAL" clId="{64DA03CF-667A-4121-A9AA-606B5515673F}" dt="2023-11-15T00:54:06.865" v="69" actId="6264"/>
          <ac:spMkLst>
            <pc:docMk/>
            <pc:sldMk cId="4207899723" sldId="352"/>
            <ac:spMk id="4" creationId="{FCC3EEEA-832D-9CEF-564D-F30A2A06C20B}"/>
          </ac:spMkLst>
        </pc:spChg>
        <pc:spChg chg="add del mod">
          <ac:chgData name="Mahmoud Salem" userId="7bf24d79-5b67-4251-b831-92e5f8c9b05a" providerId="ADAL" clId="{64DA03CF-667A-4121-A9AA-606B5515673F}" dt="2023-11-15T00:54:06.865" v="69" actId="6264"/>
          <ac:spMkLst>
            <pc:docMk/>
            <pc:sldMk cId="4207899723" sldId="352"/>
            <ac:spMk id="5" creationId="{52E3AC20-4F70-BD2F-E6DE-E1E29A061DBE}"/>
          </ac:spMkLst>
        </pc:spChg>
      </pc:sldChg>
      <pc:sldChg chg="modSp mod delDesignElem">
        <pc:chgData name="Mahmoud Salem" userId="7bf24d79-5b67-4251-b831-92e5f8c9b05a" providerId="ADAL" clId="{64DA03CF-667A-4121-A9AA-606B5515673F}" dt="2023-11-15T00:53:53.118" v="68" actId="1076"/>
        <pc:sldMkLst>
          <pc:docMk/>
          <pc:sldMk cId="1450200541" sldId="353"/>
        </pc:sldMkLst>
        <pc:spChg chg="mod">
          <ac:chgData name="Mahmoud Salem" userId="7bf24d79-5b67-4251-b831-92e5f8c9b05a" providerId="ADAL" clId="{64DA03CF-667A-4121-A9AA-606B5515673F}" dt="2023-11-15T00:45:02.360" v="18" actId="27636"/>
          <ac:spMkLst>
            <pc:docMk/>
            <pc:sldMk cId="1450200541" sldId="353"/>
            <ac:spMk id="2" creationId="{E777E4B0-E03F-4F02-BDFE-7A4C6DA29131}"/>
          </ac:spMkLst>
        </pc:spChg>
        <pc:picChg chg="mod">
          <ac:chgData name="Mahmoud Salem" userId="7bf24d79-5b67-4251-b831-92e5f8c9b05a" providerId="ADAL" clId="{64DA03CF-667A-4121-A9AA-606B5515673F}" dt="2023-11-15T00:53:53.118" v="68" actId="1076"/>
          <ac:picMkLst>
            <pc:docMk/>
            <pc:sldMk cId="1450200541" sldId="353"/>
            <ac:picMk id="5" creationId="{9A30C994-34D0-174D-56AD-1F7A1B0AFF3A}"/>
          </ac:picMkLst>
        </pc:picChg>
      </pc:sldChg>
      <pc:sldChg chg="modSp mod delDesignElem">
        <pc:chgData name="Mahmoud Salem" userId="7bf24d79-5b67-4251-b831-92e5f8c9b05a" providerId="ADAL" clId="{64DA03CF-667A-4121-A9AA-606B5515673F}" dt="2023-11-15T00:53:09.575" v="66" actId="1076"/>
        <pc:sldMkLst>
          <pc:docMk/>
          <pc:sldMk cId="2797647641" sldId="354"/>
        </pc:sldMkLst>
        <pc:spChg chg="mod">
          <ac:chgData name="Mahmoud Salem" userId="7bf24d79-5b67-4251-b831-92e5f8c9b05a" providerId="ADAL" clId="{64DA03CF-667A-4121-A9AA-606B5515673F}" dt="2023-11-15T00:53:03.087" v="64" actId="1076"/>
          <ac:spMkLst>
            <pc:docMk/>
            <pc:sldMk cId="2797647641" sldId="354"/>
            <ac:spMk id="2" creationId="{E777E4B0-E03F-4F02-BDFE-7A4C6DA29131}"/>
          </ac:spMkLst>
        </pc:spChg>
        <pc:spChg chg="mod">
          <ac:chgData name="Mahmoud Salem" userId="7bf24d79-5b67-4251-b831-92e5f8c9b05a" providerId="ADAL" clId="{64DA03CF-667A-4121-A9AA-606B5515673F}" dt="2023-11-15T00:53:05.799" v="65" actId="1076"/>
          <ac:spMkLst>
            <pc:docMk/>
            <pc:sldMk cId="2797647641" sldId="354"/>
            <ac:spMk id="3" creationId="{F3005794-BF65-410E-9225-F34791DBC010}"/>
          </ac:spMkLst>
        </pc:spChg>
        <pc:picChg chg="mod">
          <ac:chgData name="Mahmoud Salem" userId="7bf24d79-5b67-4251-b831-92e5f8c9b05a" providerId="ADAL" clId="{64DA03CF-667A-4121-A9AA-606B5515673F}" dt="2023-11-15T00:53:09.575" v="66" actId="1076"/>
          <ac:picMkLst>
            <pc:docMk/>
            <pc:sldMk cId="2797647641" sldId="354"/>
            <ac:picMk id="2050" creationId="{9B546DAA-647C-F863-981C-F8877BF314E3}"/>
          </ac:picMkLst>
        </pc:picChg>
      </pc:sldChg>
      <pc:sldChg chg="del">
        <pc:chgData name="Mahmoud Salem" userId="7bf24d79-5b67-4251-b831-92e5f8c9b05a" providerId="ADAL" clId="{64DA03CF-667A-4121-A9AA-606B5515673F}" dt="2023-11-15T00:44:57.307" v="0" actId="47"/>
        <pc:sldMkLst>
          <pc:docMk/>
          <pc:sldMk cId="4110701958" sldId="354"/>
        </pc:sldMkLst>
      </pc:sldChg>
      <pc:sldChg chg="modSp mod">
        <pc:chgData name="Mahmoud Salem" userId="7bf24d79-5b67-4251-b831-92e5f8c9b05a" providerId="ADAL" clId="{64DA03CF-667A-4121-A9AA-606B5515673F}" dt="2023-11-15T00:47:24.447" v="29" actId="20577"/>
        <pc:sldMkLst>
          <pc:docMk/>
          <pc:sldMk cId="3657133794" sldId="356"/>
        </pc:sldMkLst>
        <pc:spChg chg="mod">
          <ac:chgData name="Mahmoud Salem" userId="7bf24d79-5b67-4251-b831-92e5f8c9b05a" providerId="ADAL" clId="{64DA03CF-667A-4121-A9AA-606B5515673F}" dt="2023-11-15T00:47:24.447" v="29" actId="20577"/>
          <ac:spMkLst>
            <pc:docMk/>
            <pc:sldMk cId="3657133794" sldId="356"/>
            <ac:spMk id="3" creationId="{C1E9B759-5A3D-BA1D-F1A0-2B380C098879}"/>
          </ac:spMkLst>
        </pc:spChg>
      </pc:sldChg>
      <pc:sldChg chg="modSp mod">
        <pc:chgData name="Mahmoud Salem" userId="7bf24d79-5b67-4251-b831-92e5f8c9b05a" providerId="ADAL" clId="{64DA03CF-667A-4121-A9AA-606B5515673F}" dt="2023-11-15T00:53:36.784" v="67" actId="1076"/>
        <pc:sldMkLst>
          <pc:docMk/>
          <pc:sldMk cId="923332689" sldId="357"/>
        </pc:sldMkLst>
        <pc:spChg chg="mod">
          <ac:chgData name="Mahmoud Salem" userId="7bf24d79-5b67-4251-b831-92e5f8c9b05a" providerId="ADAL" clId="{64DA03CF-667A-4121-A9AA-606B5515673F}" dt="2023-11-15T00:53:36.784" v="67" actId="1076"/>
          <ac:spMkLst>
            <pc:docMk/>
            <pc:sldMk cId="923332689" sldId="357"/>
            <ac:spMk id="3" creationId="{F3005794-BF65-410E-9225-F34791DBC010}"/>
          </ac:spMkLst>
        </pc:spChg>
      </pc:sldChg>
      <pc:sldChg chg="del">
        <pc:chgData name="Mahmoud Salem" userId="7bf24d79-5b67-4251-b831-92e5f8c9b05a" providerId="ADAL" clId="{64DA03CF-667A-4121-A9AA-606B5515673F}" dt="2023-11-15T00:44:57.307" v="0" actId="47"/>
        <pc:sldMkLst>
          <pc:docMk/>
          <pc:sldMk cId="3652839603" sldId="357"/>
        </pc:sldMkLst>
      </pc:sldChg>
      <pc:sldChg chg="del">
        <pc:chgData name="Mahmoud Salem" userId="7bf24d79-5b67-4251-b831-92e5f8c9b05a" providerId="ADAL" clId="{64DA03CF-667A-4121-A9AA-606B5515673F}" dt="2023-11-15T00:44:57.307" v="0" actId="47"/>
        <pc:sldMkLst>
          <pc:docMk/>
          <pc:sldMk cId="157755129" sldId="358"/>
        </pc:sldMkLst>
      </pc:sldChg>
      <pc:sldChg chg="modSp del mod delDesignElem">
        <pc:chgData name="Mahmoud Salem" userId="7bf24d79-5b67-4251-b831-92e5f8c9b05a" providerId="ADAL" clId="{64DA03CF-667A-4121-A9AA-606B5515673F}" dt="2023-11-15T00:54:59.058" v="74" actId="47"/>
        <pc:sldMkLst>
          <pc:docMk/>
          <pc:sldMk cId="319622823" sldId="358"/>
        </pc:sldMkLst>
        <pc:picChg chg="mod">
          <ac:chgData name="Mahmoud Salem" userId="7bf24d79-5b67-4251-b831-92e5f8c9b05a" providerId="ADAL" clId="{64DA03CF-667A-4121-A9AA-606B5515673F}" dt="2023-11-15T00:54:47.894" v="73" actId="1076"/>
          <ac:picMkLst>
            <pc:docMk/>
            <pc:sldMk cId="319622823" sldId="358"/>
            <ac:picMk id="3" creationId="{8166F8D4-BB60-D5E9-9917-4B510A2F80B8}"/>
          </ac:picMkLst>
        </pc:picChg>
      </pc:sldChg>
      <pc:sldChg chg="modSp new mod">
        <pc:chgData name="Mahmoud Salem" userId="7bf24d79-5b67-4251-b831-92e5f8c9b05a" providerId="ADAL" clId="{64DA03CF-667A-4121-A9AA-606B5515673F}" dt="2023-11-15T02:19:08.037" v="189" actId="20577"/>
        <pc:sldMkLst>
          <pc:docMk/>
          <pc:sldMk cId="2222919490" sldId="358"/>
        </pc:sldMkLst>
        <pc:spChg chg="mod">
          <ac:chgData name="Mahmoud Salem" userId="7bf24d79-5b67-4251-b831-92e5f8c9b05a" providerId="ADAL" clId="{64DA03CF-667A-4121-A9AA-606B5515673F}" dt="2023-11-15T00:55:31.272" v="104" actId="20577"/>
          <ac:spMkLst>
            <pc:docMk/>
            <pc:sldMk cId="2222919490" sldId="358"/>
            <ac:spMk id="2" creationId="{9B457118-1637-64FD-15C6-55C0DCF095D7}"/>
          </ac:spMkLst>
        </pc:spChg>
        <pc:spChg chg="mod">
          <ac:chgData name="Mahmoud Salem" userId="7bf24d79-5b67-4251-b831-92e5f8c9b05a" providerId="ADAL" clId="{64DA03CF-667A-4121-A9AA-606B5515673F}" dt="2023-11-15T02:19:08.037" v="189" actId="20577"/>
          <ac:spMkLst>
            <pc:docMk/>
            <pc:sldMk cId="2222919490" sldId="358"/>
            <ac:spMk id="3" creationId="{09B3DCA1-1331-63AD-18B9-A59A6A337458}"/>
          </ac:spMkLst>
        </pc:spChg>
      </pc:sldChg>
      <pc:sldChg chg="del">
        <pc:chgData name="Mahmoud Salem" userId="7bf24d79-5b67-4251-b831-92e5f8c9b05a" providerId="ADAL" clId="{64DA03CF-667A-4121-A9AA-606B5515673F}" dt="2023-11-15T00:44:57.307" v="0" actId="47"/>
        <pc:sldMkLst>
          <pc:docMk/>
          <pc:sldMk cId="2131866063" sldId="359"/>
        </pc:sldMkLst>
      </pc:sldChg>
      <pc:sldChg chg="addSp delSp modSp add mod setBg">
        <pc:chgData name="Mahmoud Salem" userId="7bf24d79-5b67-4251-b831-92e5f8c9b05a" providerId="ADAL" clId="{64DA03CF-667A-4121-A9AA-606B5515673F}" dt="2023-11-15T02:20:04.271" v="193" actId="1076"/>
        <pc:sldMkLst>
          <pc:docMk/>
          <pc:sldMk cId="3633920471" sldId="359"/>
        </pc:sldMkLst>
        <pc:spChg chg="mod">
          <ac:chgData name="Mahmoud Salem" userId="7bf24d79-5b67-4251-b831-92e5f8c9b05a" providerId="ADAL" clId="{64DA03CF-667A-4121-A9AA-606B5515673F}" dt="2023-11-15T02:20:02.905" v="192" actId="26606"/>
          <ac:spMkLst>
            <pc:docMk/>
            <pc:sldMk cId="3633920471" sldId="359"/>
            <ac:spMk id="2" creationId="{9B457118-1637-64FD-15C6-55C0DCF095D7}"/>
          </ac:spMkLst>
        </pc:spChg>
        <pc:spChg chg="del">
          <ac:chgData name="Mahmoud Salem" userId="7bf24d79-5b67-4251-b831-92e5f8c9b05a" providerId="ADAL" clId="{64DA03CF-667A-4121-A9AA-606B5515673F}" dt="2023-11-15T02:19:58.142" v="191" actId="22"/>
          <ac:spMkLst>
            <pc:docMk/>
            <pc:sldMk cId="3633920471" sldId="359"/>
            <ac:spMk id="3" creationId="{09B3DCA1-1331-63AD-18B9-A59A6A337458}"/>
          </ac:spMkLst>
        </pc:spChg>
        <pc:spChg chg="add">
          <ac:chgData name="Mahmoud Salem" userId="7bf24d79-5b67-4251-b831-92e5f8c9b05a" providerId="ADAL" clId="{64DA03CF-667A-4121-A9AA-606B5515673F}" dt="2023-11-15T02:20:02.905" v="192" actId="26606"/>
          <ac:spMkLst>
            <pc:docMk/>
            <pc:sldMk cId="3633920471" sldId="359"/>
            <ac:spMk id="10" creationId="{D12DDE76-C203-4047-9998-63900085B5E8}"/>
          </ac:spMkLst>
        </pc:spChg>
        <pc:picChg chg="add mod ord">
          <ac:chgData name="Mahmoud Salem" userId="7bf24d79-5b67-4251-b831-92e5f8c9b05a" providerId="ADAL" clId="{64DA03CF-667A-4121-A9AA-606B5515673F}" dt="2023-11-15T02:20:04.271" v="193" actId="1076"/>
          <ac:picMkLst>
            <pc:docMk/>
            <pc:sldMk cId="3633920471" sldId="359"/>
            <ac:picMk id="5" creationId="{8464ABCE-8A93-EEF2-760F-0DBDEDA42E0E}"/>
          </ac:picMkLst>
        </pc:picChg>
      </pc:sldChg>
      <pc:sldChg chg="modSp del mod delDesignElem">
        <pc:chgData name="Mahmoud Salem" userId="7bf24d79-5b67-4251-b831-92e5f8c9b05a" providerId="ADAL" clId="{64DA03CF-667A-4121-A9AA-606B5515673F}" dt="2023-11-15T00:55:00.616" v="75" actId="47"/>
        <pc:sldMkLst>
          <pc:docMk/>
          <pc:sldMk cId="3749288865" sldId="359"/>
        </pc:sldMkLst>
        <pc:spChg chg="mod">
          <ac:chgData name="Mahmoud Salem" userId="7bf24d79-5b67-4251-b831-92e5f8c9b05a" providerId="ADAL" clId="{64DA03CF-667A-4121-A9AA-606B5515673F}" dt="2023-11-15T00:45:02.388" v="22" actId="27636"/>
          <ac:spMkLst>
            <pc:docMk/>
            <pc:sldMk cId="3749288865" sldId="359"/>
            <ac:spMk id="2" creationId="{7E95B9FB-0E91-C3C1-29D3-91F8E3C21B26}"/>
          </ac:spMkLst>
        </pc:spChg>
      </pc:sldChg>
      <pc:sldChg chg="addSp delSp modSp new mod setBg">
        <pc:chgData name="Mahmoud Salem" userId="7bf24d79-5b67-4251-b831-92e5f8c9b05a" providerId="ADAL" clId="{64DA03CF-667A-4121-A9AA-606B5515673F}" dt="2023-11-15T02:20:46.240" v="220" actId="26606"/>
        <pc:sldMkLst>
          <pc:docMk/>
          <pc:sldMk cId="923516993" sldId="360"/>
        </pc:sldMkLst>
        <pc:spChg chg="mod">
          <ac:chgData name="Mahmoud Salem" userId="7bf24d79-5b67-4251-b831-92e5f8c9b05a" providerId="ADAL" clId="{64DA03CF-667A-4121-A9AA-606B5515673F}" dt="2023-11-15T02:20:46.240" v="220" actId="26606"/>
          <ac:spMkLst>
            <pc:docMk/>
            <pc:sldMk cId="923516993" sldId="360"/>
            <ac:spMk id="2" creationId="{AD506C1E-3104-C9CD-BE54-90C722994080}"/>
          </ac:spMkLst>
        </pc:spChg>
        <pc:spChg chg="add del">
          <ac:chgData name="Mahmoud Salem" userId="7bf24d79-5b67-4251-b831-92e5f8c9b05a" providerId="ADAL" clId="{64DA03CF-667A-4121-A9AA-606B5515673F}" dt="2023-11-15T02:20:46.240" v="220" actId="26606"/>
          <ac:spMkLst>
            <pc:docMk/>
            <pc:sldMk cId="923516993" sldId="360"/>
            <ac:spMk id="3" creationId="{3B605E9C-E6B1-6680-2FA5-BACF19F1C22F}"/>
          </ac:spMkLst>
        </pc:spChg>
        <pc:spChg chg="add del">
          <ac:chgData name="Mahmoud Salem" userId="7bf24d79-5b67-4251-b831-92e5f8c9b05a" providerId="ADAL" clId="{64DA03CF-667A-4121-A9AA-606B5515673F}" dt="2023-11-15T02:20:44.660" v="217" actId="26606"/>
          <ac:spMkLst>
            <pc:docMk/>
            <pc:sldMk cId="923516993" sldId="360"/>
            <ac:spMk id="10" creationId="{65219498-D544-41AC-98FE-8F956EF66A62}"/>
          </ac:spMkLst>
        </pc:spChg>
        <pc:spChg chg="add del">
          <ac:chgData name="Mahmoud Salem" userId="7bf24d79-5b67-4251-b831-92e5f8c9b05a" providerId="ADAL" clId="{64DA03CF-667A-4121-A9AA-606B5515673F}" dt="2023-11-15T02:20:44.660" v="217" actId="26606"/>
          <ac:spMkLst>
            <pc:docMk/>
            <pc:sldMk cId="923516993" sldId="360"/>
            <ac:spMk id="12" creationId="{F500DBFC-17A9-4E0A-AEE2-A49F9AEEF0FD}"/>
          </ac:spMkLst>
        </pc:spChg>
        <pc:spChg chg="add del">
          <ac:chgData name="Mahmoud Salem" userId="7bf24d79-5b67-4251-b831-92e5f8c9b05a" providerId="ADAL" clId="{64DA03CF-667A-4121-A9AA-606B5515673F}" dt="2023-11-15T02:20:46.228" v="219" actId="26606"/>
          <ac:spMkLst>
            <pc:docMk/>
            <pc:sldMk cId="923516993" sldId="360"/>
            <ac:spMk id="20" creationId="{A3363022-C969-41E9-8EB2-E4C94908C1FA}"/>
          </ac:spMkLst>
        </pc:spChg>
        <pc:spChg chg="add del">
          <ac:chgData name="Mahmoud Salem" userId="7bf24d79-5b67-4251-b831-92e5f8c9b05a" providerId="ADAL" clId="{64DA03CF-667A-4121-A9AA-606B5515673F}" dt="2023-11-15T02:20:46.228" v="219" actId="26606"/>
          <ac:spMkLst>
            <pc:docMk/>
            <pc:sldMk cId="923516993" sldId="360"/>
            <ac:spMk id="21" creationId="{8D1AD6B3-BE88-4CEB-BA17-790657CC4729}"/>
          </ac:spMkLst>
        </pc:spChg>
        <pc:spChg chg="add">
          <ac:chgData name="Mahmoud Salem" userId="7bf24d79-5b67-4251-b831-92e5f8c9b05a" providerId="ADAL" clId="{64DA03CF-667A-4121-A9AA-606B5515673F}" dt="2023-11-15T02:20:46.240" v="220" actId="26606"/>
          <ac:spMkLst>
            <pc:docMk/>
            <pc:sldMk cId="923516993" sldId="360"/>
            <ac:spMk id="28" creationId="{D12DDE76-C203-4047-9998-63900085B5E8}"/>
          </ac:spMkLst>
        </pc:spChg>
        <pc:grpChg chg="add del">
          <ac:chgData name="Mahmoud Salem" userId="7bf24d79-5b67-4251-b831-92e5f8c9b05a" providerId="ADAL" clId="{64DA03CF-667A-4121-A9AA-606B5515673F}" dt="2023-11-15T02:20:44.660" v="217" actId="26606"/>
          <ac:grpSpMkLst>
            <pc:docMk/>
            <pc:sldMk cId="923516993" sldId="360"/>
            <ac:grpSpMk id="14" creationId="{D74613BB-817C-4C4F-8A24-4936F2F064C0}"/>
          </ac:grpSpMkLst>
        </pc:grpChg>
        <pc:grpChg chg="add del">
          <ac:chgData name="Mahmoud Salem" userId="7bf24d79-5b67-4251-b831-92e5f8c9b05a" providerId="ADAL" clId="{64DA03CF-667A-4121-A9AA-606B5515673F}" dt="2023-11-15T02:20:46.228" v="219" actId="26606"/>
          <ac:grpSpMkLst>
            <pc:docMk/>
            <pc:sldMk cId="923516993" sldId="360"/>
            <ac:grpSpMk id="23" creationId="{89D1390B-7E13-4B4F-9CB2-391063412E54}"/>
          </ac:grpSpMkLst>
        </pc:grpChg>
        <pc:picChg chg="add del">
          <ac:chgData name="Mahmoud Salem" userId="7bf24d79-5b67-4251-b831-92e5f8c9b05a" providerId="ADAL" clId="{64DA03CF-667A-4121-A9AA-606B5515673F}" dt="2023-11-15T02:20:44.660" v="217" actId="26606"/>
          <ac:picMkLst>
            <pc:docMk/>
            <pc:sldMk cId="923516993" sldId="360"/>
            <ac:picMk id="7" creationId="{F768CC33-5F8C-7947-7904-3E2A438470F3}"/>
          </ac:picMkLst>
        </pc:picChg>
        <pc:picChg chg="add del">
          <ac:chgData name="Mahmoud Salem" userId="7bf24d79-5b67-4251-b831-92e5f8c9b05a" providerId="ADAL" clId="{64DA03CF-667A-4121-A9AA-606B5515673F}" dt="2023-11-15T02:20:46.228" v="219" actId="26606"/>
          <ac:picMkLst>
            <pc:docMk/>
            <pc:sldMk cId="923516993" sldId="360"/>
            <ac:picMk id="22" creationId="{67B792C3-D266-F885-24CF-0FFA05A6EF4E}"/>
          </ac:picMkLst>
        </pc:picChg>
        <pc:picChg chg="add">
          <ac:chgData name="Mahmoud Salem" userId="7bf24d79-5b67-4251-b831-92e5f8c9b05a" providerId="ADAL" clId="{64DA03CF-667A-4121-A9AA-606B5515673F}" dt="2023-11-15T02:20:46.240" v="220" actId="26606"/>
          <ac:picMkLst>
            <pc:docMk/>
            <pc:sldMk cId="923516993" sldId="360"/>
            <ac:picMk id="29" creationId="{AFF3A164-28D9-5DB0-4040-F7DEE51F931A}"/>
          </ac:picMkLst>
        </pc:picChg>
      </pc:sldChg>
      <pc:sldChg chg="del">
        <pc:chgData name="Mahmoud Salem" userId="7bf24d79-5b67-4251-b831-92e5f8c9b05a" providerId="ADAL" clId="{64DA03CF-667A-4121-A9AA-606B5515673F}" dt="2023-11-15T00:44:57.307" v="0" actId="47"/>
        <pc:sldMkLst>
          <pc:docMk/>
          <pc:sldMk cId="2447910875" sldId="360"/>
        </pc:sldMkLst>
      </pc:sldChg>
      <pc:sldChg chg="modSp new mod">
        <pc:chgData name="Mahmoud Salem" userId="7bf24d79-5b67-4251-b831-92e5f8c9b05a" providerId="ADAL" clId="{64DA03CF-667A-4121-A9AA-606B5515673F}" dt="2023-11-15T02:37:01.193" v="298" actId="20577"/>
        <pc:sldMkLst>
          <pc:docMk/>
          <pc:sldMk cId="256715139" sldId="361"/>
        </pc:sldMkLst>
        <pc:spChg chg="mod">
          <ac:chgData name="Mahmoud Salem" userId="7bf24d79-5b67-4251-b831-92e5f8c9b05a" providerId="ADAL" clId="{64DA03CF-667A-4121-A9AA-606B5515673F}" dt="2023-11-15T02:33:36.746" v="243" actId="20577"/>
          <ac:spMkLst>
            <pc:docMk/>
            <pc:sldMk cId="256715139" sldId="361"/>
            <ac:spMk id="2" creationId="{94D41D88-BAAE-BCE8-E77D-4E7FF9232B63}"/>
          </ac:spMkLst>
        </pc:spChg>
        <pc:spChg chg="mod">
          <ac:chgData name="Mahmoud Salem" userId="7bf24d79-5b67-4251-b831-92e5f8c9b05a" providerId="ADAL" clId="{64DA03CF-667A-4121-A9AA-606B5515673F}" dt="2023-11-15T02:37:01.193" v="298" actId="20577"/>
          <ac:spMkLst>
            <pc:docMk/>
            <pc:sldMk cId="256715139" sldId="361"/>
            <ac:spMk id="3" creationId="{DAE61695-051A-4DB7-6BAD-416AD45E0695}"/>
          </ac:spMkLst>
        </pc:spChg>
      </pc:sldChg>
      <pc:sldChg chg="del">
        <pc:chgData name="Mahmoud Salem" userId="7bf24d79-5b67-4251-b831-92e5f8c9b05a" providerId="ADAL" clId="{64DA03CF-667A-4121-A9AA-606B5515673F}" dt="2023-11-15T00:44:57.307" v="0" actId="47"/>
        <pc:sldMkLst>
          <pc:docMk/>
          <pc:sldMk cId="2918452433" sldId="361"/>
        </pc:sldMkLst>
      </pc:sldChg>
      <pc:sldChg chg="modSp new mod">
        <pc:chgData name="Mahmoud Salem" userId="7bf24d79-5b67-4251-b831-92e5f8c9b05a" providerId="ADAL" clId="{64DA03CF-667A-4121-A9AA-606B5515673F}" dt="2023-11-15T04:22:38.604" v="890" actId="20577"/>
        <pc:sldMkLst>
          <pc:docMk/>
          <pc:sldMk cId="304121286" sldId="362"/>
        </pc:sldMkLst>
        <pc:spChg chg="mod">
          <ac:chgData name="Mahmoud Salem" userId="7bf24d79-5b67-4251-b831-92e5f8c9b05a" providerId="ADAL" clId="{64DA03CF-667A-4121-A9AA-606B5515673F}" dt="2023-11-15T02:51:14.471" v="317" actId="20577"/>
          <ac:spMkLst>
            <pc:docMk/>
            <pc:sldMk cId="304121286" sldId="362"/>
            <ac:spMk id="2" creationId="{09E5A575-79EC-970E-2C46-399D1A2068BC}"/>
          </ac:spMkLst>
        </pc:spChg>
        <pc:spChg chg="mod">
          <ac:chgData name="Mahmoud Salem" userId="7bf24d79-5b67-4251-b831-92e5f8c9b05a" providerId="ADAL" clId="{64DA03CF-667A-4121-A9AA-606B5515673F}" dt="2023-11-15T04:22:38.604" v="890" actId="20577"/>
          <ac:spMkLst>
            <pc:docMk/>
            <pc:sldMk cId="304121286" sldId="362"/>
            <ac:spMk id="3" creationId="{1E313AFC-268B-9F71-CEFA-3E0680C8027C}"/>
          </ac:spMkLst>
        </pc:spChg>
      </pc:sldChg>
      <pc:sldChg chg="del">
        <pc:chgData name="Mahmoud Salem" userId="7bf24d79-5b67-4251-b831-92e5f8c9b05a" providerId="ADAL" clId="{64DA03CF-667A-4121-A9AA-606B5515673F}" dt="2023-11-15T00:44:57.307" v="0" actId="47"/>
        <pc:sldMkLst>
          <pc:docMk/>
          <pc:sldMk cId="3901031721" sldId="362"/>
        </pc:sldMkLst>
      </pc:sldChg>
      <pc:sldChg chg="modSp add mod">
        <pc:chgData name="Mahmoud Salem" userId="7bf24d79-5b67-4251-b831-92e5f8c9b05a" providerId="ADAL" clId="{64DA03CF-667A-4121-A9AA-606B5515673F}" dt="2023-11-15T04:23:15.979" v="967" actId="20577"/>
        <pc:sldMkLst>
          <pc:docMk/>
          <pc:sldMk cId="2872650386" sldId="363"/>
        </pc:sldMkLst>
        <pc:spChg chg="mod">
          <ac:chgData name="Mahmoud Salem" userId="7bf24d79-5b67-4251-b831-92e5f8c9b05a" providerId="ADAL" clId="{64DA03CF-667A-4121-A9AA-606B5515673F}" dt="2023-11-15T02:51:36.550" v="423" actId="20577"/>
          <ac:spMkLst>
            <pc:docMk/>
            <pc:sldMk cId="2872650386" sldId="363"/>
            <ac:spMk id="2" creationId="{09E5A575-79EC-970E-2C46-399D1A2068BC}"/>
          </ac:spMkLst>
        </pc:spChg>
        <pc:spChg chg="mod">
          <ac:chgData name="Mahmoud Salem" userId="7bf24d79-5b67-4251-b831-92e5f8c9b05a" providerId="ADAL" clId="{64DA03CF-667A-4121-A9AA-606B5515673F}" dt="2023-11-15T04:23:15.979" v="967" actId="20577"/>
          <ac:spMkLst>
            <pc:docMk/>
            <pc:sldMk cId="2872650386" sldId="363"/>
            <ac:spMk id="3" creationId="{1E313AFC-268B-9F71-CEFA-3E0680C8027C}"/>
          </ac:spMkLst>
        </pc:spChg>
      </pc:sldChg>
      <pc:sldChg chg="del">
        <pc:chgData name="Mahmoud Salem" userId="7bf24d79-5b67-4251-b831-92e5f8c9b05a" providerId="ADAL" clId="{64DA03CF-667A-4121-A9AA-606B5515673F}" dt="2023-11-15T00:44:57.307" v="0" actId="47"/>
        <pc:sldMkLst>
          <pc:docMk/>
          <pc:sldMk cId="3616125547" sldId="363"/>
        </pc:sldMkLst>
      </pc:sldChg>
      <pc:sldChg chg="del">
        <pc:chgData name="Mahmoud Salem" userId="7bf24d79-5b67-4251-b831-92e5f8c9b05a" providerId="ADAL" clId="{64DA03CF-667A-4121-A9AA-606B5515673F}" dt="2023-11-15T00:44:57.307" v="0" actId="47"/>
        <pc:sldMkLst>
          <pc:docMk/>
          <pc:sldMk cId="2509557343" sldId="364"/>
        </pc:sldMkLst>
      </pc:sldChg>
      <pc:sldChg chg="modSp new mod">
        <pc:chgData name="Mahmoud Salem" userId="7bf24d79-5b67-4251-b831-92e5f8c9b05a" providerId="ADAL" clId="{64DA03CF-667A-4121-A9AA-606B5515673F}" dt="2023-11-15T04:23:52.236" v="1057" actId="20577"/>
        <pc:sldMkLst>
          <pc:docMk/>
          <pc:sldMk cId="2602317404" sldId="364"/>
        </pc:sldMkLst>
        <pc:spChg chg="mod">
          <ac:chgData name="Mahmoud Salem" userId="7bf24d79-5b67-4251-b831-92e5f8c9b05a" providerId="ADAL" clId="{64DA03CF-667A-4121-A9AA-606B5515673F}" dt="2023-11-15T02:53:25.504" v="855" actId="20577"/>
          <ac:spMkLst>
            <pc:docMk/>
            <pc:sldMk cId="2602317404" sldId="364"/>
            <ac:spMk id="2" creationId="{96AF5CDA-568D-1FAB-9703-4CEA1D0FF5D0}"/>
          </ac:spMkLst>
        </pc:spChg>
        <pc:spChg chg="mod">
          <ac:chgData name="Mahmoud Salem" userId="7bf24d79-5b67-4251-b831-92e5f8c9b05a" providerId="ADAL" clId="{64DA03CF-667A-4121-A9AA-606B5515673F}" dt="2023-11-15T04:23:52.236" v="1057" actId="20577"/>
          <ac:spMkLst>
            <pc:docMk/>
            <pc:sldMk cId="2602317404" sldId="364"/>
            <ac:spMk id="3" creationId="{3ED4A43C-190B-6CD9-2925-360B753FDCF9}"/>
          </ac:spMkLst>
        </pc:spChg>
      </pc:sldChg>
      <pc:sldChg chg="del">
        <pc:chgData name="Mahmoud Salem" userId="7bf24d79-5b67-4251-b831-92e5f8c9b05a" providerId="ADAL" clId="{64DA03CF-667A-4121-A9AA-606B5515673F}" dt="2023-11-15T00:44:57.307" v="0" actId="47"/>
        <pc:sldMkLst>
          <pc:docMk/>
          <pc:sldMk cId="398848567" sldId="365"/>
        </pc:sldMkLst>
      </pc:sldChg>
      <pc:sldChg chg="addSp delSp modSp new mod chgLayout">
        <pc:chgData name="Mahmoud Salem" userId="7bf24d79-5b67-4251-b831-92e5f8c9b05a" providerId="ADAL" clId="{64DA03CF-667A-4121-A9AA-606B5515673F}" dt="2023-11-15T04:23:29.603" v="1013" actId="20577"/>
        <pc:sldMkLst>
          <pc:docMk/>
          <pc:sldMk cId="4085724139" sldId="365"/>
        </pc:sldMkLst>
        <pc:spChg chg="del">
          <ac:chgData name="Mahmoud Salem" userId="7bf24d79-5b67-4251-b831-92e5f8c9b05a" providerId="ADAL" clId="{64DA03CF-667A-4121-A9AA-606B5515673F}" dt="2023-11-15T03:33:10.348" v="861" actId="478"/>
          <ac:spMkLst>
            <pc:docMk/>
            <pc:sldMk cId="4085724139" sldId="365"/>
            <ac:spMk id="2" creationId="{4E365A53-534C-FEED-06E5-1F66346CCBC3}"/>
          </ac:spMkLst>
        </pc:spChg>
        <pc:spChg chg="del">
          <ac:chgData name="Mahmoud Salem" userId="7bf24d79-5b67-4251-b831-92e5f8c9b05a" providerId="ADAL" clId="{64DA03CF-667A-4121-A9AA-606B5515673F}" dt="2023-11-15T03:33:07.383" v="860" actId="22"/>
          <ac:spMkLst>
            <pc:docMk/>
            <pc:sldMk cId="4085724139" sldId="365"/>
            <ac:spMk id="3" creationId="{F6BE5AFD-B45B-18B5-8AD2-53F2787F817F}"/>
          </ac:spMkLst>
        </pc:spChg>
        <pc:spChg chg="add mod ord">
          <ac:chgData name="Mahmoud Salem" userId="7bf24d79-5b67-4251-b831-92e5f8c9b05a" providerId="ADAL" clId="{64DA03CF-667A-4121-A9AA-606B5515673F}" dt="2023-11-15T04:23:29.603" v="1013" actId="20577"/>
          <ac:spMkLst>
            <pc:docMk/>
            <pc:sldMk cId="4085724139" sldId="365"/>
            <ac:spMk id="6" creationId="{2F12D22B-90AC-AEF8-F151-F3934E8DFF81}"/>
          </ac:spMkLst>
        </pc:spChg>
        <pc:picChg chg="add mod ord modCrop">
          <ac:chgData name="Mahmoud Salem" userId="7bf24d79-5b67-4251-b831-92e5f8c9b05a" providerId="ADAL" clId="{64DA03CF-667A-4121-A9AA-606B5515673F}" dt="2023-11-15T04:23:21.515" v="968" actId="700"/>
          <ac:picMkLst>
            <pc:docMk/>
            <pc:sldMk cId="4085724139" sldId="365"/>
            <ac:picMk id="5" creationId="{38C29B36-DB70-832F-970E-0C5DF3D78599}"/>
          </ac:picMkLst>
        </pc:picChg>
      </pc:sldChg>
    </pc:docChg>
  </pc:docChgLst>
  <pc:docChgLst>
    <pc:chgData name="Mahmoud Salem" userId="7bf24d79-5b67-4251-b831-92e5f8c9b05a" providerId="ADAL" clId="{3910DF63-DC41-4101-8E61-7417F051FBAB}"/>
    <pc:docChg chg="undo custSel addSld delSld modSld sldOrd">
      <pc:chgData name="Mahmoud Salem" userId="7bf24d79-5b67-4251-b831-92e5f8c9b05a" providerId="ADAL" clId="{3910DF63-DC41-4101-8E61-7417F051FBAB}" dt="2023-10-11T02:23:29.489" v="510" actId="1076"/>
      <pc:docMkLst>
        <pc:docMk/>
      </pc:docMkLst>
      <pc:sldChg chg="add">
        <pc:chgData name="Mahmoud Salem" userId="7bf24d79-5b67-4251-b831-92e5f8c9b05a" providerId="ADAL" clId="{3910DF63-DC41-4101-8E61-7417F051FBAB}" dt="2023-10-11T01:41:18.031" v="27"/>
        <pc:sldMkLst>
          <pc:docMk/>
          <pc:sldMk cId="4262868419" sldId="256"/>
        </pc:sldMkLst>
      </pc:sldChg>
      <pc:sldChg chg="modSp mod">
        <pc:chgData name="Mahmoud Salem" userId="7bf24d79-5b67-4251-b831-92e5f8c9b05a" providerId="ADAL" clId="{3910DF63-DC41-4101-8E61-7417F051FBAB}" dt="2023-10-11T01:24:20.587" v="13" actId="20577"/>
        <pc:sldMkLst>
          <pc:docMk/>
          <pc:sldMk cId="1440558978" sldId="257"/>
        </pc:sldMkLst>
        <pc:spChg chg="mod">
          <ac:chgData name="Mahmoud Salem" userId="7bf24d79-5b67-4251-b831-92e5f8c9b05a" providerId="ADAL" clId="{3910DF63-DC41-4101-8E61-7417F051FBAB}" dt="2023-10-11T01:24:20.587" v="13" actId="20577"/>
          <ac:spMkLst>
            <pc:docMk/>
            <pc:sldMk cId="1440558978" sldId="257"/>
            <ac:spMk id="2" creationId="{70752FD7-76EF-4EBF-8807-5A08A9C8EA09}"/>
          </ac:spMkLst>
        </pc:spChg>
      </pc:sldChg>
      <pc:sldChg chg="add">
        <pc:chgData name="Mahmoud Salem" userId="7bf24d79-5b67-4251-b831-92e5f8c9b05a" providerId="ADAL" clId="{3910DF63-DC41-4101-8E61-7417F051FBAB}" dt="2023-10-11T01:41:18.031" v="27"/>
        <pc:sldMkLst>
          <pc:docMk/>
          <pc:sldMk cId="4262167541" sldId="258"/>
        </pc:sldMkLst>
      </pc:sldChg>
      <pc:sldChg chg="add">
        <pc:chgData name="Mahmoud Salem" userId="7bf24d79-5b67-4251-b831-92e5f8c9b05a" providerId="ADAL" clId="{3910DF63-DC41-4101-8E61-7417F051FBAB}" dt="2023-10-11T01:41:29.797" v="28"/>
        <pc:sldMkLst>
          <pc:docMk/>
          <pc:sldMk cId="1195504030" sldId="259"/>
        </pc:sldMkLst>
      </pc:sldChg>
      <pc:sldChg chg="add del">
        <pc:chgData name="Mahmoud Salem" userId="7bf24d79-5b67-4251-b831-92e5f8c9b05a" providerId="ADAL" clId="{3910DF63-DC41-4101-8E61-7417F051FBAB}" dt="2023-10-11T02:04:13.553" v="108" actId="47"/>
        <pc:sldMkLst>
          <pc:docMk/>
          <pc:sldMk cId="3092698901" sldId="264"/>
        </pc:sldMkLst>
      </pc:sldChg>
      <pc:sldChg chg="add">
        <pc:chgData name="Mahmoud Salem" userId="7bf24d79-5b67-4251-b831-92e5f8c9b05a" providerId="ADAL" clId="{3910DF63-DC41-4101-8E61-7417F051FBAB}" dt="2023-10-11T01:25:14.221" v="16"/>
        <pc:sldMkLst>
          <pc:docMk/>
          <pc:sldMk cId="3421971578" sldId="265"/>
        </pc:sldMkLst>
      </pc:sldChg>
      <pc:sldChg chg="add">
        <pc:chgData name="Mahmoud Salem" userId="7bf24d79-5b67-4251-b831-92e5f8c9b05a" providerId="ADAL" clId="{3910DF63-DC41-4101-8E61-7417F051FBAB}" dt="2023-10-11T01:25:14.221" v="16"/>
        <pc:sldMkLst>
          <pc:docMk/>
          <pc:sldMk cId="3642913804" sldId="266"/>
        </pc:sldMkLst>
      </pc:sldChg>
      <pc:sldChg chg="add">
        <pc:chgData name="Mahmoud Salem" userId="7bf24d79-5b67-4251-b831-92e5f8c9b05a" providerId="ADAL" clId="{3910DF63-DC41-4101-8E61-7417F051FBAB}" dt="2023-10-11T01:25:14.221" v="16"/>
        <pc:sldMkLst>
          <pc:docMk/>
          <pc:sldMk cId="1084292063" sldId="267"/>
        </pc:sldMkLst>
      </pc:sldChg>
      <pc:sldChg chg="add del">
        <pc:chgData name="Mahmoud Salem" userId="7bf24d79-5b67-4251-b831-92e5f8c9b05a" providerId="ADAL" clId="{3910DF63-DC41-4101-8E61-7417F051FBAB}" dt="2023-10-11T01:49:13.621" v="44" actId="2696"/>
        <pc:sldMkLst>
          <pc:docMk/>
          <pc:sldMk cId="1050297658" sldId="268"/>
        </pc:sldMkLst>
      </pc:sldChg>
      <pc:sldChg chg="add">
        <pc:chgData name="Mahmoud Salem" userId="7bf24d79-5b67-4251-b831-92e5f8c9b05a" providerId="ADAL" clId="{3910DF63-DC41-4101-8E61-7417F051FBAB}" dt="2023-10-11T01:49:18.273" v="45"/>
        <pc:sldMkLst>
          <pc:docMk/>
          <pc:sldMk cId="1184761468" sldId="268"/>
        </pc:sldMkLst>
      </pc:sldChg>
      <pc:sldChg chg="add">
        <pc:chgData name="Mahmoud Salem" userId="7bf24d79-5b67-4251-b831-92e5f8c9b05a" providerId="ADAL" clId="{3910DF63-DC41-4101-8E61-7417F051FBAB}" dt="2023-10-11T01:27:01.022" v="20"/>
        <pc:sldMkLst>
          <pc:docMk/>
          <pc:sldMk cId="957538140" sldId="270"/>
        </pc:sldMkLst>
      </pc:sldChg>
      <pc:sldChg chg="add">
        <pc:chgData name="Mahmoud Salem" userId="7bf24d79-5b67-4251-b831-92e5f8c9b05a" providerId="ADAL" clId="{3910DF63-DC41-4101-8E61-7417F051FBAB}" dt="2023-10-11T01:25:40.488" v="17"/>
        <pc:sldMkLst>
          <pc:docMk/>
          <pc:sldMk cId="3575093170" sldId="271"/>
        </pc:sldMkLst>
      </pc:sldChg>
      <pc:sldChg chg="add">
        <pc:chgData name="Mahmoud Salem" userId="7bf24d79-5b67-4251-b831-92e5f8c9b05a" providerId="ADAL" clId="{3910DF63-DC41-4101-8E61-7417F051FBAB}" dt="2023-10-11T01:25:04.111" v="15"/>
        <pc:sldMkLst>
          <pc:docMk/>
          <pc:sldMk cId="2327593959" sldId="275"/>
        </pc:sldMkLst>
      </pc:sldChg>
      <pc:sldChg chg="add">
        <pc:chgData name="Mahmoud Salem" userId="7bf24d79-5b67-4251-b831-92e5f8c9b05a" providerId="ADAL" clId="{3910DF63-DC41-4101-8E61-7417F051FBAB}" dt="2023-10-11T01:26:14.372" v="18"/>
        <pc:sldMkLst>
          <pc:docMk/>
          <pc:sldMk cId="127284132" sldId="277"/>
        </pc:sldMkLst>
      </pc:sldChg>
      <pc:sldChg chg="add">
        <pc:chgData name="Mahmoud Salem" userId="7bf24d79-5b67-4251-b831-92e5f8c9b05a" providerId="ADAL" clId="{3910DF63-DC41-4101-8E61-7417F051FBAB}" dt="2023-10-11T01:26:14.372" v="18"/>
        <pc:sldMkLst>
          <pc:docMk/>
          <pc:sldMk cId="1080018283" sldId="278"/>
        </pc:sldMkLst>
      </pc:sldChg>
      <pc:sldChg chg="add">
        <pc:chgData name="Mahmoud Salem" userId="7bf24d79-5b67-4251-b831-92e5f8c9b05a" providerId="ADAL" clId="{3910DF63-DC41-4101-8E61-7417F051FBAB}" dt="2023-10-11T01:27:01.022" v="20"/>
        <pc:sldMkLst>
          <pc:docMk/>
          <pc:sldMk cId="2949032208" sldId="281"/>
        </pc:sldMkLst>
      </pc:sldChg>
      <pc:sldChg chg="add">
        <pc:chgData name="Mahmoud Salem" userId="7bf24d79-5b67-4251-b831-92e5f8c9b05a" providerId="ADAL" clId="{3910DF63-DC41-4101-8E61-7417F051FBAB}" dt="2023-10-11T01:27:01.022" v="20"/>
        <pc:sldMkLst>
          <pc:docMk/>
          <pc:sldMk cId="1802590510" sldId="282"/>
        </pc:sldMkLst>
      </pc:sldChg>
      <pc:sldChg chg="add del">
        <pc:chgData name="Mahmoud Salem" userId="7bf24d79-5b67-4251-b831-92e5f8c9b05a" providerId="ADAL" clId="{3910DF63-DC41-4101-8E61-7417F051FBAB}" dt="2023-10-11T02:04:57.140" v="110" actId="47"/>
        <pc:sldMkLst>
          <pc:docMk/>
          <pc:sldMk cId="2971425432" sldId="283"/>
        </pc:sldMkLst>
      </pc:sldChg>
      <pc:sldChg chg="add">
        <pc:chgData name="Mahmoud Salem" userId="7bf24d79-5b67-4251-b831-92e5f8c9b05a" providerId="ADAL" clId="{3910DF63-DC41-4101-8E61-7417F051FBAB}" dt="2023-10-11T01:27:01.022" v="20"/>
        <pc:sldMkLst>
          <pc:docMk/>
          <pc:sldMk cId="661036228" sldId="284"/>
        </pc:sldMkLst>
      </pc:sldChg>
      <pc:sldChg chg="add">
        <pc:chgData name="Mahmoud Salem" userId="7bf24d79-5b67-4251-b831-92e5f8c9b05a" providerId="ADAL" clId="{3910DF63-DC41-4101-8E61-7417F051FBAB}" dt="2023-10-11T01:27:01.022" v="20"/>
        <pc:sldMkLst>
          <pc:docMk/>
          <pc:sldMk cId="3394511459" sldId="285"/>
        </pc:sldMkLst>
      </pc:sldChg>
      <pc:sldChg chg="add">
        <pc:chgData name="Mahmoud Salem" userId="7bf24d79-5b67-4251-b831-92e5f8c9b05a" providerId="ADAL" clId="{3910DF63-DC41-4101-8E61-7417F051FBAB}" dt="2023-10-11T01:27:01.022" v="20"/>
        <pc:sldMkLst>
          <pc:docMk/>
          <pc:sldMk cId="2627739273" sldId="286"/>
        </pc:sldMkLst>
      </pc:sldChg>
      <pc:sldChg chg="add del">
        <pc:chgData name="Mahmoud Salem" userId="7bf24d79-5b67-4251-b831-92e5f8c9b05a" providerId="ADAL" clId="{3910DF63-DC41-4101-8E61-7417F051FBAB}" dt="2023-10-11T02:04:37.151" v="109" actId="47"/>
        <pc:sldMkLst>
          <pc:docMk/>
          <pc:sldMk cId="3754129972" sldId="290"/>
        </pc:sldMkLst>
      </pc:sldChg>
      <pc:sldChg chg="add">
        <pc:chgData name="Mahmoud Salem" userId="7bf24d79-5b67-4251-b831-92e5f8c9b05a" providerId="ADAL" clId="{3910DF63-DC41-4101-8E61-7417F051FBAB}" dt="2023-10-11T01:26:32.082" v="19"/>
        <pc:sldMkLst>
          <pc:docMk/>
          <pc:sldMk cId="1057640647" sldId="291"/>
        </pc:sldMkLst>
      </pc:sldChg>
      <pc:sldChg chg="add">
        <pc:chgData name="Mahmoud Salem" userId="7bf24d79-5b67-4251-b831-92e5f8c9b05a" providerId="ADAL" clId="{3910DF63-DC41-4101-8E61-7417F051FBAB}" dt="2023-10-11T01:41:18.031" v="27"/>
        <pc:sldMkLst>
          <pc:docMk/>
          <pc:sldMk cId="4002250383" sldId="292"/>
        </pc:sldMkLst>
      </pc:sldChg>
      <pc:sldChg chg="add">
        <pc:chgData name="Mahmoud Salem" userId="7bf24d79-5b67-4251-b831-92e5f8c9b05a" providerId="ADAL" clId="{3910DF63-DC41-4101-8E61-7417F051FBAB}" dt="2023-10-11T01:49:18.273" v="45"/>
        <pc:sldMkLst>
          <pc:docMk/>
          <pc:sldMk cId="2508219363" sldId="294"/>
        </pc:sldMkLst>
      </pc:sldChg>
      <pc:sldChg chg="add del">
        <pc:chgData name="Mahmoud Salem" userId="7bf24d79-5b67-4251-b831-92e5f8c9b05a" providerId="ADAL" clId="{3910DF63-DC41-4101-8E61-7417F051FBAB}" dt="2023-10-11T01:49:13.621" v="44" actId="2696"/>
        <pc:sldMkLst>
          <pc:docMk/>
          <pc:sldMk cId="2815185433" sldId="294"/>
        </pc:sldMkLst>
      </pc:sldChg>
      <pc:sldChg chg="add">
        <pc:chgData name="Mahmoud Salem" userId="7bf24d79-5b67-4251-b831-92e5f8c9b05a" providerId="ADAL" clId="{3910DF63-DC41-4101-8E61-7417F051FBAB}" dt="2023-10-11T01:41:29.797" v="28"/>
        <pc:sldMkLst>
          <pc:docMk/>
          <pc:sldMk cId="2659362190" sldId="304"/>
        </pc:sldMkLst>
      </pc:sldChg>
      <pc:sldChg chg="add">
        <pc:chgData name="Mahmoud Salem" userId="7bf24d79-5b67-4251-b831-92e5f8c9b05a" providerId="ADAL" clId="{3910DF63-DC41-4101-8E61-7417F051FBAB}" dt="2023-10-11T01:41:29.797" v="28"/>
        <pc:sldMkLst>
          <pc:docMk/>
          <pc:sldMk cId="3432756018" sldId="310"/>
        </pc:sldMkLst>
      </pc:sldChg>
      <pc:sldChg chg="add setBg">
        <pc:chgData name="Mahmoud Salem" userId="7bf24d79-5b67-4251-b831-92e5f8c9b05a" providerId="ADAL" clId="{3910DF63-DC41-4101-8E61-7417F051FBAB}" dt="2023-10-11T01:35:37.359" v="25"/>
        <pc:sldMkLst>
          <pc:docMk/>
          <pc:sldMk cId="3593093651" sldId="311"/>
        </pc:sldMkLst>
      </pc:sldChg>
      <pc:sldChg chg="add">
        <pc:chgData name="Mahmoud Salem" userId="7bf24d79-5b67-4251-b831-92e5f8c9b05a" providerId="ADAL" clId="{3910DF63-DC41-4101-8E61-7417F051FBAB}" dt="2023-10-11T01:41:35.403" v="29"/>
        <pc:sldMkLst>
          <pc:docMk/>
          <pc:sldMk cId="4055777899" sldId="312"/>
        </pc:sldMkLst>
      </pc:sldChg>
      <pc:sldChg chg="add">
        <pc:chgData name="Mahmoud Salem" userId="7bf24d79-5b67-4251-b831-92e5f8c9b05a" providerId="ADAL" clId="{3910DF63-DC41-4101-8E61-7417F051FBAB}" dt="2023-10-11T01:34:05.941" v="21"/>
        <pc:sldMkLst>
          <pc:docMk/>
          <pc:sldMk cId="631526885" sldId="316"/>
        </pc:sldMkLst>
      </pc:sldChg>
      <pc:sldChg chg="add del">
        <pc:chgData name="Mahmoud Salem" userId="7bf24d79-5b67-4251-b831-92e5f8c9b05a" providerId="ADAL" clId="{3910DF63-DC41-4101-8E61-7417F051FBAB}" dt="2023-10-11T02:05:05.210" v="111" actId="47"/>
        <pc:sldMkLst>
          <pc:docMk/>
          <pc:sldMk cId="1221928769" sldId="317"/>
        </pc:sldMkLst>
      </pc:sldChg>
      <pc:sldChg chg="add del">
        <pc:chgData name="Mahmoud Salem" userId="7bf24d79-5b67-4251-b831-92e5f8c9b05a" providerId="ADAL" clId="{3910DF63-DC41-4101-8E61-7417F051FBAB}" dt="2023-10-11T02:05:34.745" v="112" actId="47"/>
        <pc:sldMkLst>
          <pc:docMk/>
          <pc:sldMk cId="2768388143" sldId="318"/>
        </pc:sldMkLst>
      </pc:sldChg>
      <pc:sldChg chg="add del">
        <pc:chgData name="Mahmoud Salem" userId="7bf24d79-5b67-4251-b831-92e5f8c9b05a" providerId="ADAL" clId="{3910DF63-DC41-4101-8E61-7417F051FBAB}" dt="2023-10-11T02:05:34.745" v="112" actId="47"/>
        <pc:sldMkLst>
          <pc:docMk/>
          <pc:sldMk cId="1495161542" sldId="319"/>
        </pc:sldMkLst>
      </pc:sldChg>
      <pc:sldChg chg="add del">
        <pc:chgData name="Mahmoud Salem" userId="7bf24d79-5b67-4251-b831-92e5f8c9b05a" providerId="ADAL" clId="{3910DF63-DC41-4101-8E61-7417F051FBAB}" dt="2023-10-11T02:05:34.745" v="112" actId="47"/>
        <pc:sldMkLst>
          <pc:docMk/>
          <pc:sldMk cId="4197557340" sldId="320"/>
        </pc:sldMkLst>
      </pc:sldChg>
      <pc:sldChg chg="add del">
        <pc:chgData name="Mahmoud Salem" userId="7bf24d79-5b67-4251-b831-92e5f8c9b05a" providerId="ADAL" clId="{3910DF63-DC41-4101-8E61-7417F051FBAB}" dt="2023-10-11T02:05:34.745" v="112" actId="47"/>
        <pc:sldMkLst>
          <pc:docMk/>
          <pc:sldMk cId="731690978" sldId="321"/>
        </pc:sldMkLst>
      </pc:sldChg>
      <pc:sldChg chg="add">
        <pc:chgData name="Mahmoud Salem" userId="7bf24d79-5b67-4251-b831-92e5f8c9b05a" providerId="ADAL" clId="{3910DF63-DC41-4101-8E61-7417F051FBAB}" dt="2023-10-11T01:43:12.948" v="33"/>
        <pc:sldMkLst>
          <pc:docMk/>
          <pc:sldMk cId="319258761" sldId="322"/>
        </pc:sldMkLst>
      </pc:sldChg>
      <pc:sldChg chg="add">
        <pc:chgData name="Mahmoud Salem" userId="7bf24d79-5b67-4251-b831-92e5f8c9b05a" providerId="ADAL" clId="{3910DF63-DC41-4101-8E61-7417F051FBAB}" dt="2023-10-11T01:34:28.608" v="22"/>
        <pc:sldMkLst>
          <pc:docMk/>
          <pc:sldMk cId="1225233416" sldId="324"/>
        </pc:sldMkLst>
      </pc:sldChg>
      <pc:sldChg chg="add">
        <pc:chgData name="Mahmoud Salem" userId="7bf24d79-5b67-4251-b831-92e5f8c9b05a" providerId="ADAL" clId="{3910DF63-DC41-4101-8E61-7417F051FBAB}" dt="2023-10-11T01:34:28.608" v="22"/>
        <pc:sldMkLst>
          <pc:docMk/>
          <pc:sldMk cId="2068690893" sldId="325"/>
        </pc:sldMkLst>
      </pc:sldChg>
      <pc:sldChg chg="add">
        <pc:chgData name="Mahmoud Salem" userId="7bf24d79-5b67-4251-b831-92e5f8c9b05a" providerId="ADAL" clId="{3910DF63-DC41-4101-8E61-7417F051FBAB}" dt="2023-10-11T01:34:28.608" v="22"/>
        <pc:sldMkLst>
          <pc:docMk/>
          <pc:sldMk cId="3885044238" sldId="326"/>
        </pc:sldMkLst>
      </pc:sldChg>
      <pc:sldChg chg="add">
        <pc:chgData name="Mahmoud Salem" userId="7bf24d79-5b67-4251-b831-92e5f8c9b05a" providerId="ADAL" clId="{3910DF63-DC41-4101-8E61-7417F051FBAB}" dt="2023-10-11T01:34:28.608" v="22"/>
        <pc:sldMkLst>
          <pc:docMk/>
          <pc:sldMk cId="2735572049" sldId="327"/>
        </pc:sldMkLst>
      </pc:sldChg>
      <pc:sldChg chg="add">
        <pc:chgData name="Mahmoud Salem" userId="7bf24d79-5b67-4251-b831-92e5f8c9b05a" providerId="ADAL" clId="{3910DF63-DC41-4101-8E61-7417F051FBAB}" dt="2023-10-11T01:43:32.727" v="34"/>
        <pc:sldMkLst>
          <pc:docMk/>
          <pc:sldMk cId="1114414370" sldId="328"/>
        </pc:sldMkLst>
      </pc:sldChg>
      <pc:sldChg chg="add">
        <pc:chgData name="Mahmoud Salem" userId="7bf24d79-5b67-4251-b831-92e5f8c9b05a" providerId="ADAL" clId="{3910DF63-DC41-4101-8E61-7417F051FBAB}" dt="2023-10-11T01:34:48.096" v="23"/>
        <pc:sldMkLst>
          <pc:docMk/>
          <pc:sldMk cId="916755846" sldId="329"/>
        </pc:sldMkLst>
      </pc:sldChg>
      <pc:sldChg chg="add">
        <pc:chgData name="Mahmoud Salem" userId="7bf24d79-5b67-4251-b831-92e5f8c9b05a" providerId="ADAL" clId="{3910DF63-DC41-4101-8E61-7417F051FBAB}" dt="2023-10-11T01:34:48.096" v="23"/>
        <pc:sldMkLst>
          <pc:docMk/>
          <pc:sldMk cId="762515290" sldId="330"/>
        </pc:sldMkLst>
      </pc:sldChg>
      <pc:sldChg chg="add">
        <pc:chgData name="Mahmoud Salem" userId="7bf24d79-5b67-4251-b831-92e5f8c9b05a" providerId="ADAL" clId="{3910DF63-DC41-4101-8E61-7417F051FBAB}" dt="2023-10-11T01:34:48.096" v="23"/>
        <pc:sldMkLst>
          <pc:docMk/>
          <pc:sldMk cId="3871501249" sldId="331"/>
        </pc:sldMkLst>
      </pc:sldChg>
      <pc:sldChg chg="add">
        <pc:chgData name="Mahmoud Salem" userId="7bf24d79-5b67-4251-b831-92e5f8c9b05a" providerId="ADAL" clId="{3910DF63-DC41-4101-8E61-7417F051FBAB}" dt="2023-10-11T01:34:48.096" v="23"/>
        <pc:sldMkLst>
          <pc:docMk/>
          <pc:sldMk cId="1558592222" sldId="332"/>
        </pc:sldMkLst>
      </pc:sldChg>
      <pc:sldChg chg="add">
        <pc:chgData name="Mahmoud Salem" userId="7bf24d79-5b67-4251-b831-92e5f8c9b05a" providerId="ADAL" clId="{3910DF63-DC41-4101-8E61-7417F051FBAB}" dt="2023-10-11T01:35:37.359" v="25"/>
        <pc:sldMkLst>
          <pc:docMk/>
          <pc:sldMk cId="706986565" sldId="333"/>
        </pc:sldMkLst>
      </pc:sldChg>
      <pc:sldChg chg="delSp add ord setBg delDesignElem">
        <pc:chgData name="Mahmoud Salem" userId="7bf24d79-5b67-4251-b831-92e5f8c9b05a" providerId="ADAL" clId="{3910DF63-DC41-4101-8E61-7417F051FBAB}" dt="2023-10-11T01:49:00.486" v="43"/>
        <pc:sldMkLst>
          <pc:docMk/>
          <pc:sldMk cId="1070009018" sldId="334"/>
        </pc:sldMkLst>
        <pc:grpChg chg="del">
          <ac:chgData name="Mahmoud Salem" userId="7bf24d79-5b67-4251-b831-92e5f8c9b05a" providerId="ADAL" clId="{3910DF63-DC41-4101-8E61-7417F051FBAB}" dt="2023-10-11T01:43:47.423" v="36"/>
          <ac:grpSpMkLst>
            <pc:docMk/>
            <pc:sldMk cId="1070009018" sldId="334"/>
            <ac:grpSpMk id="13" creationId="{6258F736-B256-8039-9DC6-F4E49A5C5AD5}"/>
          </ac:grpSpMkLst>
        </pc:grpChg>
      </pc:sldChg>
      <pc:sldChg chg="add del">
        <pc:chgData name="Mahmoud Salem" userId="7bf24d79-5b67-4251-b831-92e5f8c9b05a" providerId="ADAL" clId="{3910DF63-DC41-4101-8E61-7417F051FBAB}" dt="2023-10-11T02:05:34.745" v="112" actId="47"/>
        <pc:sldMkLst>
          <pc:docMk/>
          <pc:sldMk cId="3625798597" sldId="335"/>
        </pc:sldMkLst>
      </pc:sldChg>
      <pc:sldChg chg="add del">
        <pc:chgData name="Mahmoud Salem" userId="7bf24d79-5b67-4251-b831-92e5f8c9b05a" providerId="ADAL" clId="{3910DF63-DC41-4101-8E61-7417F051FBAB}" dt="2023-10-11T02:05:34.745" v="112" actId="47"/>
        <pc:sldMkLst>
          <pc:docMk/>
          <pc:sldMk cId="2957568938" sldId="336"/>
        </pc:sldMkLst>
      </pc:sldChg>
      <pc:sldChg chg="add del">
        <pc:chgData name="Mahmoud Salem" userId="7bf24d79-5b67-4251-b831-92e5f8c9b05a" providerId="ADAL" clId="{3910DF63-DC41-4101-8E61-7417F051FBAB}" dt="2023-10-11T02:05:34.745" v="112" actId="47"/>
        <pc:sldMkLst>
          <pc:docMk/>
          <pc:sldMk cId="3558790779" sldId="337"/>
        </pc:sldMkLst>
      </pc:sldChg>
      <pc:sldChg chg="add del">
        <pc:chgData name="Mahmoud Salem" userId="7bf24d79-5b67-4251-b831-92e5f8c9b05a" providerId="ADAL" clId="{3910DF63-DC41-4101-8E61-7417F051FBAB}" dt="2023-10-11T02:05:34.745" v="112" actId="47"/>
        <pc:sldMkLst>
          <pc:docMk/>
          <pc:sldMk cId="3138559417" sldId="338"/>
        </pc:sldMkLst>
      </pc:sldChg>
      <pc:sldChg chg="add">
        <pc:chgData name="Mahmoud Salem" userId="7bf24d79-5b67-4251-b831-92e5f8c9b05a" providerId="ADAL" clId="{3910DF63-DC41-4101-8E61-7417F051FBAB}" dt="2023-10-11T01:35:19.703" v="24"/>
        <pc:sldMkLst>
          <pc:docMk/>
          <pc:sldMk cId="661409037" sldId="339"/>
        </pc:sldMkLst>
      </pc:sldChg>
      <pc:sldChg chg="add del">
        <pc:chgData name="Mahmoud Salem" userId="7bf24d79-5b67-4251-b831-92e5f8c9b05a" providerId="ADAL" clId="{3910DF63-DC41-4101-8E61-7417F051FBAB}" dt="2023-10-11T02:06:15.990" v="113" actId="47"/>
        <pc:sldMkLst>
          <pc:docMk/>
          <pc:sldMk cId="2902856244" sldId="340"/>
        </pc:sldMkLst>
      </pc:sldChg>
      <pc:sldChg chg="add del">
        <pc:chgData name="Mahmoud Salem" userId="7bf24d79-5b67-4251-b831-92e5f8c9b05a" providerId="ADAL" clId="{3910DF63-DC41-4101-8E61-7417F051FBAB}" dt="2023-10-11T02:06:15.990" v="113" actId="47"/>
        <pc:sldMkLst>
          <pc:docMk/>
          <pc:sldMk cId="763391090" sldId="341"/>
        </pc:sldMkLst>
      </pc:sldChg>
      <pc:sldChg chg="add setBg">
        <pc:chgData name="Mahmoud Salem" userId="7bf24d79-5b67-4251-b831-92e5f8c9b05a" providerId="ADAL" clId="{3910DF63-DC41-4101-8E61-7417F051FBAB}" dt="2023-10-11T01:35:19.703" v="24"/>
        <pc:sldMkLst>
          <pc:docMk/>
          <pc:sldMk cId="3138235499" sldId="342"/>
        </pc:sldMkLst>
      </pc:sldChg>
      <pc:sldChg chg="add del">
        <pc:chgData name="Mahmoud Salem" userId="7bf24d79-5b67-4251-b831-92e5f8c9b05a" providerId="ADAL" clId="{3910DF63-DC41-4101-8E61-7417F051FBAB}" dt="2023-10-11T01:49:13.621" v="44" actId="2696"/>
        <pc:sldMkLst>
          <pc:docMk/>
          <pc:sldMk cId="565971591" sldId="343"/>
        </pc:sldMkLst>
      </pc:sldChg>
      <pc:sldChg chg="add">
        <pc:chgData name="Mahmoud Salem" userId="7bf24d79-5b67-4251-b831-92e5f8c9b05a" providerId="ADAL" clId="{3910DF63-DC41-4101-8E61-7417F051FBAB}" dt="2023-10-11T01:49:18.273" v="45"/>
        <pc:sldMkLst>
          <pc:docMk/>
          <pc:sldMk cId="1438034002" sldId="343"/>
        </pc:sldMkLst>
      </pc:sldChg>
      <pc:sldChg chg="add">
        <pc:chgData name="Mahmoud Salem" userId="7bf24d79-5b67-4251-b831-92e5f8c9b05a" providerId="ADAL" clId="{3910DF63-DC41-4101-8E61-7417F051FBAB}" dt="2023-10-11T01:41:29.797" v="28"/>
        <pc:sldMkLst>
          <pc:docMk/>
          <pc:sldMk cId="3649372750" sldId="344"/>
        </pc:sldMkLst>
      </pc:sldChg>
      <pc:sldChg chg="add">
        <pc:chgData name="Mahmoud Salem" userId="7bf24d79-5b67-4251-b831-92e5f8c9b05a" providerId="ADAL" clId="{3910DF63-DC41-4101-8E61-7417F051FBAB}" dt="2023-10-11T01:41:44.883" v="30"/>
        <pc:sldMkLst>
          <pc:docMk/>
          <pc:sldMk cId="3435553630" sldId="345"/>
        </pc:sldMkLst>
      </pc:sldChg>
      <pc:sldChg chg="add del">
        <pc:chgData name="Mahmoud Salem" userId="7bf24d79-5b67-4251-b831-92e5f8c9b05a" providerId="ADAL" clId="{3910DF63-DC41-4101-8E61-7417F051FBAB}" dt="2023-10-11T01:47:20.479" v="38" actId="2696"/>
        <pc:sldMkLst>
          <pc:docMk/>
          <pc:sldMk cId="2119939603" sldId="346"/>
        </pc:sldMkLst>
      </pc:sldChg>
      <pc:sldChg chg="add del">
        <pc:chgData name="Mahmoud Salem" userId="7bf24d79-5b67-4251-b831-92e5f8c9b05a" providerId="ADAL" clId="{3910DF63-DC41-4101-8E61-7417F051FBAB}" dt="2023-10-11T01:48:51.803" v="41" actId="47"/>
        <pc:sldMkLst>
          <pc:docMk/>
          <pc:sldMk cId="3939931693" sldId="346"/>
        </pc:sldMkLst>
      </pc:sldChg>
      <pc:sldChg chg="add">
        <pc:chgData name="Mahmoud Salem" userId="7bf24d79-5b67-4251-b831-92e5f8c9b05a" providerId="ADAL" clId="{3910DF63-DC41-4101-8E61-7417F051FBAB}" dt="2023-10-11T01:42:40.454" v="32"/>
        <pc:sldMkLst>
          <pc:docMk/>
          <pc:sldMk cId="3807408485" sldId="347"/>
        </pc:sldMkLst>
      </pc:sldChg>
      <pc:sldChg chg="add">
        <pc:chgData name="Mahmoud Salem" userId="7bf24d79-5b67-4251-b831-92e5f8c9b05a" providerId="ADAL" clId="{3910DF63-DC41-4101-8E61-7417F051FBAB}" dt="2023-10-11T01:42:40.454" v="32"/>
        <pc:sldMkLst>
          <pc:docMk/>
          <pc:sldMk cId="964406175" sldId="348"/>
        </pc:sldMkLst>
      </pc:sldChg>
      <pc:sldChg chg="add">
        <pc:chgData name="Mahmoud Salem" userId="7bf24d79-5b67-4251-b831-92e5f8c9b05a" providerId="ADAL" clId="{3910DF63-DC41-4101-8E61-7417F051FBAB}" dt="2023-10-11T01:43:12.948" v="33"/>
        <pc:sldMkLst>
          <pc:docMk/>
          <pc:sldMk cId="861203369" sldId="349"/>
        </pc:sldMkLst>
      </pc:sldChg>
      <pc:sldChg chg="add del">
        <pc:chgData name="Mahmoud Salem" userId="7bf24d79-5b67-4251-b831-92e5f8c9b05a" providerId="ADAL" clId="{3910DF63-DC41-4101-8E61-7417F051FBAB}" dt="2023-10-11T02:06:40.449" v="114" actId="47"/>
        <pc:sldMkLst>
          <pc:docMk/>
          <pc:sldMk cId="177477495" sldId="350"/>
        </pc:sldMkLst>
      </pc:sldChg>
      <pc:sldChg chg="add">
        <pc:chgData name="Mahmoud Salem" userId="7bf24d79-5b67-4251-b831-92e5f8c9b05a" providerId="ADAL" clId="{3910DF63-DC41-4101-8E61-7417F051FBAB}" dt="2023-10-11T01:43:12.948" v="33"/>
        <pc:sldMkLst>
          <pc:docMk/>
          <pc:sldMk cId="622156983" sldId="351"/>
        </pc:sldMkLst>
      </pc:sldChg>
      <pc:sldChg chg="add">
        <pc:chgData name="Mahmoud Salem" userId="7bf24d79-5b67-4251-b831-92e5f8c9b05a" providerId="ADAL" clId="{3910DF63-DC41-4101-8E61-7417F051FBAB}" dt="2023-10-11T01:43:12.948" v="33"/>
        <pc:sldMkLst>
          <pc:docMk/>
          <pc:sldMk cId="530364757" sldId="352"/>
        </pc:sldMkLst>
      </pc:sldChg>
      <pc:sldChg chg="add">
        <pc:chgData name="Mahmoud Salem" userId="7bf24d79-5b67-4251-b831-92e5f8c9b05a" providerId="ADAL" clId="{3910DF63-DC41-4101-8E61-7417F051FBAB}" dt="2023-10-11T01:43:12.948" v="33"/>
        <pc:sldMkLst>
          <pc:docMk/>
          <pc:sldMk cId="3433470866" sldId="353"/>
        </pc:sldMkLst>
      </pc:sldChg>
      <pc:sldChg chg="add">
        <pc:chgData name="Mahmoud Salem" userId="7bf24d79-5b67-4251-b831-92e5f8c9b05a" providerId="ADAL" clId="{3910DF63-DC41-4101-8E61-7417F051FBAB}" dt="2023-10-11T01:43:12.948" v="33"/>
        <pc:sldMkLst>
          <pc:docMk/>
          <pc:sldMk cId="2698087089" sldId="354"/>
        </pc:sldMkLst>
      </pc:sldChg>
      <pc:sldChg chg="add del">
        <pc:chgData name="Mahmoud Salem" userId="7bf24d79-5b67-4251-b831-92e5f8c9b05a" providerId="ADAL" clId="{3910DF63-DC41-4101-8E61-7417F051FBAB}" dt="2023-10-11T02:06:49.022" v="115" actId="47"/>
        <pc:sldMkLst>
          <pc:docMk/>
          <pc:sldMk cId="312073326" sldId="355"/>
        </pc:sldMkLst>
      </pc:sldChg>
      <pc:sldChg chg="add">
        <pc:chgData name="Mahmoud Salem" userId="7bf24d79-5b67-4251-b831-92e5f8c9b05a" providerId="ADAL" clId="{3910DF63-DC41-4101-8E61-7417F051FBAB}" dt="2023-10-11T01:43:32.727" v="34"/>
        <pc:sldMkLst>
          <pc:docMk/>
          <pc:sldMk cId="4072698698" sldId="356"/>
        </pc:sldMkLst>
      </pc:sldChg>
      <pc:sldChg chg="add">
        <pc:chgData name="Mahmoud Salem" userId="7bf24d79-5b67-4251-b831-92e5f8c9b05a" providerId="ADAL" clId="{3910DF63-DC41-4101-8E61-7417F051FBAB}" dt="2023-10-11T01:43:32.727" v="34"/>
        <pc:sldMkLst>
          <pc:docMk/>
          <pc:sldMk cId="3263711601" sldId="357"/>
        </pc:sldMkLst>
      </pc:sldChg>
      <pc:sldChg chg="add">
        <pc:chgData name="Mahmoud Salem" userId="7bf24d79-5b67-4251-b831-92e5f8c9b05a" providerId="ADAL" clId="{3910DF63-DC41-4101-8E61-7417F051FBAB}" dt="2023-10-11T01:43:32.727" v="34"/>
        <pc:sldMkLst>
          <pc:docMk/>
          <pc:sldMk cId="3028816659" sldId="358"/>
        </pc:sldMkLst>
      </pc:sldChg>
      <pc:sldChg chg="add">
        <pc:chgData name="Mahmoud Salem" userId="7bf24d79-5b67-4251-b831-92e5f8c9b05a" providerId="ADAL" clId="{3910DF63-DC41-4101-8E61-7417F051FBAB}" dt="2023-10-11T01:43:32.727" v="34"/>
        <pc:sldMkLst>
          <pc:docMk/>
          <pc:sldMk cId="3320069888" sldId="359"/>
        </pc:sldMkLst>
      </pc:sldChg>
      <pc:sldChg chg="add">
        <pc:chgData name="Mahmoud Salem" userId="7bf24d79-5b67-4251-b831-92e5f8c9b05a" providerId="ADAL" clId="{3910DF63-DC41-4101-8E61-7417F051FBAB}" dt="2023-10-11T01:43:32.727" v="34"/>
        <pc:sldMkLst>
          <pc:docMk/>
          <pc:sldMk cId="2057504583" sldId="360"/>
        </pc:sldMkLst>
      </pc:sldChg>
      <pc:sldChg chg="add">
        <pc:chgData name="Mahmoud Salem" userId="7bf24d79-5b67-4251-b831-92e5f8c9b05a" providerId="ADAL" clId="{3910DF63-DC41-4101-8E61-7417F051FBAB}" dt="2023-10-11T01:47:12.011" v="37"/>
        <pc:sldMkLst>
          <pc:docMk/>
          <pc:sldMk cId="1926797439" sldId="361"/>
        </pc:sldMkLst>
      </pc:sldChg>
      <pc:sldChg chg="add">
        <pc:chgData name="Mahmoud Salem" userId="7bf24d79-5b67-4251-b831-92e5f8c9b05a" providerId="ADAL" clId="{3910DF63-DC41-4101-8E61-7417F051FBAB}" dt="2023-10-11T01:47:12.011" v="37"/>
        <pc:sldMkLst>
          <pc:docMk/>
          <pc:sldMk cId="448223345" sldId="362"/>
        </pc:sldMkLst>
      </pc:sldChg>
      <pc:sldChg chg="add">
        <pc:chgData name="Mahmoud Salem" userId="7bf24d79-5b67-4251-b831-92e5f8c9b05a" providerId="ADAL" clId="{3910DF63-DC41-4101-8E61-7417F051FBAB}" dt="2023-10-11T01:48:47" v="40"/>
        <pc:sldMkLst>
          <pc:docMk/>
          <pc:sldMk cId="676665048" sldId="363"/>
        </pc:sldMkLst>
      </pc:sldChg>
      <pc:sldChg chg="addSp delSp modSp add mod modClrScheme chgLayout">
        <pc:chgData name="Mahmoud Salem" userId="7bf24d79-5b67-4251-b831-92e5f8c9b05a" providerId="ADAL" clId="{3910DF63-DC41-4101-8E61-7417F051FBAB}" dt="2023-10-11T01:49:42.191" v="55" actId="700"/>
        <pc:sldMkLst>
          <pc:docMk/>
          <pc:sldMk cId="1549641564" sldId="364"/>
        </pc:sldMkLst>
        <pc:spChg chg="mod ord">
          <ac:chgData name="Mahmoud Salem" userId="7bf24d79-5b67-4251-b831-92e5f8c9b05a" providerId="ADAL" clId="{3910DF63-DC41-4101-8E61-7417F051FBAB}" dt="2023-10-11T01:49:42.191" v="55" actId="700"/>
          <ac:spMkLst>
            <pc:docMk/>
            <pc:sldMk cId="1549641564" sldId="364"/>
            <ac:spMk id="2" creationId="{7E95B9FB-0E91-C3C1-29D3-91F8E3C21B26}"/>
          </ac:spMkLst>
        </pc:spChg>
        <pc:spChg chg="del">
          <ac:chgData name="Mahmoud Salem" userId="7bf24d79-5b67-4251-b831-92e5f8c9b05a" providerId="ADAL" clId="{3910DF63-DC41-4101-8E61-7417F051FBAB}" dt="2023-10-11T01:49:33.206" v="53" actId="478"/>
          <ac:spMkLst>
            <pc:docMk/>
            <pc:sldMk cId="1549641564" sldId="364"/>
            <ac:spMk id="3" creationId="{1BAF52F9-F610-69DF-772A-71CE5295D92D}"/>
          </ac:spMkLst>
        </pc:spChg>
        <pc:spChg chg="add del mod">
          <ac:chgData name="Mahmoud Salem" userId="7bf24d79-5b67-4251-b831-92e5f8c9b05a" providerId="ADAL" clId="{3910DF63-DC41-4101-8E61-7417F051FBAB}" dt="2023-10-11T01:49:38.086" v="54" actId="700"/>
          <ac:spMkLst>
            <pc:docMk/>
            <pc:sldMk cId="1549641564" sldId="364"/>
            <ac:spMk id="5" creationId="{495B8558-66CB-E3BB-516B-FFFA2549FB6B}"/>
          </ac:spMkLst>
        </pc:spChg>
        <pc:spChg chg="add del mod ord">
          <ac:chgData name="Mahmoud Salem" userId="7bf24d79-5b67-4251-b831-92e5f8c9b05a" providerId="ADAL" clId="{3910DF63-DC41-4101-8E61-7417F051FBAB}" dt="2023-10-11T01:49:42.191" v="55" actId="700"/>
          <ac:spMkLst>
            <pc:docMk/>
            <pc:sldMk cId="1549641564" sldId="364"/>
            <ac:spMk id="6" creationId="{9D243527-54E6-8370-86C5-B2F5F2E116E4}"/>
          </ac:spMkLst>
        </pc:spChg>
      </pc:sldChg>
      <pc:sldChg chg="addSp delSp modSp new mod setBg modClrScheme chgLayout">
        <pc:chgData name="Mahmoud Salem" userId="7bf24d79-5b67-4251-b831-92e5f8c9b05a" providerId="ADAL" clId="{3910DF63-DC41-4101-8E61-7417F051FBAB}" dt="2023-10-11T01:50:24.573" v="75" actId="26606"/>
        <pc:sldMkLst>
          <pc:docMk/>
          <pc:sldMk cId="1453420958" sldId="365"/>
        </pc:sldMkLst>
        <pc:spChg chg="mod ord">
          <ac:chgData name="Mahmoud Salem" userId="7bf24d79-5b67-4251-b831-92e5f8c9b05a" providerId="ADAL" clId="{3910DF63-DC41-4101-8E61-7417F051FBAB}" dt="2023-10-11T01:50:24.573" v="75" actId="26606"/>
          <ac:spMkLst>
            <pc:docMk/>
            <pc:sldMk cId="1453420958" sldId="365"/>
            <ac:spMk id="2" creationId="{AD2BF069-A781-01D0-A17D-1FC182D54DCD}"/>
          </ac:spMkLst>
        </pc:spChg>
        <pc:spChg chg="del">
          <ac:chgData name="Mahmoud Salem" userId="7bf24d79-5b67-4251-b831-92e5f8c9b05a" providerId="ADAL" clId="{3910DF63-DC41-4101-8E61-7417F051FBAB}" dt="2023-10-11T01:50:17.962" v="74" actId="700"/>
          <ac:spMkLst>
            <pc:docMk/>
            <pc:sldMk cId="1453420958" sldId="365"/>
            <ac:spMk id="3" creationId="{0FCDADB4-7CC7-BF4E-2B38-1B72C76D8C0C}"/>
          </ac:spMkLst>
        </pc:spChg>
        <pc:spChg chg="add">
          <ac:chgData name="Mahmoud Salem" userId="7bf24d79-5b67-4251-b831-92e5f8c9b05a" providerId="ADAL" clId="{3910DF63-DC41-4101-8E61-7417F051FBAB}" dt="2023-10-11T01:50:24.573" v="75" actId="26606"/>
          <ac:spMkLst>
            <pc:docMk/>
            <pc:sldMk cId="1453420958" sldId="365"/>
            <ac:spMk id="8" creationId="{0671A8AE-40A1-4631-A6B8-581AFF065482}"/>
          </ac:spMkLst>
        </pc:spChg>
        <pc:spChg chg="add">
          <ac:chgData name="Mahmoud Salem" userId="7bf24d79-5b67-4251-b831-92e5f8c9b05a" providerId="ADAL" clId="{3910DF63-DC41-4101-8E61-7417F051FBAB}" dt="2023-10-11T01:50:24.573" v="75" actId="26606"/>
          <ac:spMkLst>
            <pc:docMk/>
            <pc:sldMk cId="1453420958" sldId="365"/>
            <ac:spMk id="10" creationId="{AB58EF07-17C2-48CF-ABB0-EEF1F17CB8F0}"/>
          </ac:spMkLst>
        </pc:spChg>
        <pc:spChg chg="add">
          <ac:chgData name="Mahmoud Salem" userId="7bf24d79-5b67-4251-b831-92e5f8c9b05a" providerId="ADAL" clId="{3910DF63-DC41-4101-8E61-7417F051FBAB}" dt="2023-10-11T01:50:24.573" v="75" actId="26606"/>
          <ac:spMkLst>
            <pc:docMk/>
            <pc:sldMk cId="1453420958" sldId="365"/>
            <ac:spMk id="12" creationId="{AF2F604E-43BE-4DC3-B983-E071523364F8}"/>
          </ac:spMkLst>
        </pc:spChg>
        <pc:spChg chg="add">
          <ac:chgData name="Mahmoud Salem" userId="7bf24d79-5b67-4251-b831-92e5f8c9b05a" providerId="ADAL" clId="{3910DF63-DC41-4101-8E61-7417F051FBAB}" dt="2023-10-11T01:50:24.573" v="75" actId="26606"/>
          <ac:spMkLst>
            <pc:docMk/>
            <pc:sldMk cId="1453420958" sldId="365"/>
            <ac:spMk id="14" creationId="{08C9B587-E65E-4B52-B37C-ABEBB6E87928}"/>
          </ac:spMkLst>
        </pc:spChg>
        <pc:picChg chg="add">
          <ac:chgData name="Mahmoud Salem" userId="7bf24d79-5b67-4251-b831-92e5f8c9b05a" providerId="ADAL" clId="{3910DF63-DC41-4101-8E61-7417F051FBAB}" dt="2023-10-11T01:50:24.573" v="75" actId="26606"/>
          <ac:picMkLst>
            <pc:docMk/>
            <pc:sldMk cId="1453420958" sldId="365"/>
            <ac:picMk id="4" creationId="{A874992A-8DFF-9091-0610-79A03CF103FE}"/>
          </ac:picMkLst>
        </pc:picChg>
      </pc:sldChg>
      <pc:sldChg chg="addSp modSp new mod setBg setClrOvrMap">
        <pc:chgData name="Mahmoud Salem" userId="7bf24d79-5b67-4251-b831-92e5f8c9b05a" providerId="ADAL" clId="{3910DF63-DC41-4101-8E61-7417F051FBAB}" dt="2023-10-11T01:50:53.914" v="107" actId="26606"/>
        <pc:sldMkLst>
          <pc:docMk/>
          <pc:sldMk cId="729626844" sldId="366"/>
        </pc:sldMkLst>
        <pc:spChg chg="mod">
          <ac:chgData name="Mahmoud Salem" userId="7bf24d79-5b67-4251-b831-92e5f8c9b05a" providerId="ADAL" clId="{3910DF63-DC41-4101-8E61-7417F051FBAB}" dt="2023-10-11T01:50:53.914" v="107" actId="26606"/>
          <ac:spMkLst>
            <pc:docMk/>
            <pc:sldMk cId="729626844" sldId="366"/>
            <ac:spMk id="2" creationId="{B529635E-567E-A8B7-5475-FEDEB1FF8A5C}"/>
          </ac:spMkLst>
        </pc:spChg>
        <pc:spChg chg="add">
          <ac:chgData name="Mahmoud Salem" userId="7bf24d79-5b67-4251-b831-92e5f8c9b05a" providerId="ADAL" clId="{3910DF63-DC41-4101-8E61-7417F051FBAB}" dt="2023-10-11T01:50:53.914" v="107" actId="26606"/>
          <ac:spMkLst>
            <pc:docMk/>
            <pc:sldMk cId="729626844" sldId="366"/>
            <ac:spMk id="7" creationId="{66B332A4-D438-4773-A77F-5ED49A448D9D}"/>
          </ac:spMkLst>
        </pc:spChg>
        <pc:spChg chg="add">
          <ac:chgData name="Mahmoud Salem" userId="7bf24d79-5b67-4251-b831-92e5f8c9b05a" providerId="ADAL" clId="{3910DF63-DC41-4101-8E61-7417F051FBAB}" dt="2023-10-11T01:50:53.914" v="107" actId="26606"/>
          <ac:spMkLst>
            <pc:docMk/>
            <pc:sldMk cId="729626844" sldId="366"/>
            <ac:spMk id="9" creationId="{DF9AD32D-FF05-44F4-BD4D-9CEE89B71EB9}"/>
          </ac:spMkLst>
        </pc:spChg>
      </pc:sldChg>
      <pc:sldChg chg="delSp add del setBg delDesignElem">
        <pc:chgData name="Mahmoud Salem" userId="7bf24d79-5b67-4251-b831-92e5f8c9b05a" providerId="ADAL" clId="{3910DF63-DC41-4101-8E61-7417F051FBAB}" dt="2023-10-11T01:50:30.421" v="78" actId="47"/>
        <pc:sldMkLst>
          <pc:docMk/>
          <pc:sldMk cId="3089569401" sldId="366"/>
        </pc:sldMkLst>
        <pc:spChg chg="del">
          <ac:chgData name="Mahmoud Salem" userId="7bf24d79-5b67-4251-b831-92e5f8c9b05a" providerId="ADAL" clId="{3910DF63-DC41-4101-8E61-7417F051FBAB}" dt="2023-10-11T01:50:27.500" v="77"/>
          <ac:spMkLst>
            <pc:docMk/>
            <pc:sldMk cId="3089569401" sldId="366"/>
            <ac:spMk id="8" creationId="{0671A8AE-40A1-4631-A6B8-581AFF065482}"/>
          </ac:spMkLst>
        </pc:spChg>
        <pc:spChg chg="del">
          <ac:chgData name="Mahmoud Salem" userId="7bf24d79-5b67-4251-b831-92e5f8c9b05a" providerId="ADAL" clId="{3910DF63-DC41-4101-8E61-7417F051FBAB}" dt="2023-10-11T01:50:27.500" v="77"/>
          <ac:spMkLst>
            <pc:docMk/>
            <pc:sldMk cId="3089569401" sldId="366"/>
            <ac:spMk id="10" creationId="{AB58EF07-17C2-48CF-ABB0-EEF1F17CB8F0}"/>
          </ac:spMkLst>
        </pc:spChg>
        <pc:spChg chg="del">
          <ac:chgData name="Mahmoud Salem" userId="7bf24d79-5b67-4251-b831-92e5f8c9b05a" providerId="ADAL" clId="{3910DF63-DC41-4101-8E61-7417F051FBAB}" dt="2023-10-11T01:50:27.500" v="77"/>
          <ac:spMkLst>
            <pc:docMk/>
            <pc:sldMk cId="3089569401" sldId="366"/>
            <ac:spMk id="12" creationId="{AF2F604E-43BE-4DC3-B983-E071523364F8}"/>
          </ac:spMkLst>
        </pc:spChg>
        <pc:spChg chg="del">
          <ac:chgData name="Mahmoud Salem" userId="7bf24d79-5b67-4251-b831-92e5f8c9b05a" providerId="ADAL" clId="{3910DF63-DC41-4101-8E61-7417F051FBAB}" dt="2023-10-11T01:50:27.500" v="77"/>
          <ac:spMkLst>
            <pc:docMk/>
            <pc:sldMk cId="3089569401" sldId="366"/>
            <ac:spMk id="14" creationId="{08C9B587-E65E-4B52-B37C-ABEBB6E87928}"/>
          </ac:spMkLst>
        </pc:spChg>
      </pc:sldChg>
      <pc:sldChg chg="addSp delSp modSp add mod setBg delDesignElem chgLayout">
        <pc:chgData name="Mahmoud Salem" userId="7bf24d79-5b67-4251-b831-92e5f8c9b05a" providerId="ADAL" clId="{3910DF63-DC41-4101-8E61-7417F051FBAB}" dt="2023-10-11T02:07:54.287" v="157" actId="26606"/>
        <pc:sldMkLst>
          <pc:docMk/>
          <pc:sldMk cId="3752365720" sldId="367"/>
        </pc:sldMkLst>
        <pc:spChg chg="mod ord">
          <ac:chgData name="Mahmoud Salem" userId="7bf24d79-5b67-4251-b831-92e5f8c9b05a" providerId="ADAL" clId="{3910DF63-DC41-4101-8E61-7417F051FBAB}" dt="2023-10-11T02:07:54.287" v="157" actId="26606"/>
          <ac:spMkLst>
            <pc:docMk/>
            <pc:sldMk cId="3752365720" sldId="367"/>
            <ac:spMk id="2" creationId="{B529635E-567E-A8B7-5475-FEDEB1FF8A5C}"/>
          </ac:spMkLst>
        </pc:spChg>
        <pc:spChg chg="add del mod">
          <ac:chgData name="Mahmoud Salem" userId="7bf24d79-5b67-4251-b831-92e5f8c9b05a" providerId="ADAL" clId="{3910DF63-DC41-4101-8E61-7417F051FBAB}" dt="2023-10-11T02:07:29.026" v="130" actId="6264"/>
          <ac:spMkLst>
            <pc:docMk/>
            <pc:sldMk cId="3752365720" sldId="367"/>
            <ac:spMk id="3" creationId="{0E43C721-9090-F4E5-3A7D-7A7C00F4F52B}"/>
          </ac:spMkLst>
        </pc:spChg>
        <pc:spChg chg="del">
          <ac:chgData name="Mahmoud Salem" userId="7bf24d79-5b67-4251-b831-92e5f8c9b05a" providerId="ADAL" clId="{3910DF63-DC41-4101-8E61-7417F051FBAB}" dt="2023-10-11T02:07:12.475" v="117"/>
          <ac:spMkLst>
            <pc:docMk/>
            <pc:sldMk cId="3752365720" sldId="367"/>
            <ac:spMk id="7" creationId="{66B332A4-D438-4773-A77F-5ED49A448D9D}"/>
          </ac:spMkLst>
        </pc:spChg>
        <pc:spChg chg="add">
          <ac:chgData name="Mahmoud Salem" userId="7bf24d79-5b67-4251-b831-92e5f8c9b05a" providerId="ADAL" clId="{3910DF63-DC41-4101-8E61-7417F051FBAB}" dt="2023-10-11T02:07:54.287" v="157" actId="26606"/>
          <ac:spMkLst>
            <pc:docMk/>
            <pc:sldMk cId="3752365720" sldId="367"/>
            <ac:spMk id="8" creationId="{C1DD1A8A-57D5-4A81-AD04-532B043C5611}"/>
          </ac:spMkLst>
        </pc:spChg>
        <pc:spChg chg="del">
          <ac:chgData name="Mahmoud Salem" userId="7bf24d79-5b67-4251-b831-92e5f8c9b05a" providerId="ADAL" clId="{3910DF63-DC41-4101-8E61-7417F051FBAB}" dt="2023-10-11T02:07:12.475" v="117"/>
          <ac:spMkLst>
            <pc:docMk/>
            <pc:sldMk cId="3752365720" sldId="367"/>
            <ac:spMk id="9" creationId="{DF9AD32D-FF05-44F4-BD4D-9CEE89B71EB9}"/>
          </ac:spMkLst>
        </pc:spChg>
        <pc:spChg chg="add">
          <ac:chgData name="Mahmoud Salem" userId="7bf24d79-5b67-4251-b831-92e5f8c9b05a" providerId="ADAL" clId="{3910DF63-DC41-4101-8E61-7417F051FBAB}" dt="2023-10-11T02:07:54.287" v="157" actId="26606"/>
          <ac:spMkLst>
            <pc:docMk/>
            <pc:sldMk cId="3752365720" sldId="367"/>
            <ac:spMk id="10" creationId="{007891EC-4501-44ED-A8C8-B11B6DB767AB}"/>
          </ac:spMkLst>
        </pc:spChg>
        <pc:picChg chg="add">
          <ac:chgData name="Mahmoud Salem" userId="7bf24d79-5b67-4251-b831-92e5f8c9b05a" providerId="ADAL" clId="{3910DF63-DC41-4101-8E61-7417F051FBAB}" dt="2023-10-11T02:07:54.287" v="157" actId="26606"/>
          <ac:picMkLst>
            <pc:docMk/>
            <pc:sldMk cId="3752365720" sldId="367"/>
            <ac:picMk id="4" creationId="{428B6243-B2B1-D20E-344B-789FB8B69F0D}"/>
          </ac:picMkLst>
        </pc:picChg>
      </pc:sldChg>
      <pc:sldChg chg="addSp delSp modSp new mod modClrScheme chgLayout">
        <pc:chgData name="Mahmoud Salem" userId="7bf24d79-5b67-4251-b831-92e5f8c9b05a" providerId="ADAL" clId="{3910DF63-DC41-4101-8E61-7417F051FBAB}" dt="2023-10-11T02:22:43.526" v="505"/>
        <pc:sldMkLst>
          <pc:docMk/>
          <pc:sldMk cId="1008546091" sldId="368"/>
        </pc:sldMkLst>
        <pc:spChg chg="del mod ord">
          <ac:chgData name="Mahmoud Salem" userId="7bf24d79-5b67-4251-b831-92e5f8c9b05a" providerId="ADAL" clId="{3910DF63-DC41-4101-8E61-7417F051FBAB}" dt="2023-10-11T02:20:02.008" v="159" actId="700"/>
          <ac:spMkLst>
            <pc:docMk/>
            <pc:sldMk cId="1008546091" sldId="368"/>
            <ac:spMk id="2" creationId="{701EA2D6-65DC-B897-183A-C88C9C920D40}"/>
          </ac:spMkLst>
        </pc:spChg>
        <pc:spChg chg="add mod ord">
          <ac:chgData name="Mahmoud Salem" userId="7bf24d79-5b67-4251-b831-92e5f8c9b05a" providerId="ADAL" clId="{3910DF63-DC41-4101-8E61-7417F051FBAB}" dt="2023-10-11T02:21:01.325" v="221" actId="20577"/>
          <ac:spMkLst>
            <pc:docMk/>
            <pc:sldMk cId="1008546091" sldId="368"/>
            <ac:spMk id="3" creationId="{B73F75D7-C5B7-91D6-5890-1C975A8FA91F}"/>
          </ac:spMkLst>
        </pc:spChg>
        <pc:spChg chg="add mod ord">
          <ac:chgData name="Mahmoud Salem" userId="7bf24d79-5b67-4251-b831-92e5f8c9b05a" providerId="ADAL" clId="{3910DF63-DC41-4101-8E61-7417F051FBAB}" dt="2023-10-11T02:22:43.526" v="505"/>
          <ac:spMkLst>
            <pc:docMk/>
            <pc:sldMk cId="1008546091" sldId="368"/>
            <ac:spMk id="4" creationId="{9DB03541-44FA-D00F-EE1F-35C3024CAD0A}"/>
          </ac:spMkLst>
        </pc:spChg>
      </pc:sldChg>
      <pc:sldChg chg="addSp delSp modSp add mod setBg">
        <pc:chgData name="Mahmoud Salem" userId="7bf24d79-5b67-4251-b831-92e5f8c9b05a" providerId="ADAL" clId="{3910DF63-DC41-4101-8E61-7417F051FBAB}" dt="2023-10-11T02:23:29.489" v="510" actId="1076"/>
        <pc:sldMkLst>
          <pc:docMk/>
          <pc:sldMk cId="1482652425" sldId="369"/>
        </pc:sldMkLst>
        <pc:spChg chg="mod">
          <ac:chgData name="Mahmoud Salem" userId="7bf24d79-5b67-4251-b831-92e5f8c9b05a" providerId="ADAL" clId="{3910DF63-DC41-4101-8E61-7417F051FBAB}" dt="2023-10-11T02:23:27.526" v="509" actId="26606"/>
          <ac:spMkLst>
            <pc:docMk/>
            <pc:sldMk cId="1482652425" sldId="369"/>
            <ac:spMk id="3" creationId="{B73F75D7-C5B7-91D6-5890-1C975A8FA91F}"/>
          </ac:spMkLst>
        </pc:spChg>
        <pc:spChg chg="del mod">
          <ac:chgData name="Mahmoud Salem" userId="7bf24d79-5b67-4251-b831-92e5f8c9b05a" providerId="ADAL" clId="{3910DF63-DC41-4101-8E61-7417F051FBAB}" dt="2023-10-11T02:23:24.466" v="508" actId="931"/>
          <ac:spMkLst>
            <pc:docMk/>
            <pc:sldMk cId="1482652425" sldId="369"/>
            <ac:spMk id="4" creationId="{9DB03541-44FA-D00F-EE1F-35C3024CAD0A}"/>
          </ac:spMkLst>
        </pc:spChg>
        <pc:spChg chg="add">
          <ac:chgData name="Mahmoud Salem" userId="7bf24d79-5b67-4251-b831-92e5f8c9b05a" providerId="ADAL" clId="{3910DF63-DC41-4101-8E61-7417F051FBAB}" dt="2023-10-11T02:23:27.526" v="509" actId="26606"/>
          <ac:spMkLst>
            <pc:docMk/>
            <pc:sldMk cId="1482652425" sldId="369"/>
            <ac:spMk id="10" creationId="{D12DDE76-C203-4047-9998-63900085B5E8}"/>
          </ac:spMkLst>
        </pc:spChg>
        <pc:picChg chg="add mod">
          <ac:chgData name="Mahmoud Salem" userId="7bf24d79-5b67-4251-b831-92e5f8c9b05a" providerId="ADAL" clId="{3910DF63-DC41-4101-8E61-7417F051FBAB}" dt="2023-10-11T02:23:29.489" v="510" actId="1076"/>
          <ac:picMkLst>
            <pc:docMk/>
            <pc:sldMk cId="1482652425" sldId="369"/>
            <ac:picMk id="5" creationId="{191EF6AC-3122-55DE-32C5-91921B2150AF}"/>
          </ac:picMkLst>
        </pc:picChg>
      </pc:sldChg>
      <pc:sldMasterChg chg="delSldLayout">
        <pc:chgData name="Mahmoud Salem" userId="7bf24d79-5b67-4251-b831-92e5f8c9b05a" providerId="ADAL" clId="{3910DF63-DC41-4101-8E61-7417F051FBAB}" dt="2023-10-11T01:49:13.621" v="44" actId="2696"/>
        <pc:sldMasterMkLst>
          <pc:docMk/>
          <pc:sldMasterMk cId="1521479117" sldId="2147483672"/>
        </pc:sldMasterMkLst>
        <pc:sldLayoutChg chg="del">
          <pc:chgData name="Mahmoud Salem" userId="7bf24d79-5b67-4251-b831-92e5f8c9b05a" providerId="ADAL" clId="{3910DF63-DC41-4101-8E61-7417F051FBAB}" dt="2023-10-11T01:49:13.621" v="44" actId="2696"/>
          <pc:sldLayoutMkLst>
            <pc:docMk/>
            <pc:sldMasterMk cId="1521479117" sldId="2147483672"/>
            <pc:sldLayoutMk cId="1971204922" sldId="2147483684"/>
          </pc:sldLayoutMkLst>
        </pc:sldLayoutChg>
        <pc:sldLayoutChg chg="del">
          <pc:chgData name="Mahmoud Salem" userId="7bf24d79-5b67-4251-b831-92e5f8c9b05a" providerId="ADAL" clId="{3910DF63-DC41-4101-8E61-7417F051FBAB}" dt="2023-10-11T01:49:13.621" v="44" actId="2696"/>
          <pc:sldLayoutMkLst>
            <pc:docMk/>
            <pc:sldMasterMk cId="1521479117" sldId="2147483672"/>
            <pc:sldLayoutMk cId="651182563" sldId="2147483685"/>
          </pc:sldLayoutMkLst>
        </pc:sldLayoutChg>
      </pc:sldMasterChg>
    </pc:docChg>
  </pc:docChgLst>
  <pc:docChgLst>
    <pc:chgData clId="Web-{72E395A2-CAD3-F264-4CE0-1F8718F00DEC}"/>
    <pc:docChg chg="modSld">
      <pc:chgData name="" userId="" providerId="" clId="Web-{72E395A2-CAD3-F264-4CE0-1F8718F00DEC}" dt="2023-09-19T04:07:37.500" v="23" actId="20577"/>
      <pc:docMkLst>
        <pc:docMk/>
      </pc:docMkLst>
      <pc:sldChg chg="modSp">
        <pc:chgData name="" userId="" providerId="" clId="Web-{72E395A2-CAD3-F264-4CE0-1F8718F00DEC}" dt="2023-09-19T04:07:37.500" v="23" actId="20577"/>
        <pc:sldMkLst>
          <pc:docMk/>
          <pc:sldMk cId="516260188" sldId="308"/>
        </pc:sldMkLst>
        <pc:spChg chg="mod">
          <ac:chgData name="" userId="" providerId="" clId="Web-{72E395A2-CAD3-F264-4CE0-1F8718F00DEC}" dt="2023-09-19T04:07:37.500" v="23" actId="20577"/>
          <ac:spMkLst>
            <pc:docMk/>
            <pc:sldMk cId="516260188" sldId="308"/>
            <ac:spMk id="2" creationId="{70752FD7-76EF-4EBF-8807-5A08A9C8EA09}"/>
          </ac:spMkLst>
        </pc:spChg>
      </pc:sldChg>
    </pc:docChg>
  </pc:docChgLst>
  <pc:docChgLst>
    <pc:chgData name="Mahmoud Salem" userId="7bf24d79-5b67-4251-b831-92e5f8c9b05a" providerId="ADAL" clId="{CD047410-C086-4F0D-9D3C-ADCCC8801382}"/>
    <pc:docChg chg="delSld modSld">
      <pc:chgData name="Mahmoud Salem" userId="7bf24d79-5b67-4251-b831-92e5f8c9b05a" providerId="ADAL" clId="{CD047410-C086-4F0D-9D3C-ADCCC8801382}" dt="2023-10-09T01:21:32.229" v="13" actId="20577"/>
      <pc:docMkLst>
        <pc:docMk/>
      </pc:docMkLst>
      <pc:sldChg chg="modSp mod">
        <pc:chgData name="Mahmoud Salem" userId="7bf24d79-5b67-4251-b831-92e5f8c9b05a" providerId="ADAL" clId="{CD047410-C086-4F0D-9D3C-ADCCC8801382}" dt="2023-10-09T01:21:32.229" v="13" actId="20577"/>
        <pc:sldMkLst>
          <pc:docMk/>
          <pc:sldMk cId="1440558978" sldId="257"/>
        </pc:sldMkLst>
        <pc:spChg chg="mod">
          <ac:chgData name="Mahmoud Salem" userId="7bf24d79-5b67-4251-b831-92e5f8c9b05a" providerId="ADAL" clId="{CD047410-C086-4F0D-9D3C-ADCCC8801382}" dt="2023-10-09T01:21:32.229" v="13" actId="20577"/>
          <ac:spMkLst>
            <pc:docMk/>
            <pc:sldMk cId="1440558978" sldId="257"/>
            <ac:spMk id="2" creationId="{70752FD7-76EF-4EBF-8807-5A08A9C8EA09}"/>
          </ac:spMkLst>
        </pc:spChg>
      </pc:sldChg>
      <pc:sldChg chg="del">
        <pc:chgData name="Mahmoud Salem" userId="7bf24d79-5b67-4251-b831-92e5f8c9b05a" providerId="ADAL" clId="{CD047410-C086-4F0D-9D3C-ADCCC8801382}" dt="2023-10-09T01:21:28.038" v="0" actId="47"/>
        <pc:sldMkLst>
          <pc:docMk/>
          <pc:sldMk cId="4262167541" sldId="259"/>
        </pc:sldMkLst>
      </pc:sldChg>
      <pc:sldChg chg="del">
        <pc:chgData name="Mahmoud Salem" userId="7bf24d79-5b67-4251-b831-92e5f8c9b05a" providerId="ADAL" clId="{CD047410-C086-4F0D-9D3C-ADCCC8801382}" dt="2023-10-09T01:21:28.038" v="0" actId="47"/>
        <pc:sldMkLst>
          <pc:docMk/>
          <pc:sldMk cId="177477495" sldId="285"/>
        </pc:sldMkLst>
      </pc:sldChg>
      <pc:sldChg chg="del">
        <pc:chgData name="Mahmoud Salem" userId="7bf24d79-5b67-4251-b831-92e5f8c9b05a" providerId="ADAL" clId="{CD047410-C086-4F0D-9D3C-ADCCC8801382}" dt="2023-10-09T01:21:28.038" v="0" actId="47"/>
        <pc:sldMkLst>
          <pc:docMk/>
          <pc:sldMk cId="1526657781" sldId="288"/>
        </pc:sldMkLst>
      </pc:sldChg>
      <pc:sldChg chg="del">
        <pc:chgData name="Mahmoud Salem" userId="7bf24d79-5b67-4251-b831-92e5f8c9b05a" providerId="ADAL" clId="{CD047410-C086-4F0D-9D3C-ADCCC8801382}" dt="2023-10-09T01:21:28.038" v="0" actId="47"/>
        <pc:sldMkLst>
          <pc:docMk/>
          <pc:sldMk cId="4002250383" sldId="292"/>
        </pc:sldMkLst>
      </pc:sldChg>
      <pc:sldChg chg="del">
        <pc:chgData name="Mahmoud Salem" userId="7bf24d79-5b67-4251-b831-92e5f8c9b05a" providerId="ADAL" clId="{CD047410-C086-4F0D-9D3C-ADCCC8801382}" dt="2023-10-09T01:21:28.038" v="0" actId="47"/>
        <pc:sldMkLst>
          <pc:docMk/>
          <pc:sldMk cId="2659362190" sldId="304"/>
        </pc:sldMkLst>
      </pc:sldChg>
      <pc:sldChg chg="del">
        <pc:chgData name="Mahmoud Salem" userId="7bf24d79-5b67-4251-b831-92e5f8c9b05a" providerId="ADAL" clId="{CD047410-C086-4F0D-9D3C-ADCCC8801382}" dt="2023-10-09T01:21:28.038" v="0" actId="47"/>
        <pc:sldMkLst>
          <pc:docMk/>
          <pc:sldMk cId="3432756018" sldId="310"/>
        </pc:sldMkLst>
      </pc:sldChg>
      <pc:sldChg chg="del">
        <pc:chgData name="Mahmoud Salem" userId="7bf24d79-5b67-4251-b831-92e5f8c9b05a" providerId="ADAL" clId="{CD047410-C086-4F0D-9D3C-ADCCC8801382}" dt="2023-10-09T01:21:28.038" v="0" actId="47"/>
        <pc:sldMkLst>
          <pc:docMk/>
          <pc:sldMk cId="3649372750" sldId="311"/>
        </pc:sldMkLst>
      </pc:sldChg>
      <pc:sldChg chg="del">
        <pc:chgData name="Mahmoud Salem" userId="7bf24d79-5b67-4251-b831-92e5f8c9b05a" providerId="ADAL" clId="{CD047410-C086-4F0D-9D3C-ADCCC8801382}" dt="2023-10-09T01:21:28.038" v="0" actId="47"/>
        <pc:sldMkLst>
          <pc:docMk/>
          <pc:sldMk cId="4055777899" sldId="312"/>
        </pc:sldMkLst>
      </pc:sldChg>
      <pc:sldChg chg="del">
        <pc:chgData name="Mahmoud Salem" userId="7bf24d79-5b67-4251-b831-92e5f8c9b05a" providerId="ADAL" clId="{CD047410-C086-4F0D-9D3C-ADCCC8801382}" dt="2023-10-09T01:21:28.038" v="0" actId="47"/>
        <pc:sldMkLst>
          <pc:docMk/>
          <pc:sldMk cId="622156983" sldId="319"/>
        </pc:sldMkLst>
      </pc:sldChg>
      <pc:sldChg chg="del">
        <pc:chgData name="Mahmoud Salem" userId="7bf24d79-5b67-4251-b831-92e5f8c9b05a" providerId="ADAL" clId="{CD047410-C086-4F0D-9D3C-ADCCC8801382}" dt="2023-10-09T01:21:28.038" v="0" actId="47"/>
        <pc:sldMkLst>
          <pc:docMk/>
          <pc:sldMk cId="3092698901" sldId="320"/>
        </pc:sldMkLst>
      </pc:sldChg>
      <pc:sldChg chg="del">
        <pc:chgData name="Mahmoud Salem" userId="7bf24d79-5b67-4251-b831-92e5f8c9b05a" providerId="ADAL" clId="{CD047410-C086-4F0D-9D3C-ADCCC8801382}" dt="2023-10-09T01:21:28.038" v="0" actId="47"/>
        <pc:sldMkLst>
          <pc:docMk/>
          <pc:sldMk cId="3433470866" sldId="321"/>
        </pc:sldMkLst>
      </pc:sldChg>
      <pc:sldChg chg="del">
        <pc:chgData name="Mahmoud Salem" userId="7bf24d79-5b67-4251-b831-92e5f8c9b05a" providerId="ADAL" clId="{CD047410-C086-4F0D-9D3C-ADCCC8801382}" dt="2023-10-09T01:21:28.038" v="0" actId="47"/>
        <pc:sldMkLst>
          <pc:docMk/>
          <pc:sldMk cId="319258761" sldId="322"/>
        </pc:sldMkLst>
      </pc:sldChg>
      <pc:sldChg chg="del">
        <pc:chgData name="Mahmoud Salem" userId="7bf24d79-5b67-4251-b831-92e5f8c9b05a" providerId="ADAL" clId="{CD047410-C086-4F0D-9D3C-ADCCC8801382}" dt="2023-10-09T01:21:28.038" v="0" actId="47"/>
        <pc:sldMkLst>
          <pc:docMk/>
          <pc:sldMk cId="312073326" sldId="324"/>
        </pc:sldMkLst>
      </pc:sldChg>
      <pc:sldChg chg="del">
        <pc:chgData name="Mahmoud Salem" userId="7bf24d79-5b67-4251-b831-92e5f8c9b05a" providerId="ADAL" clId="{CD047410-C086-4F0D-9D3C-ADCCC8801382}" dt="2023-10-09T01:21:28.038" v="0" actId="47"/>
        <pc:sldMkLst>
          <pc:docMk/>
          <pc:sldMk cId="3263711601" sldId="325"/>
        </pc:sldMkLst>
      </pc:sldChg>
      <pc:sldChg chg="del">
        <pc:chgData name="Mahmoud Salem" userId="7bf24d79-5b67-4251-b831-92e5f8c9b05a" providerId="ADAL" clId="{CD047410-C086-4F0D-9D3C-ADCCC8801382}" dt="2023-10-09T01:21:28.038" v="0" actId="47"/>
        <pc:sldMkLst>
          <pc:docMk/>
          <pc:sldMk cId="3028816659" sldId="326"/>
        </pc:sldMkLst>
      </pc:sldChg>
      <pc:sldChg chg="del">
        <pc:chgData name="Mahmoud Salem" userId="7bf24d79-5b67-4251-b831-92e5f8c9b05a" providerId="ADAL" clId="{CD047410-C086-4F0D-9D3C-ADCCC8801382}" dt="2023-10-09T01:21:28.038" v="0" actId="47"/>
        <pc:sldMkLst>
          <pc:docMk/>
          <pc:sldMk cId="3320069888" sldId="327"/>
        </pc:sldMkLst>
      </pc:sldChg>
      <pc:sldChg chg="del">
        <pc:chgData name="Mahmoud Salem" userId="7bf24d79-5b67-4251-b831-92e5f8c9b05a" providerId="ADAL" clId="{CD047410-C086-4F0D-9D3C-ADCCC8801382}" dt="2023-10-09T01:21:28.038" v="0" actId="47"/>
        <pc:sldMkLst>
          <pc:docMk/>
          <pc:sldMk cId="1114414370" sldId="328"/>
        </pc:sldMkLst>
      </pc:sldChg>
      <pc:sldChg chg="del">
        <pc:chgData name="Mahmoud Salem" userId="7bf24d79-5b67-4251-b831-92e5f8c9b05a" providerId="ADAL" clId="{CD047410-C086-4F0D-9D3C-ADCCC8801382}" dt="2023-10-09T01:21:28.038" v="0" actId="47"/>
        <pc:sldMkLst>
          <pc:docMk/>
          <pc:sldMk cId="2057504583" sldId="329"/>
        </pc:sldMkLst>
      </pc:sldChg>
      <pc:sldChg chg="del">
        <pc:chgData name="Mahmoud Salem" userId="7bf24d79-5b67-4251-b831-92e5f8c9b05a" providerId="ADAL" clId="{CD047410-C086-4F0D-9D3C-ADCCC8801382}" dt="2023-10-09T01:21:28.038" v="0" actId="47"/>
        <pc:sldMkLst>
          <pc:docMk/>
          <pc:sldMk cId="2255494972" sldId="330"/>
        </pc:sldMkLst>
      </pc:sldChg>
      <pc:sldChg chg="del">
        <pc:chgData name="Mahmoud Salem" userId="7bf24d79-5b67-4251-b831-92e5f8c9b05a" providerId="ADAL" clId="{CD047410-C086-4F0D-9D3C-ADCCC8801382}" dt="2023-10-09T01:21:28.038" v="0" actId="47"/>
        <pc:sldMkLst>
          <pc:docMk/>
          <pc:sldMk cId="390841058" sldId="331"/>
        </pc:sldMkLst>
      </pc:sldChg>
      <pc:sldChg chg="del">
        <pc:chgData name="Mahmoud Salem" userId="7bf24d79-5b67-4251-b831-92e5f8c9b05a" providerId="ADAL" clId="{CD047410-C086-4F0D-9D3C-ADCCC8801382}" dt="2023-10-09T01:21:28.038" v="0" actId="47"/>
        <pc:sldMkLst>
          <pc:docMk/>
          <pc:sldMk cId="1413604953" sldId="332"/>
        </pc:sldMkLst>
      </pc:sldChg>
      <pc:sldChg chg="del">
        <pc:chgData name="Mahmoud Salem" userId="7bf24d79-5b67-4251-b831-92e5f8c9b05a" providerId="ADAL" clId="{CD047410-C086-4F0D-9D3C-ADCCC8801382}" dt="2023-10-09T01:21:28.038" v="0" actId="47"/>
        <pc:sldMkLst>
          <pc:docMk/>
          <pc:sldMk cId="1070009018" sldId="334"/>
        </pc:sldMkLst>
      </pc:sldChg>
      <pc:sldChg chg="del">
        <pc:chgData name="Mahmoud Salem" userId="7bf24d79-5b67-4251-b831-92e5f8c9b05a" providerId="ADAL" clId="{CD047410-C086-4F0D-9D3C-ADCCC8801382}" dt="2023-10-09T01:21:28.038" v="0" actId="47"/>
        <pc:sldMkLst>
          <pc:docMk/>
          <pc:sldMk cId="2030536440" sldId="335"/>
        </pc:sldMkLst>
      </pc:sldChg>
      <pc:sldChg chg="del">
        <pc:chgData name="Mahmoud Salem" userId="7bf24d79-5b67-4251-b831-92e5f8c9b05a" providerId="ADAL" clId="{CD047410-C086-4F0D-9D3C-ADCCC8801382}" dt="2023-10-09T01:21:28.038" v="0" actId="47"/>
        <pc:sldMkLst>
          <pc:docMk/>
          <pc:sldMk cId="2210143325" sldId="336"/>
        </pc:sldMkLst>
      </pc:sldChg>
      <pc:sldChg chg="del">
        <pc:chgData name="Mahmoud Salem" userId="7bf24d79-5b67-4251-b831-92e5f8c9b05a" providerId="ADAL" clId="{CD047410-C086-4F0D-9D3C-ADCCC8801382}" dt="2023-10-09T01:21:28.038" v="0" actId="47"/>
        <pc:sldMkLst>
          <pc:docMk/>
          <pc:sldMk cId="1929923154" sldId="337"/>
        </pc:sldMkLst>
      </pc:sldChg>
      <pc:sldChg chg="del">
        <pc:chgData name="Mahmoud Salem" userId="7bf24d79-5b67-4251-b831-92e5f8c9b05a" providerId="ADAL" clId="{CD047410-C086-4F0D-9D3C-ADCCC8801382}" dt="2023-10-09T01:21:28.038" v="0" actId="47"/>
        <pc:sldMkLst>
          <pc:docMk/>
          <pc:sldMk cId="3506754725" sldId="338"/>
        </pc:sldMkLst>
      </pc:sldChg>
      <pc:sldChg chg="del">
        <pc:chgData name="Mahmoud Salem" userId="7bf24d79-5b67-4251-b831-92e5f8c9b05a" providerId="ADAL" clId="{CD047410-C086-4F0D-9D3C-ADCCC8801382}" dt="2023-10-09T01:21:28.038" v="0" actId="47"/>
        <pc:sldMkLst>
          <pc:docMk/>
          <pc:sldMk cId="3066887049" sldId="339"/>
        </pc:sldMkLst>
      </pc:sldChg>
      <pc:sldChg chg="del">
        <pc:chgData name="Mahmoud Salem" userId="7bf24d79-5b67-4251-b831-92e5f8c9b05a" providerId="ADAL" clId="{CD047410-C086-4F0D-9D3C-ADCCC8801382}" dt="2023-10-09T01:21:28.038" v="0" actId="47"/>
        <pc:sldMkLst>
          <pc:docMk/>
          <pc:sldMk cId="1657819020" sldId="340"/>
        </pc:sldMkLst>
      </pc:sldChg>
      <pc:sldChg chg="del">
        <pc:chgData name="Mahmoud Salem" userId="7bf24d79-5b67-4251-b831-92e5f8c9b05a" providerId="ADAL" clId="{CD047410-C086-4F0D-9D3C-ADCCC8801382}" dt="2023-10-09T01:21:28.038" v="0" actId="47"/>
        <pc:sldMkLst>
          <pc:docMk/>
          <pc:sldMk cId="2392468000" sldId="341"/>
        </pc:sldMkLst>
      </pc:sldChg>
    </pc:docChg>
  </pc:docChgLst>
  <pc:docChgLst>
    <pc:chgData name="Mahmoud Salem" userId="7bf24d79-5b67-4251-b831-92e5f8c9b05a" providerId="ADAL" clId="{54DDED27-7384-4171-A95E-02A87A831300}"/>
    <pc:docChg chg="undo custSel addSld delSld modSld sldOrd">
      <pc:chgData name="Mahmoud Salem" userId="7bf24d79-5b67-4251-b831-92e5f8c9b05a" providerId="ADAL" clId="{54DDED27-7384-4171-A95E-02A87A831300}" dt="2023-09-27T15:10:47.402" v="1662" actId="20577"/>
      <pc:docMkLst>
        <pc:docMk/>
      </pc:docMkLst>
      <pc:sldChg chg="modSp del mod">
        <pc:chgData name="Mahmoud Salem" userId="7bf24d79-5b67-4251-b831-92e5f8c9b05a" providerId="ADAL" clId="{54DDED27-7384-4171-A95E-02A87A831300}" dt="2023-09-26T22:49:43.110" v="6" actId="27636"/>
        <pc:sldMkLst>
          <pc:docMk/>
          <pc:sldMk cId="4262868419" sldId="256"/>
        </pc:sldMkLst>
        <pc:spChg chg="mod">
          <ac:chgData name="Mahmoud Salem" userId="7bf24d79-5b67-4251-b831-92e5f8c9b05a" providerId="ADAL" clId="{54DDED27-7384-4171-A95E-02A87A831300}" dt="2023-09-26T22:49:43.110" v="6" actId="27636"/>
          <ac:spMkLst>
            <pc:docMk/>
            <pc:sldMk cId="4262868419" sldId="256"/>
            <ac:spMk id="2" creationId="{70752FD7-76EF-4EBF-8807-5A08A9C8EA09}"/>
          </ac:spMkLst>
        </pc:spChg>
      </pc:sldChg>
      <pc:sldChg chg="del">
        <pc:chgData name="Mahmoud Salem" userId="7bf24d79-5b67-4251-b831-92e5f8c9b05a" providerId="ADAL" clId="{54DDED27-7384-4171-A95E-02A87A831300}" dt="2023-09-26T22:49:58.857" v="16" actId="47"/>
        <pc:sldMkLst>
          <pc:docMk/>
          <pc:sldMk cId="3657133794" sldId="257"/>
        </pc:sldMkLst>
      </pc:sldChg>
      <pc:sldChg chg="delSp modSp mod modClrScheme chgLayout">
        <pc:chgData name="Mahmoud Salem" userId="7bf24d79-5b67-4251-b831-92e5f8c9b05a" providerId="ADAL" clId="{54DDED27-7384-4171-A95E-02A87A831300}" dt="2023-09-26T22:50:59.141" v="23" actId="478"/>
        <pc:sldMkLst>
          <pc:docMk/>
          <pc:sldMk cId="3092698901" sldId="259"/>
        </pc:sldMkLst>
        <pc:spChg chg="mod ord">
          <ac:chgData name="Mahmoud Salem" userId="7bf24d79-5b67-4251-b831-92e5f8c9b05a" providerId="ADAL" clId="{54DDED27-7384-4171-A95E-02A87A831300}" dt="2023-09-26T22:50:55.788" v="22" actId="700"/>
          <ac:spMkLst>
            <pc:docMk/>
            <pc:sldMk cId="3092698901" sldId="259"/>
            <ac:spMk id="2" creationId="{C23F65B8-D81E-A1FD-0F11-29279744247E}"/>
          </ac:spMkLst>
        </pc:spChg>
        <pc:spChg chg="del mod ord">
          <ac:chgData name="Mahmoud Salem" userId="7bf24d79-5b67-4251-b831-92e5f8c9b05a" providerId="ADAL" clId="{54DDED27-7384-4171-A95E-02A87A831300}" dt="2023-09-26T22:50:59.141" v="23" actId="478"/>
          <ac:spMkLst>
            <pc:docMk/>
            <pc:sldMk cId="3092698901" sldId="259"/>
            <ac:spMk id="3" creationId="{9C44EA3A-4FC0-26F8-04DB-3710AD0DCDB0}"/>
          </ac:spMkLst>
        </pc:spChg>
        <pc:spChg chg="mod ord">
          <ac:chgData name="Mahmoud Salem" userId="7bf24d79-5b67-4251-b831-92e5f8c9b05a" providerId="ADAL" clId="{54DDED27-7384-4171-A95E-02A87A831300}" dt="2023-09-26T22:50:55.788" v="22" actId="700"/>
          <ac:spMkLst>
            <pc:docMk/>
            <pc:sldMk cId="3092698901" sldId="259"/>
            <ac:spMk id="4" creationId="{8CA29608-CD7B-E64B-9D21-99DE13767C4C}"/>
          </ac:spMkLst>
        </pc:spChg>
      </pc:sldChg>
      <pc:sldChg chg="modSp mod delDesignElem chgLayout">
        <pc:chgData name="Mahmoud Salem" userId="7bf24d79-5b67-4251-b831-92e5f8c9b05a" providerId="ADAL" clId="{54DDED27-7384-4171-A95E-02A87A831300}" dt="2023-09-26T22:51:56.776" v="31" actId="700"/>
        <pc:sldMkLst>
          <pc:docMk/>
          <pc:sldMk cId="3421971578" sldId="265"/>
        </pc:sldMkLst>
        <pc:spChg chg="mod ord">
          <ac:chgData name="Mahmoud Salem" userId="7bf24d79-5b67-4251-b831-92e5f8c9b05a" providerId="ADAL" clId="{54DDED27-7384-4171-A95E-02A87A831300}" dt="2023-09-26T22:51:56.776" v="31" actId="700"/>
          <ac:spMkLst>
            <pc:docMk/>
            <pc:sldMk cId="3421971578" sldId="265"/>
            <ac:spMk id="2" creationId="{E3468CF8-7858-EAF9-04F7-CE5A3DA5305D}"/>
          </ac:spMkLst>
        </pc:spChg>
        <pc:graphicFrameChg chg="mod ord">
          <ac:chgData name="Mahmoud Salem" userId="7bf24d79-5b67-4251-b831-92e5f8c9b05a" providerId="ADAL" clId="{54DDED27-7384-4171-A95E-02A87A831300}" dt="2023-09-26T22:51:56.776" v="31" actId="700"/>
          <ac:graphicFrameMkLst>
            <pc:docMk/>
            <pc:sldMk cId="3421971578" sldId="265"/>
            <ac:graphicFrameMk id="5" creationId="{9E9781CF-6B72-6E93-3AFB-52D2C7D86F6A}"/>
          </ac:graphicFrameMkLst>
        </pc:graphicFrameChg>
      </pc:sldChg>
      <pc:sldChg chg="del">
        <pc:chgData name="Mahmoud Salem" userId="7bf24d79-5b67-4251-b831-92e5f8c9b05a" providerId="ADAL" clId="{54DDED27-7384-4171-A95E-02A87A831300}" dt="2023-09-26T22:49:20.723" v="0" actId="47"/>
        <pc:sldMkLst>
          <pc:docMk/>
          <pc:sldMk cId="1050297658" sldId="268"/>
        </pc:sldMkLst>
      </pc:sldChg>
      <pc:sldChg chg="del">
        <pc:chgData name="Mahmoud Salem" userId="7bf24d79-5b67-4251-b831-92e5f8c9b05a" providerId="ADAL" clId="{54DDED27-7384-4171-A95E-02A87A831300}" dt="2023-09-26T22:49:20.723" v="0" actId="47"/>
        <pc:sldMkLst>
          <pc:docMk/>
          <pc:sldMk cId="1042051459" sldId="272"/>
        </pc:sldMkLst>
      </pc:sldChg>
      <pc:sldChg chg="del">
        <pc:chgData name="Mahmoud Salem" userId="7bf24d79-5b67-4251-b831-92e5f8c9b05a" providerId="ADAL" clId="{54DDED27-7384-4171-A95E-02A87A831300}" dt="2023-09-26T22:49:20.723" v="0" actId="47"/>
        <pc:sldMkLst>
          <pc:docMk/>
          <pc:sldMk cId="565971591" sldId="281"/>
        </pc:sldMkLst>
      </pc:sldChg>
      <pc:sldChg chg="addSp delSp modSp mod chgLayout">
        <pc:chgData name="Mahmoud Salem" userId="7bf24d79-5b67-4251-b831-92e5f8c9b05a" providerId="ADAL" clId="{54DDED27-7384-4171-A95E-02A87A831300}" dt="2023-09-26T22:50:20.399" v="20" actId="27636"/>
        <pc:sldMkLst>
          <pc:docMk/>
          <pc:sldMk cId="177477495" sldId="285"/>
        </pc:sldMkLst>
        <pc:spChg chg="mod ord">
          <ac:chgData name="Mahmoud Salem" userId="7bf24d79-5b67-4251-b831-92e5f8c9b05a" providerId="ADAL" clId="{54DDED27-7384-4171-A95E-02A87A831300}" dt="2023-09-26T22:50:20.389" v="19" actId="6264"/>
          <ac:spMkLst>
            <pc:docMk/>
            <pc:sldMk cId="177477495" sldId="285"/>
            <ac:spMk id="2" creationId="{E777E4B0-E03F-4F02-BDFE-7A4C6DA29131}"/>
          </ac:spMkLst>
        </pc:spChg>
        <pc:spChg chg="mod ord">
          <ac:chgData name="Mahmoud Salem" userId="7bf24d79-5b67-4251-b831-92e5f8c9b05a" providerId="ADAL" clId="{54DDED27-7384-4171-A95E-02A87A831300}" dt="2023-09-26T22:50:20.399" v="20" actId="27636"/>
          <ac:spMkLst>
            <pc:docMk/>
            <pc:sldMk cId="177477495" sldId="285"/>
            <ac:spMk id="3" creationId="{F3005794-BF65-410E-9225-F34791DBC010}"/>
          </ac:spMkLst>
        </pc:spChg>
        <pc:spChg chg="mod ord">
          <ac:chgData name="Mahmoud Salem" userId="7bf24d79-5b67-4251-b831-92e5f8c9b05a" providerId="ADAL" clId="{54DDED27-7384-4171-A95E-02A87A831300}" dt="2023-09-26T22:50:20.389" v="19" actId="6264"/>
          <ac:spMkLst>
            <pc:docMk/>
            <pc:sldMk cId="177477495" sldId="285"/>
            <ac:spMk id="4" creationId="{4E14A3A2-0881-4AA2-B724-688DC4391366}"/>
          </ac:spMkLst>
        </pc:spChg>
        <pc:spChg chg="add del mod">
          <ac:chgData name="Mahmoud Salem" userId="7bf24d79-5b67-4251-b831-92e5f8c9b05a" providerId="ADAL" clId="{54DDED27-7384-4171-A95E-02A87A831300}" dt="2023-09-26T22:50:20.389" v="19" actId="6264"/>
          <ac:spMkLst>
            <pc:docMk/>
            <pc:sldMk cId="177477495" sldId="285"/>
            <ac:spMk id="5" creationId="{16A3BAF4-9D6E-9E2E-F2DE-6FC45A51582D}"/>
          </ac:spMkLst>
        </pc:spChg>
        <pc:spChg chg="add del mod">
          <ac:chgData name="Mahmoud Salem" userId="7bf24d79-5b67-4251-b831-92e5f8c9b05a" providerId="ADAL" clId="{54DDED27-7384-4171-A95E-02A87A831300}" dt="2023-09-26T22:50:20.389" v="19" actId="6264"/>
          <ac:spMkLst>
            <pc:docMk/>
            <pc:sldMk cId="177477495" sldId="285"/>
            <ac:spMk id="6" creationId="{1EAE5D80-D03C-FF8E-C91F-0CCADE600CED}"/>
          </ac:spMkLst>
        </pc:spChg>
      </pc:sldChg>
      <pc:sldChg chg="modSp mod chgLayout">
        <pc:chgData name="Mahmoud Salem" userId="7bf24d79-5b67-4251-b831-92e5f8c9b05a" providerId="ADAL" clId="{54DDED27-7384-4171-A95E-02A87A831300}" dt="2023-09-26T22:52:04.956" v="33" actId="27636"/>
        <pc:sldMkLst>
          <pc:docMk/>
          <pc:sldMk cId="2642769082" sldId="286"/>
        </pc:sldMkLst>
        <pc:spChg chg="mod ord">
          <ac:chgData name="Mahmoud Salem" userId="7bf24d79-5b67-4251-b831-92e5f8c9b05a" providerId="ADAL" clId="{54DDED27-7384-4171-A95E-02A87A831300}" dt="2023-09-26T22:52:04.944" v="32" actId="700"/>
          <ac:spMkLst>
            <pc:docMk/>
            <pc:sldMk cId="2642769082" sldId="286"/>
            <ac:spMk id="2" creationId="{E777E4B0-E03F-4F02-BDFE-7A4C6DA29131}"/>
          </ac:spMkLst>
        </pc:spChg>
        <pc:spChg chg="mod ord">
          <ac:chgData name="Mahmoud Salem" userId="7bf24d79-5b67-4251-b831-92e5f8c9b05a" providerId="ADAL" clId="{54DDED27-7384-4171-A95E-02A87A831300}" dt="2023-09-26T22:52:04.956" v="33" actId="27636"/>
          <ac:spMkLst>
            <pc:docMk/>
            <pc:sldMk cId="2642769082" sldId="286"/>
            <ac:spMk id="3" creationId="{F3005794-BF65-410E-9225-F34791DBC010}"/>
          </ac:spMkLst>
        </pc:spChg>
        <pc:spChg chg="mod ord">
          <ac:chgData name="Mahmoud Salem" userId="7bf24d79-5b67-4251-b831-92e5f8c9b05a" providerId="ADAL" clId="{54DDED27-7384-4171-A95E-02A87A831300}" dt="2023-09-26T22:52:04.944" v="32" actId="700"/>
          <ac:spMkLst>
            <pc:docMk/>
            <pc:sldMk cId="2642769082" sldId="286"/>
            <ac:spMk id="4" creationId="{4E14A3A2-0881-4AA2-B724-688DC4391366}"/>
          </ac:spMkLst>
        </pc:spChg>
      </pc:sldChg>
      <pc:sldChg chg="modSp mod chgLayout">
        <pc:chgData name="Mahmoud Salem" userId="7bf24d79-5b67-4251-b831-92e5f8c9b05a" providerId="ADAL" clId="{54DDED27-7384-4171-A95E-02A87A831300}" dt="2023-09-27T14:45:18.768" v="292" actId="20577"/>
        <pc:sldMkLst>
          <pc:docMk/>
          <pc:sldMk cId="4002250383" sldId="292"/>
        </pc:sldMkLst>
        <pc:spChg chg="mod ord">
          <ac:chgData name="Mahmoud Salem" userId="7bf24d79-5b67-4251-b831-92e5f8c9b05a" providerId="ADAL" clId="{54DDED27-7384-4171-A95E-02A87A831300}" dt="2023-09-26T22:50:10.285" v="17" actId="700"/>
          <ac:spMkLst>
            <pc:docMk/>
            <pc:sldMk cId="4002250383" sldId="292"/>
            <ac:spMk id="2" creationId="{C23F65B8-D81E-A1FD-0F11-29279744247E}"/>
          </ac:spMkLst>
        </pc:spChg>
        <pc:spChg chg="mod ord">
          <ac:chgData name="Mahmoud Salem" userId="7bf24d79-5b67-4251-b831-92e5f8c9b05a" providerId="ADAL" clId="{54DDED27-7384-4171-A95E-02A87A831300}" dt="2023-09-26T22:50:10.285" v="17" actId="700"/>
          <ac:spMkLst>
            <pc:docMk/>
            <pc:sldMk cId="4002250383" sldId="292"/>
            <ac:spMk id="3" creationId="{9C44EA3A-4FC0-26F8-04DB-3710AD0DCDB0}"/>
          </ac:spMkLst>
        </pc:spChg>
        <pc:spChg chg="mod ord">
          <ac:chgData name="Mahmoud Salem" userId="7bf24d79-5b67-4251-b831-92e5f8c9b05a" providerId="ADAL" clId="{54DDED27-7384-4171-A95E-02A87A831300}" dt="2023-09-27T14:45:01.899" v="290" actId="404"/>
          <ac:spMkLst>
            <pc:docMk/>
            <pc:sldMk cId="4002250383" sldId="292"/>
            <ac:spMk id="4" creationId="{8CA29608-CD7B-E64B-9D21-99DE13767C4C}"/>
          </ac:spMkLst>
        </pc:spChg>
        <pc:spChg chg="mod ord">
          <ac:chgData name="Mahmoud Salem" userId="7bf24d79-5b67-4251-b831-92e5f8c9b05a" providerId="ADAL" clId="{54DDED27-7384-4171-A95E-02A87A831300}" dt="2023-09-26T22:50:10.285" v="17" actId="700"/>
          <ac:spMkLst>
            <pc:docMk/>
            <pc:sldMk cId="4002250383" sldId="292"/>
            <ac:spMk id="5" creationId="{817C7663-BC39-8EA7-ACDF-6FB741949DEC}"/>
          </ac:spMkLst>
        </pc:spChg>
        <pc:spChg chg="mod ord">
          <ac:chgData name="Mahmoud Salem" userId="7bf24d79-5b67-4251-b831-92e5f8c9b05a" providerId="ADAL" clId="{54DDED27-7384-4171-A95E-02A87A831300}" dt="2023-09-27T14:45:18.768" v="292" actId="20577"/>
          <ac:spMkLst>
            <pc:docMk/>
            <pc:sldMk cId="4002250383" sldId="292"/>
            <ac:spMk id="6" creationId="{22F0562F-2239-EA49-7958-4244E2F22DB8}"/>
          </ac:spMkLst>
        </pc:spChg>
      </pc:sldChg>
      <pc:sldChg chg="del">
        <pc:chgData name="Mahmoud Salem" userId="7bf24d79-5b67-4251-b831-92e5f8c9b05a" providerId="ADAL" clId="{54DDED27-7384-4171-A95E-02A87A831300}" dt="2023-09-26T22:49:20.723" v="0" actId="47"/>
        <pc:sldMkLst>
          <pc:docMk/>
          <pc:sldMk cId="2815185433" sldId="294"/>
        </pc:sldMkLst>
      </pc:sldChg>
      <pc:sldChg chg="addSp delSp modSp mod chgLayout">
        <pc:chgData name="Mahmoud Salem" userId="7bf24d79-5b67-4251-b831-92e5f8c9b05a" providerId="ADAL" clId="{54DDED27-7384-4171-A95E-02A87A831300}" dt="2023-09-26T22:50:37.308" v="21" actId="6264"/>
        <pc:sldMkLst>
          <pc:docMk/>
          <pc:sldMk cId="2698832496" sldId="303"/>
        </pc:sldMkLst>
        <pc:spChg chg="mod ord">
          <ac:chgData name="Mahmoud Salem" userId="7bf24d79-5b67-4251-b831-92e5f8c9b05a" providerId="ADAL" clId="{54DDED27-7384-4171-A95E-02A87A831300}" dt="2023-09-26T22:50:37.308" v="21" actId="6264"/>
          <ac:spMkLst>
            <pc:docMk/>
            <pc:sldMk cId="2698832496" sldId="303"/>
            <ac:spMk id="2" creationId="{E777E4B0-E03F-4F02-BDFE-7A4C6DA29131}"/>
          </ac:spMkLst>
        </pc:spChg>
        <pc:spChg chg="mod ord">
          <ac:chgData name="Mahmoud Salem" userId="7bf24d79-5b67-4251-b831-92e5f8c9b05a" providerId="ADAL" clId="{54DDED27-7384-4171-A95E-02A87A831300}" dt="2023-09-26T22:50:37.308" v="21" actId="6264"/>
          <ac:spMkLst>
            <pc:docMk/>
            <pc:sldMk cId="2698832496" sldId="303"/>
            <ac:spMk id="3" creationId="{F3005794-BF65-410E-9225-F34791DBC010}"/>
          </ac:spMkLst>
        </pc:spChg>
        <pc:spChg chg="mod ord">
          <ac:chgData name="Mahmoud Salem" userId="7bf24d79-5b67-4251-b831-92e5f8c9b05a" providerId="ADAL" clId="{54DDED27-7384-4171-A95E-02A87A831300}" dt="2023-09-26T22:50:37.308" v="21" actId="6264"/>
          <ac:spMkLst>
            <pc:docMk/>
            <pc:sldMk cId="2698832496" sldId="303"/>
            <ac:spMk id="4" creationId="{4E14A3A2-0881-4AA2-B724-688DC4391366}"/>
          </ac:spMkLst>
        </pc:spChg>
        <pc:spChg chg="add del mod">
          <ac:chgData name="Mahmoud Salem" userId="7bf24d79-5b67-4251-b831-92e5f8c9b05a" providerId="ADAL" clId="{54DDED27-7384-4171-A95E-02A87A831300}" dt="2023-09-26T22:50:37.308" v="21" actId="6264"/>
          <ac:spMkLst>
            <pc:docMk/>
            <pc:sldMk cId="2698832496" sldId="303"/>
            <ac:spMk id="5" creationId="{56FC3CFE-8427-3EF1-F0BB-44DC738B0922}"/>
          </ac:spMkLst>
        </pc:spChg>
        <pc:spChg chg="add del mod">
          <ac:chgData name="Mahmoud Salem" userId="7bf24d79-5b67-4251-b831-92e5f8c9b05a" providerId="ADAL" clId="{54DDED27-7384-4171-A95E-02A87A831300}" dt="2023-09-26T22:50:37.308" v="21" actId="6264"/>
          <ac:spMkLst>
            <pc:docMk/>
            <pc:sldMk cId="2698832496" sldId="303"/>
            <ac:spMk id="6" creationId="{8F401953-9F62-B0E6-1720-D5876507AA0D}"/>
          </ac:spMkLst>
        </pc:spChg>
      </pc:sldChg>
      <pc:sldChg chg="del">
        <pc:chgData name="Mahmoud Salem" userId="7bf24d79-5b67-4251-b831-92e5f8c9b05a" providerId="ADAL" clId="{54DDED27-7384-4171-A95E-02A87A831300}" dt="2023-09-26T22:53:42.696" v="51" actId="47"/>
        <pc:sldMkLst>
          <pc:docMk/>
          <pc:sldMk cId="3131034003" sldId="305"/>
        </pc:sldMkLst>
      </pc:sldChg>
      <pc:sldChg chg="addSp delSp modSp mod delDesignElem chgLayout">
        <pc:chgData name="Mahmoud Salem" userId="7bf24d79-5b67-4251-b831-92e5f8c9b05a" providerId="ADAL" clId="{54DDED27-7384-4171-A95E-02A87A831300}" dt="2023-09-26T22:53:35.672" v="50" actId="6264"/>
        <pc:sldMkLst>
          <pc:docMk/>
          <pc:sldMk cId="88500231" sldId="306"/>
        </pc:sldMkLst>
        <pc:spChg chg="mod ord">
          <ac:chgData name="Mahmoud Salem" userId="7bf24d79-5b67-4251-b831-92e5f8c9b05a" providerId="ADAL" clId="{54DDED27-7384-4171-A95E-02A87A831300}" dt="2023-09-26T22:53:35.672" v="50" actId="6264"/>
          <ac:spMkLst>
            <pc:docMk/>
            <pc:sldMk cId="88500231" sldId="306"/>
            <ac:spMk id="2" creationId="{E3468CF8-7858-EAF9-04F7-CE5A3DA5305D}"/>
          </ac:spMkLst>
        </pc:spChg>
        <pc:spChg chg="add del mod">
          <ac:chgData name="Mahmoud Salem" userId="7bf24d79-5b67-4251-b831-92e5f8c9b05a" providerId="ADAL" clId="{54DDED27-7384-4171-A95E-02A87A831300}" dt="2023-09-26T22:53:35.672" v="50" actId="6264"/>
          <ac:spMkLst>
            <pc:docMk/>
            <pc:sldMk cId="88500231" sldId="306"/>
            <ac:spMk id="3" creationId="{55F76276-DC76-CA12-1659-3EC3D868A281}"/>
          </ac:spMkLst>
        </pc:spChg>
        <pc:spChg chg="add del mod">
          <ac:chgData name="Mahmoud Salem" userId="7bf24d79-5b67-4251-b831-92e5f8c9b05a" providerId="ADAL" clId="{54DDED27-7384-4171-A95E-02A87A831300}" dt="2023-09-26T22:53:35.672" v="50" actId="6264"/>
          <ac:spMkLst>
            <pc:docMk/>
            <pc:sldMk cId="88500231" sldId="306"/>
            <ac:spMk id="4" creationId="{23611B8A-F503-9A6E-4B45-D2BF3F7F9E0E}"/>
          </ac:spMkLst>
        </pc:spChg>
        <pc:graphicFrameChg chg="mod ord">
          <ac:chgData name="Mahmoud Salem" userId="7bf24d79-5b67-4251-b831-92e5f8c9b05a" providerId="ADAL" clId="{54DDED27-7384-4171-A95E-02A87A831300}" dt="2023-09-26T22:53:35.672" v="50" actId="6264"/>
          <ac:graphicFrameMkLst>
            <pc:docMk/>
            <pc:sldMk cId="88500231" sldId="306"/>
            <ac:graphicFrameMk id="5" creationId="{9E9781CF-6B72-6E93-3AFB-52D2C7D86F6A}"/>
          </ac:graphicFrameMkLst>
        </pc:graphicFrameChg>
      </pc:sldChg>
      <pc:sldChg chg="del">
        <pc:chgData name="Mahmoud Salem" userId="7bf24d79-5b67-4251-b831-92e5f8c9b05a" providerId="ADAL" clId="{54DDED27-7384-4171-A95E-02A87A831300}" dt="2023-09-26T22:49:46.445" v="15" actId="47"/>
        <pc:sldMkLst>
          <pc:docMk/>
          <pc:sldMk cId="516260188" sldId="308"/>
        </pc:sldMkLst>
      </pc:sldChg>
      <pc:sldChg chg="delSp modSp mod modClrScheme chgLayout">
        <pc:chgData name="Mahmoud Salem" userId="7bf24d79-5b67-4251-b831-92e5f8c9b05a" providerId="ADAL" clId="{54DDED27-7384-4171-A95E-02A87A831300}" dt="2023-09-26T22:51:06.733" v="25" actId="478"/>
        <pc:sldMkLst>
          <pc:docMk/>
          <pc:sldMk cId="3432756018" sldId="310"/>
        </pc:sldMkLst>
        <pc:spChg chg="mod ord">
          <ac:chgData name="Mahmoud Salem" userId="7bf24d79-5b67-4251-b831-92e5f8c9b05a" providerId="ADAL" clId="{54DDED27-7384-4171-A95E-02A87A831300}" dt="2023-09-26T22:51:05.180" v="24" actId="700"/>
          <ac:spMkLst>
            <pc:docMk/>
            <pc:sldMk cId="3432756018" sldId="310"/>
            <ac:spMk id="2" creationId="{C23F65B8-D81E-A1FD-0F11-29279744247E}"/>
          </ac:spMkLst>
        </pc:spChg>
        <pc:spChg chg="del mod ord">
          <ac:chgData name="Mahmoud Salem" userId="7bf24d79-5b67-4251-b831-92e5f8c9b05a" providerId="ADAL" clId="{54DDED27-7384-4171-A95E-02A87A831300}" dt="2023-09-26T22:51:06.733" v="25" actId="478"/>
          <ac:spMkLst>
            <pc:docMk/>
            <pc:sldMk cId="3432756018" sldId="310"/>
            <ac:spMk id="3" creationId="{9C44EA3A-4FC0-26F8-04DB-3710AD0DCDB0}"/>
          </ac:spMkLst>
        </pc:spChg>
        <pc:spChg chg="mod ord">
          <ac:chgData name="Mahmoud Salem" userId="7bf24d79-5b67-4251-b831-92e5f8c9b05a" providerId="ADAL" clId="{54DDED27-7384-4171-A95E-02A87A831300}" dt="2023-09-26T22:51:05.180" v="24" actId="700"/>
          <ac:spMkLst>
            <pc:docMk/>
            <pc:sldMk cId="3432756018" sldId="310"/>
            <ac:spMk id="4" creationId="{8CA29608-CD7B-E64B-9D21-99DE13767C4C}"/>
          </ac:spMkLst>
        </pc:spChg>
      </pc:sldChg>
      <pc:sldChg chg="del">
        <pc:chgData name="Mahmoud Salem" userId="7bf24d79-5b67-4251-b831-92e5f8c9b05a" providerId="ADAL" clId="{54DDED27-7384-4171-A95E-02A87A831300}" dt="2023-09-26T22:49:20.723" v="0" actId="47"/>
        <pc:sldMkLst>
          <pc:docMk/>
          <pc:sldMk cId="3593093651" sldId="311"/>
        </pc:sldMkLst>
      </pc:sldChg>
      <pc:sldChg chg="addSp delSp modSp mod modClrScheme chgLayout">
        <pc:chgData name="Mahmoud Salem" userId="7bf24d79-5b67-4251-b831-92e5f8c9b05a" providerId="ADAL" clId="{54DDED27-7384-4171-A95E-02A87A831300}" dt="2023-09-26T22:51:24.985" v="28" actId="478"/>
        <pc:sldMkLst>
          <pc:docMk/>
          <pc:sldMk cId="3649372750" sldId="311"/>
        </pc:sldMkLst>
        <pc:spChg chg="mod ord">
          <ac:chgData name="Mahmoud Salem" userId="7bf24d79-5b67-4251-b831-92e5f8c9b05a" providerId="ADAL" clId="{54DDED27-7384-4171-A95E-02A87A831300}" dt="2023-09-26T22:51:22.492" v="27" actId="700"/>
          <ac:spMkLst>
            <pc:docMk/>
            <pc:sldMk cId="3649372750" sldId="311"/>
            <ac:spMk id="2" creationId="{C23F65B8-D81E-A1FD-0F11-29279744247E}"/>
          </ac:spMkLst>
        </pc:spChg>
        <pc:spChg chg="del mod ord">
          <ac:chgData name="Mahmoud Salem" userId="7bf24d79-5b67-4251-b831-92e5f8c9b05a" providerId="ADAL" clId="{54DDED27-7384-4171-A95E-02A87A831300}" dt="2023-09-26T22:51:24.985" v="28" actId="478"/>
          <ac:spMkLst>
            <pc:docMk/>
            <pc:sldMk cId="3649372750" sldId="311"/>
            <ac:spMk id="3" creationId="{9C44EA3A-4FC0-26F8-04DB-3710AD0DCDB0}"/>
          </ac:spMkLst>
        </pc:spChg>
        <pc:spChg chg="mod ord">
          <ac:chgData name="Mahmoud Salem" userId="7bf24d79-5b67-4251-b831-92e5f8c9b05a" providerId="ADAL" clId="{54DDED27-7384-4171-A95E-02A87A831300}" dt="2023-09-26T22:51:22.492" v="27" actId="700"/>
          <ac:spMkLst>
            <pc:docMk/>
            <pc:sldMk cId="3649372750" sldId="311"/>
            <ac:spMk id="4" creationId="{8CA29608-CD7B-E64B-9D21-99DE13767C4C}"/>
          </ac:spMkLst>
        </pc:spChg>
        <pc:spChg chg="add del mod">
          <ac:chgData name="Mahmoud Salem" userId="7bf24d79-5b67-4251-b831-92e5f8c9b05a" providerId="ADAL" clId="{54DDED27-7384-4171-A95E-02A87A831300}" dt="2023-09-26T22:51:19.281" v="26" actId="6264"/>
          <ac:spMkLst>
            <pc:docMk/>
            <pc:sldMk cId="3649372750" sldId="311"/>
            <ac:spMk id="5" creationId="{1263A2DC-246A-8AD5-C242-7AA33E1EE87B}"/>
          </ac:spMkLst>
        </pc:spChg>
        <pc:spChg chg="add del mod">
          <ac:chgData name="Mahmoud Salem" userId="7bf24d79-5b67-4251-b831-92e5f8c9b05a" providerId="ADAL" clId="{54DDED27-7384-4171-A95E-02A87A831300}" dt="2023-09-26T22:51:19.281" v="26" actId="6264"/>
          <ac:spMkLst>
            <pc:docMk/>
            <pc:sldMk cId="3649372750" sldId="311"/>
            <ac:spMk id="6" creationId="{C3E06761-6E03-08D0-D27E-7142F2467620}"/>
          </ac:spMkLst>
        </pc:spChg>
        <pc:spChg chg="add del mod">
          <ac:chgData name="Mahmoud Salem" userId="7bf24d79-5b67-4251-b831-92e5f8c9b05a" providerId="ADAL" clId="{54DDED27-7384-4171-A95E-02A87A831300}" dt="2023-09-26T22:51:19.281" v="26" actId="6264"/>
          <ac:spMkLst>
            <pc:docMk/>
            <pc:sldMk cId="3649372750" sldId="311"/>
            <ac:spMk id="7" creationId="{5D4E10AB-55DD-EC61-63C2-C1A14EEBB24C}"/>
          </ac:spMkLst>
        </pc:spChg>
        <pc:spChg chg="add del mod ord">
          <ac:chgData name="Mahmoud Salem" userId="7bf24d79-5b67-4251-b831-92e5f8c9b05a" providerId="ADAL" clId="{54DDED27-7384-4171-A95E-02A87A831300}" dt="2023-09-26T22:51:22.492" v="27" actId="700"/>
          <ac:spMkLst>
            <pc:docMk/>
            <pc:sldMk cId="3649372750" sldId="311"/>
            <ac:spMk id="8" creationId="{626484C4-EFA0-2B8E-5643-8B784B3F7D45}"/>
          </ac:spMkLst>
        </pc:spChg>
        <pc:spChg chg="add del mod ord">
          <ac:chgData name="Mahmoud Salem" userId="7bf24d79-5b67-4251-b831-92e5f8c9b05a" providerId="ADAL" clId="{54DDED27-7384-4171-A95E-02A87A831300}" dt="2023-09-26T22:51:22.492" v="27" actId="700"/>
          <ac:spMkLst>
            <pc:docMk/>
            <pc:sldMk cId="3649372750" sldId="311"/>
            <ac:spMk id="9" creationId="{74683301-B718-70E3-6493-18E897CD6781}"/>
          </ac:spMkLst>
        </pc:spChg>
      </pc:sldChg>
      <pc:sldChg chg="del">
        <pc:chgData name="Mahmoud Salem" userId="7bf24d79-5b67-4251-b831-92e5f8c9b05a" providerId="ADAL" clId="{54DDED27-7384-4171-A95E-02A87A831300}" dt="2023-09-26T22:49:20.723" v="0" actId="47"/>
        <pc:sldMkLst>
          <pc:docMk/>
          <pc:sldMk cId="2829583618" sldId="312"/>
        </pc:sldMkLst>
      </pc:sldChg>
      <pc:sldChg chg="delSp modSp mod modClrScheme chgLayout">
        <pc:chgData name="Mahmoud Salem" userId="7bf24d79-5b67-4251-b831-92e5f8c9b05a" providerId="ADAL" clId="{54DDED27-7384-4171-A95E-02A87A831300}" dt="2023-09-26T22:51:48.457" v="30" actId="478"/>
        <pc:sldMkLst>
          <pc:docMk/>
          <pc:sldMk cId="4055777899" sldId="312"/>
        </pc:sldMkLst>
        <pc:spChg chg="mod ord">
          <ac:chgData name="Mahmoud Salem" userId="7bf24d79-5b67-4251-b831-92e5f8c9b05a" providerId="ADAL" clId="{54DDED27-7384-4171-A95E-02A87A831300}" dt="2023-09-26T22:51:46.308" v="29" actId="700"/>
          <ac:spMkLst>
            <pc:docMk/>
            <pc:sldMk cId="4055777899" sldId="312"/>
            <ac:spMk id="2" creationId="{C23F65B8-D81E-A1FD-0F11-29279744247E}"/>
          </ac:spMkLst>
        </pc:spChg>
        <pc:spChg chg="del mod ord">
          <ac:chgData name="Mahmoud Salem" userId="7bf24d79-5b67-4251-b831-92e5f8c9b05a" providerId="ADAL" clId="{54DDED27-7384-4171-A95E-02A87A831300}" dt="2023-09-26T22:51:48.457" v="30" actId="478"/>
          <ac:spMkLst>
            <pc:docMk/>
            <pc:sldMk cId="4055777899" sldId="312"/>
            <ac:spMk id="3" creationId="{9C44EA3A-4FC0-26F8-04DB-3710AD0DCDB0}"/>
          </ac:spMkLst>
        </pc:spChg>
        <pc:spChg chg="mod ord">
          <ac:chgData name="Mahmoud Salem" userId="7bf24d79-5b67-4251-b831-92e5f8c9b05a" providerId="ADAL" clId="{54DDED27-7384-4171-A95E-02A87A831300}" dt="2023-09-26T22:51:46.308" v="29" actId="700"/>
          <ac:spMkLst>
            <pc:docMk/>
            <pc:sldMk cId="4055777899" sldId="312"/>
            <ac:spMk id="4" creationId="{8CA29608-CD7B-E64B-9D21-99DE13767C4C}"/>
          </ac:spMkLst>
        </pc:spChg>
      </pc:sldChg>
      <pc:sldChg chg="modSp mod chgLayout">
        <pc:chgData name="Mahmoud Salem" userId="7bf24d79-5b67-4251-b831-92e5f8c9b05a" providerId="ADAL" clId="{54DDED27-7384-4171-A95E-02A87A831300}" dt="2023-09-26T22:52:14.030" v="34" actId="700"/>
        <pc:sldMkLst>
          <pc:docMk/>
          <pc:sldMk cId="255561235" sldId="313"/>
        </pc:sldMkLst>
        <pc:spChg chg="mod ord">
          <ac:chgData name="Mahmoud Salem" userId="7bf24d79-5b67-4251-b831-92e5f8c9b05a" providerId="ADAL" clId="{54DDED27-7384-4171-A95E-02A87A831300}" dt="2023-09-26T22:52:14.030" v="34" actId="700"/>
          <ac:spMkLst>
            <pc:docMk/>
            <pc:sldMk cId="255561235" sldId="313"/>
            <ac:spMk id="2" creationId="{E777E4B0-E03F-4F02-BDFE-7A4C6DA29131}"/>
          </ac:spMkLst>
        </pc:spChg>
        <pc:spChg chg="mod ord">
          <ac:chgData name="Mahmoud Salem" userId="7bf24d79-5b67-4251-b831-92e5f8c9b05a" providerId="ADAL" clId="{54DDED27-7384-4171-A95E-02A87A831300}" dt="2023-09-26T22:52:14.030" v="34" actId="700"/>
          <ac:spMkLst>
            <pc:docMk/>
            <pc:sldMk cId="255561235" sldId="313"/>
            <ac:spMk id="3" creationId="{F3005794-BF65-410E-9225-F34791DBC010}"/>
          </ac:spMkLst>
        </pc:spChg>
        <pc:spChg chg="mod ord">
          <ac:chgData name="Mahmoud Salem" userId="7bf24d79-5b67-4251-b831-92e5f8c9b05a" providerId="ADAL" clId="{54DDED27-7384-4171-A95E-02A87A831300}" dt="2023-09-26T22:52:14.030" v="34" actId="700"/>
          <ac:spMkLst>
            <pc:docMk/>
            <pc:sldMk cId="255561235" sldId="313"/>
            <ac:spMk id="4" creationId="{4E14A3A2-0881-4AA2-B724-688DC4391366}"/>
          </ac:spMkLst>
        </pc:spChg>
      </pc:sldChg>
      <pc:sldChg chg="del">
        <pc:chgData name="Mahmoud Salem" userId="7bf24d79-5b67-4251-b831-92e5f8c9b05a" providerId="ADAL" clId="{54DDED27-7384-4171-A95E-02A87A831300}" dt="2023-09-26T22:49:20.723" v="0" actId="47"/>
        <pc:sldMkLst>
          <pc:docMk/>
          <pc:sldMk cId="3599524280" sldId="313"/>
        </pc:sldMkLst>
      </pc:sldChg>
      <pc:sldChg chg="modSp mod chgLayout">
        <pc:chgData name="Mahmoud Salem" userId="7bf24d79-5b67-4251-b831-92e5f8c9b05a" providerId="ADAL" clId="{54DDED27-7384-4171-A95E-02A87A831300}" dt="2023-09-27T14:46:54.270" v="350" actId="20577"/>
        <pc:sldMkLst>
          <pc:docMk/>
          <pc:sldMk cId="3628216652" sldId="314"/>
        </pc:sldMkLst>
        <pc:spChg chg="mod ord">
          <ac:chgData name="Mahmoud Salem" userId="7bf24d79-5b67-4251-b831-92e5f8c9b05a" providerId="ADAL" clId="{54DDED27-7384-4171-A95E-02A87A831300}" dt="2023-09-26T22:52:19.504" v="35" actId="700"/>
          <ac:spMkLst>
            <pc:docMk/>
            <pc:sldMk cId="3628216652" sldId="314"/>
            <ac:spMk id="2" creationId="{E777E4B0-E03F-4F02-BDFE-7A4C6DA29131}"/>
          </ac:spMkLst>
        </pc:spChg>
        <pc:spChg chg="mod ord">
          <ac:chgData name="Mahmoud Salem" userId="7bf24d79-5b67-4251-b831-92e5f8c9b05a" providerId="ADAL" clId="{54DDED27-7384-4171-A95E-02A87A831300}" dt="2023-09-27T14:46:54.270" v="350" actId="20577"/>
          <ac:spMkLst>
            <pc:docMk/>
            <pc:sldMk cId="3628216652" sldId="314"/>
            <ac:spMk id="3" creationId="{F3005794-BF65-410E-9225-F34791DBC010}"/>
          </ac:spMkLst>
        </pc:spChg>
        <pc:spChg chg="mod ord">
          <ac:chgData name="Mahmoud Salem" userId="7bf24d79-5b67-4251-b831-92e5f8c9b05a" providerId="ADAL" clId="{54DDED27-7384-4171-A95E-02A87A831300}" dt="2023-09-26T22:52:19.504" v="35" actId="700"/>
          <ac:spMkLst>
            <pc:docMk/>
            <pc:sldMk cId="3628216652" sldId="314"/>
            <ac:spMk id="4" creationId="{4E14A3A2-0881-4AA2-B724-688DC4391366}"/>
          </ac:spMkLst>
        </pc:spChg>
      </pc:sldChg>
      <pc:sldChg chg="modSp mod chgLayout">
        <pc:chgData name="Mahmoud Salem" userId="7bf24d79-5b67-4251-b831-92e5f8c9b05a" providerId="ADAL" clId="{54DDED27-7384-4171-A95E-02A87A831300}" dt="2023-09-26T22:52:25.164" v="37" actId="27636"/>
        <pc:sldMkLst>
          <pc:docMk/>
          <pc:sldMk cId="3631799526" sldId="315"/>
        </pc:sldMkLst>
        <pc:spChg chg="mod ord">
          <ac:chgData name="Mahmoud Salem" userId="7bf24d79-5b67-4251-b831-92e5f8c9b05a" providerId="ADAL" clId="{54DDED27-7384-4171-A95E-02A87A831300}" dt="2023-09-26T22:52:25.145" v="36" actId="700"/>
          <ac:spMkLst>
            <pc:docMk/>
            <pc:sldMk cId="3631799526" sldId="315"/>
            <ac:spMk id="2" creationId="{E777E4B0-E03F-4F02-BDFE-7A4C6DA29131}"/>
          </ac:spMkLst>
        </pc:spChg>
        <pc:spChg chg="mod ord">
          <ac:chgData name="Mahmoud Salem" userId="7bf24d79-5b67-4251-b831-92e5f8c9b05a" providerId="ADAL" clId="{54DDED27-7384-4171-A95E-02A87A831300}" dt="2023-09-26T22:52:25.164" v="37" actId="27636"/>
          <ac:spMkLst>
            <pc:docMk/>
            <pc:sldMk cId="3631799526" sldId="315"/>
            <ac:spMk id="3" creationId="{F3005794-BF65-410E-9225-F34791DBC010}"/>
          </ac:spMkLst>
        </pc:spChg>
        <pc:spChg chg="mod ord">
          <ac:chgData name="Mahmoud Salem" userId="7bf24d79-5b67-4251-b831-92e5f8c9b05a" providerId="ADAL" clId="{54DDED27-7384-4171-A95E-02A87A831300}" dt="2023-09-26T22:52:25.145" v="36" actId="700"/>
          <ac:spMkLst>
            <pc:docMk/>
            <pc:sldMk cId="3631799526" sldId="315"/>
            <ac:spMk id="4" creationId="{4E14A3A2-0881-4AA2-B724-688DC4391366}"/>
          </ac:spMkLst>
        </pc:spChg>
      </pc:sldChg>
      <pc:sldChg chg="del">
        <pc:chgData name="Mahmoud Salem" userId="7bf24d79-5b67-4251-b831-92e5f8c9b05a" providerId="ADAL" clId="{54DDED27-7384-4171-A95E-02A87A831300}" dt="2023-09-26T22:49:20.723" v="0" actId="47"/>
        <pc:sldMkLst>
          <pc:docMk/>
          <pc:sldMk cId="161864835" sldId="316"/>
        </pc:sldMkLst>
      </pc:sldChg>
      <pc:sldChg chg="modSp mod chgLayout">
        <pc:chgData name="Mahmoud Salem" userId="7bf24d79-5b67-4251-b831-92e5f8c9b05a" providerId="ADAL" clId="{54DDED27-7384-4171-A95E-02A87A831300}" dt="2023-09-26T22:52:38.588" v="39" actId="27636"/>
        <pc:sldMkLst>
          <pc:docMk/>
          <pc:sldMk cId="1732643823" sldId="316"/>
        </pc:sldMkLst>
        <pc:spChg chg="mod ord">
          <ac:chgData name="Mahmoud Salem" userId="7bf24d79-5b67-4251-b831-92e5f8c9b05a" providerId="ADAL" clId="{54DDED27-7384-4171-A95E-02A87A831300}" dt="2023-09-26T22:52:38.570" v="38" actId="700"/>
          <ac:spMkLst>
            <pc:docMk/>
            <pc:sldMk cId="1732643823" sldId="316"/>
            <ac:spMk id="2" creationId="{E777E4B0-E03F-4F02-BDFE-7A4C6DA29131}"/>
          </ac:spMkLst>
        </pc:spChg>
        <pc:spChg chg="mod ord">
          <ac:chgData name="Mahmoud Salem" userId="7bf24d79-5b67-4251-b831-92e5f8c9b05a" providerId="ADAL" clId="{54DDED27-7384-4171-A95E-02A87A831300}" dt="2023-09-26T22:52:38.588" v="39" actId="27636"/>
          <ac:spMkLst>
            <pc:docMk/>
            <pc:sldMk cId="1732643823" sldId="316"/>
            <ac:spMk id="3" creationId="{F3005794-BF65-410E-9225-F34791DBC010}"/>
          </ac:spMkLst>
        </pc:spChg>
        <pc:spChg chg="mod ord">
          <ac:chgData name="Mahmoud Salem" userId="7bf24d79-5b67-4251-b831-92e5f8c9b05a" providerId="ADAL" clId="{54DDED27-7384-4171-A95E-02A87A831300}" dt="2023-09-26T22:52:38.570" v="38" actId="700"/>
          <ac:spMkLst>
            <pc:docMk/>
            <pc:sldMk cId="1732643823" sldId="316"/>
            <ac:spMk id="4" creationId="{4E14A3A2-0881-4AA2-B724-688DC4391366}"/>
          </ac:spMkLst>
        </pc:spChg>
      </pc:sldChg>
      <pc:sldChg chg="del">
        <pc:chgData name="Mahmoud Salem" userId="7bf24d79-5b67-4251-b831-92e5f8c9b05a" providerId="ADAL" clId="{54DDED27-7384-4171-A95E-02A87A831300}" dt="2023-09-26T22:49:20.723" v="0" actId="47"/>
        <pc:sldMkLst>
          <pc:docMk/>
          <pc:sldMk cId="324299304" sldId="317"/>
        </pc:sldMkLst>
      </pc:sldChg>
      <pc:sldChg chg="addSp delSp modSp mod setBg delDesignElem chgLayout">
        <pc:chgData name="Mahmoud Salem" userId="7bf24d79-5b67-4251-b831-92e5f8c9b05a" providerId="ADAL" clId="{54DDED27-7384-4171-A95E-02A87A831300}" dt="2023-09-26T22:53:11.004" v="45" actId="1076"/>
        <pc:sldMkLst>
          <pc:docMk/>
          <pc:sldMk cId="2369142685" sldId="317"/>
        </pc:sldMkLst>
        <pc:spChg chg="mod ord">
          <ac:chgData name="Mahmoud Salem" userId="7bf24d79-5b67-4251-b831-92e5f8c9b05a" providerId="ADAL" clId="{54DDED27-7384-4171-A95E-02A87A831300}" dt="2023-09-26T22:53:07.842" v="44" actId="26606"/>
          <ac:spMkLst>
            <pc:docMk/>
            <pc:sldMk cId="2369142685" sldId="317"/>
            <ac:spMk id="2" creationId="{E777E4B0-E03F-4F02-BDFE-7A4C6DA29131}"/>
          </ac:spMkLst>
        </pc:spChg>
        <pc:spChg chg="add del mod">
          <ac:chgData name="Mahmoud Salem" userId="7bf24d79-5b67-4251-b831-92e5f8c9b05a" providerId="ADAL" clId="{54DDED27-7384-4171-A95E-02A87A831300}" dt="2023-09-26T22:52:41.740" v="40" actId="6264"/>
          <ac:spMkLst>
            <pc:docMk/>
            <pc:sldMk cId="2369142685" sldId="317"/>
            <ac:spMk id="3" creationId="{9365C0A0-96B7-E3E7-4E47-85BDBC6A035F}"/>
          </ac:spMkLst>
        </pc:spChg>
        <pc:spChg chg="mod ord">
          <ac:chgData name="Mahmoud Salem" userId="7bf24d79-5b67-4251-b831-92e5f8c9b05a" providerId="ADAL" clId="{54DDED27-7384-4171-A95E-02A87A831300}" dt="2023-09-26T22:53:07.842" v="44" actId="26606"/>
          <ac:spMkLst>
            <pc:docMk/>
            <pc:sldMk cId="2369142685" sldId="317"/>
            <ac:spMk id="4" creationId="{4E14A3A2-0881-4AA2-B724-688DC4391366}"/>
          </ac:spMkLst>
        </pc:spChg>
        <pc:spChg chg="add del mod ord">
          <ac:chgData name="Mahmoud Salem" userId="7bf24d79-5b67-4251-b831-92e5f8c9b05a" providerId="ADAL" clId="{54DDED27-7384-4171-A95E-02A87A831300}" dt="2023-09-26T22:52:54.836" v="41" actId="700"/>
          <ac:spMkLst>
            <pc:docMk/>
            <pc:sldMk cId="2369142685" sldId="317"/>
            <ac:spMk id="5" creationId="{DB52F59B-5202-793B-9CC3-205EEBAC93B8}"/>
          </ac:spMkLst>
        </pc:spChg>
        <pc:spChg chg="add del mod ord">
          <ac:chgData name="Mahmoud Salem" userId="7bf24d79-5b67-4251-b831-92e5f8c9b05a" providerId="ADAL" clId="{54DDED27-7384-4171-A95E-02A87A831300}" dt="2023-09-26T22:53:00.596" v="42" actId="478"/>
          <ac:spMkLst>
            <pc:docMk/>
            <pc:sldMk cId="2369142685" sldId="317"/>
            <ac:spMk id="6" creationId="{1220A9C3-15C3-B805-015F-B41B6A2C3DAC}"/>
          </ac:spMkLst>
        </pc:spChg>
        <pc:spChg chg="add">
          <ac:chgData name="Mahmoud Salem" userId="7bf24d79-5b67-4251-b831-92e5f8c9b05a" providerId="ADAL" clId="{54DDED27-7384-4171-A95E-02A87A831300}" dt="2023-09-26T22:53:07.842" v="44" actId="26606"/>
          <ac:spMkLst>
            <pc:docMk/>
            <pc:sldMk cId="2369142685" sldId="317"/>
            <ac:spMk id="13" creationId="{D4771268-CB57-404A-9271-370EB28F6090}"/>
          </ac:spMkLst>
        </pc:spChg>
        <pc:picChg chg="mod">
          <ac:chgData name="Mahmoud Salem" userId="7bf24d79-5b67-4251-b831-92e5f8c9b05a" providerId="ADAL" clId="{54DDED27-7384-4171-A95E-02A87A831300}" dt="2023-09-26T22:53:11.004" v="45" actId="1076"/>
          <ac:picMkLst>
            <pc:docMk/>
            <pc:sldMk cId="2369142685" sldId="317"/>
            <ac:picMk id="8" creationId="{226D9F76-7908-F2D8-6A6D-21683855CB6C}"/>
          </ac:picMkLst>
        </pc:picChg>
      </pc:sldChg>
      <pc:sldChg chg="del">
        <pc:chgData name="Mahmoud Salem" userId="7bf24d79-5b67-4251-b831-92e5f8c9b05a" providerId="ADAL" clId="{54DDED27-7384-4171-A95E-02A87A831300}" dt="2023-09-26T22:49:20.723" v="0" actId="47"/>
        <pc:sldMkLst>
          <pc:docMk/>
          <pc:sldMk cId="3138235499" sldId="318"/>
        </pc:sldMkLst>
      </pc:sldChg>
      <pc:sldChg chg="modSp mod chgLayout">
        <pc:chgData name="Mahmoud Salem" userId="7bf24d79-5b67-4251-b831-92e5f8c9b05a" providerId="ADAL" clId="{54DDED27-7384-4171-A95E-02A87A831300}" dt="2023-09-26T22:53:14.964" v="47" actId="27636"/>
        <pc:sldMkLst>
          <pc:docMk/>
          <pc:sldMk cId="3462786754" sldId="318"/>
        </pc:sldMkLst>
        <pc:spChg chg="mod ord">
          <ac:chgData name="Mahmoud Salem" userId="7bf24d79-5b67-4251-b831-92e5f8c9b05a" providerId="ADAL" clId="{54DDED27-7384-4171-A95E-02A87A831300}" dt="2023-09-26T22:53:14.940" v="46" actId="700"/>
          <ac:spMkLst>
            <pc:docMk/>
            <pc:sldMk cId="3462786754" sldId="318"/>
            <ac:spMk id="2" creationId="{E777E4B0-E03F-4F02-BDFE-7A4C6DA29131}"/>
          </ac:spMkLst>
        </pc:spChg>
        <pc:spChg chg="mod ord">
          <ac:chgData name="Mahmoud Salem" userId="7bf24d79-5b67-4251-b831-92e5f8c9b05a" providerId="ADAL" clId="{54DDED27-7384-4171-A95E-02A87A831300}" dt="2023-09-26T22:53:14.964" v="47" actId="27636"/>
          <ac:spMkLst>
            <pc:docMk/>
            <pc:sldMk cId="3462786754" sldId="318"/>
            <ac:spMk id="3" creationId="{F3005794-BF65-410E-9225-F34791DBC010}"/>
          </ac:spMkLst>
        </pc:spChg>
        <pc:spChg chg="mod ord">
          <ac:chgData name="Mahmoud Salem" userId="7bf24d79-5b67-4251-b831-92e5f8c9b05a" providerId="ADAL" clId="{54DDED27-7384-4171-A95E-02A87A831300}" dt="2023-09-26T22:53:14.940" v="46" actId="700"/>
          <ac:spMkLst>
            <pc:docMk/>
            <pc:sldMk cId="3462786754" sldId="318"/>
            <ac:spMk id="4" creationId="{4E14A3A2-0881-4AA2-B724-688DC4391366}"/>
          </ac:spMkLst>
        </pc:spChg>
      </pc:sldChg>
      <pc:sldChg chg="del">
        <pc:chgData name="Mahmoud Salem" userId="7bf24d79-5b67-4251-b831-92e5f8c9b05a" providerId="ADAL" clId="{54DDED27-7384-4171-A95E-02A87A831300}" dt="2023-09-26T22:49:20.723" v="0" actId="47"/>
        <pc:sldMkLst>
          <pc:docMk/>
          <pc:sldMk cId="763391090" sldId="319"/>
        </pc:sldMkLst>
      </pc:sldChg>
      <pc:sldChg chg="modSp mod chgLayout">
        <pc:chgData name="Mahmoud Salem" userId="7bf24d79-5b67-4251-b831-92e5f8c9b05a" providerId="ADAL" clId="{54DDED27-7384-4171-A95E-02A87A831300}" dt="2023-09-26T22:53:25.573" v="49" actId="27636"/>
        <pc:sldMkLst>
          <pc:docMk/>
          <pc:sldMk cId="3807408485" sldId="319"/>
        </pc:sldMkLst>
        <pc:spChg chg="mod ord">
          <ac:chgData name="Mahmoud Salem" userId="7bf24d79-5b67-4251-b831-92e5f8c9b05a" providerId="ADAL" clId="{54DDED27-7384-4171-A95E-02A87A831300}" dt="2023-09-26T22:53:25.555" v="48" actId="700"/>
          <ac:spMkLst>
            <pc:docMk/>
            <pc:sldMk cId="3807408485" sldId="319"/>
            <ac:spMk id="2" creationId="{E777E4B0-E03F-4F02-BDFE-7A4C6DA29131}"/>
          </ac:spMkLst>
        </pc:spChg>
        <pc:spChg chg="mod ord">
          <ac:chgData name="Mahmoud Salem" userId="7bf24d79-5b67-4251-b831-92e5f8c9b05a" providerId="ADAL" clId="{54DDED27-7384-4171-A95E-02A87A831300}" dt="2023-09-26T22:53:25.573" v="49" actId="27636"/>
          <ac:spMkLst>
            <pc:docMk/>
            <pc:sldMk cId="3807408485" sldId="319"/>
            <ac:spMk id="3" creationId="{F3005794-BF65-410E-9225-F34791DBC010}"/>
          </ac:spMkLst>
        </pc:spChg>
        <pc:spChg chg="mod ord">
          <ac:chgData name="Mahmoud Salem" userId="7bf24d79-5b67-4251-b831-92e5f8c9b05a" providerId="ADAL" clId="{54DDED27-7384-4171-A95E-02A87A831300}" dt="2023-09-26T22:53:25.555" v="48" actId="700"/>
          <ac:spMkLst>
            <pc:docMk/>
            <pc:sldMk cId="3807408485" sldId="319"/>
            <ac:spMk id="4" creationId="{4E14A3A2-0881-4AA2-B724-688DC4391366}"/>
          </ac:spMkLst>
        </pc:spChg>
      </pc:sldChg>
      <pc:sldChg chg="addSp delSp modSp add del mod">
        <pc:chgData name="Mahmoud Salem" userId="7bf24d79-5b67-4251-b831-92e5f8c9b05a" providerId="ADAL" clId="{54DDED27-7384-4171-A95E-02A87A831300}" dt="2023-09-27T14:58:29.736" v="824" actId="47"/>
        <pc:sldMkLst>
          <pc:docMk/>
          <pc:sldMk cId="2354693490" sldId="320"/>
        </pc:sldMkLst>
        <pc:spChg chg="del">
          <ac:chgData name="Mahmoud Salem" userId="7bf24d79-5b67-4251-b831-92e5f8c9b05a" providerId="ADAL" clId="{54DDED27-7384-4171-A95E-02A87A831300}" dt="2023-09-26T22:56:07.421" v="53" actId="478"/>
          <ac:spMkLst>
            <pc:docMk/>
            <pc:sldMk cId="2354693490" sldId="320"/>
            <ac:spMk id="3" creationId="{F3005794-BF65-410E-9225-F34791DBC010}"/>
          </ac:spMkLst>
        </pc:spChg>
        <pc:spChg chg="add mod">
          <ac:chgData name="Mahmoud Salem" userId="7bf24d79-5b67-4251-b831-92e5f8c9b05a" providerId="ADAL" clId="{54DDED27-7384-4171-A95E-02A87A831300}" dt="2023-09-26T22:56:07.421" v="53" actId="478"/>
          <ac:spMkLst>
            <pc:docMk/>
            <pc:sldMk cId="2354693490" sldId="320"/>
            <ac:spMk id="6" creationId="{82D46D79-98BB-3AFB-A5F8-87AE0B5886C0}"/>
          </ac:spMkLst>
        </pc:spChg>
      </pc:sldChg>
      <pc:sldChg chg="del">
        <pc:chgData name="Mahmoud Salem" userId="7bf24d79-5b67-4251-b831-92e5f8c9b05a" providerId="ADAL" clId="{54DDED27-7384-4171-A95E-02A87A831300}" dt="2023-09-26T22:49:20.723" v="0" actId="47"/>
        <pc:sldMkLst>
          <pc:docMk/>
          <pc:sldMk cId="2902856244" sldId="320"/>
        </pc:sldMkLst>
      </pc:sldChg>
      <pc:sldChg chg="del">
        <pc:chgData name="Mahmoud Salem" userId="7bf24d79-5b67-4251-b831-92e5f8c9b05a" providerId="ADAL" clId="{54DDED27-7384-4171-A95E-02A87A831300}" dt="2023-09-26T22:49:20.723" v="0" actId="47"/>
        <pc:sldMkLst>
          <pc:docMk/>
          <pc:sldMk cId="661409037" sldId="321"/>
        </pc:sldMkLst>
      </pc:sldChg>
      <pc:sldChg chg="modSp add mod">
        <pc:chgData name="Mahmoud Salem" userId="7bf24d79-5b67-4251-b831-92e5f8c9b05a" providerId="ADAL" clId="{54DDED27-7384-4171-A95E-02A87A831300}" dt="2023-09-27T15:00:08.722" v="1157" actId="20577"/>
        <pc:sldMkLst>
          <pc:docMk/>
          <pc:sldMk cId="964406175" sldId="321"/>
        </pc:sldMkLst>
        <pc:spChg chg="mod">
          <ac:chgData name="Mahmoud Salem" userId="7bf24d79-5b67-4251-b831-92e5f8c9b05a" providerId="ADAL" clId="{54DDED27-7384-4171-A95E-02A87A831300}" dt="2023-09-27T15:00:08.722" v="1157" actId="20577"/>
          <ac:spMkLst>
            <pc:docMk/>
            <pc:sldMk cId="964406175" sldId="321"/>
            <ac:spMk id="6" creationId="{82D46D79-98BB-3AFB-A5F8-87AE0B5886C0}"/>
          </ac:spMkLst>
        </pc:spChg>
      </pc:sldChg>
      <pc:sldChg chg="add del">
        <pc:chgData name="Mahmoud Salem" userId="7bf24d79-5b67-4251-b831-92e5f8c9b05a" providerId="ADAL" clId="{54DDED27-7384-4171-A95E-02A87A831300}" dt="2023-09-27T14:58:31.014" v="825" actId="47"/>
        <pc:sldMkLst>
          <pc:docMk/>
          <pc:sldMk cId="10948614" sldId="322"/>
        </pc:sldMkLst>
      </pc:sldChg>
      <pc:sldChg chg="del">
        <pc:chgData name="Mahmoud Salem" userId="7bf24d79-5b67-4251-b831-92e5f8c9b05a" providerId="ADAL" clId="{54DDED27-7384-4171-A95E-02A87A831300}" dt="2023-09-26T22:49:20.723" v="0" actId="47"/>
        <pc:sldMkLst>
          <pc:docMk/>
          <pc:sldMk cId="727790367" sldId="322"/>
        </pc:sldMkLst>
      </pc:sldChg>
      <pc:sldChg chg="add del">
        <pc:chgData name="Mahmoud Salem" userId="7bf24d79-5b67-4251-b831-92e5f8c9b05a" providerId="ADAL" clId="{54DDED27-7384-4171-A95E-02A87A831300}" dt="2023-09-27T15:00:12.198" v="1158" actId="47"/>
        <pc:sldMkLst>
          <pc:docMk/>
          <pc:sldMk cId="426462588" sldId="323"/>
        </pc:sldMkLst>
      </pc:sldChg>
      <pc:sldChg chg="del">
        <pc:chgData name="Mahmoud Salem" userId="7bf24d79-5b67-4251-b831-92e5f8c9b05a" providerId="ADAL" clId="{54DDED27-7384-4171-A95E-02A87A831300}" dt="2023-09-26T22:49:20.723" v="0" actId="47"/>
        <pc:sldMkLst>
          <pc:docMk/>
          <pc:sldMk cId="3926803258" sldId="323"/>
        </pc:sldMkLst>
      </pc:sldChg>
      <pc:sldChg chg="del">
        <pc:chgData name="Mahmoud Salem" userId="7bf24d79-5b67-4251-b831-92e5f8c9b05a" providerId="ADAL" clId="{54DDED27-7384-4171-A95E-02A87A831300}" dt="2023-09-26T22:49:20.723" v="0" actId="47"/>
        <pc:sldMkLst>
          <pc:docMk/>
          <pc:sldMk cId="1908654559" sldId="324"/>
        </pc:sldMkLst>
      </pc:sldChg>
      <pc:sldChg chg="addSp delSp modSp new mod ord modClrScheme chgLayout">
        <pc:chgData name="Mahmoud Salem" userId="7bf24d79-5b67-4251-b831-92e5f8c9b05a" providerId="ADAL" clId="{54DDED27-7384-4171-A95E-02A87A831300}" dt="2023-09-27T14:56:28.530" v="815" actId="20577"/>
        <pc:sldMkLst>
          <pc:docMk/>
          <pc:sldMk cId="1926797439" sldId="324"/>
        </pc:sldMkLst>
        <pc:spChg chg="mod ord">
          <ac:chgData name="Mahmoud Salem" userId="7bf24d79-5b67-4251-b831-92e5f8c9b05a" providerId="ADAL" clId="{54DDED27-7384-4171-A95E-02A87A831300}" dt="2023-09-27T14:55:26.244" v="614" actId="700"/>
          <ac:spMkLst>
            <pc:docMk/>
            <pc:sldMk cId="1926797439" sldId="324"/>
            <ac:spMk id="2" creationId="{FC6AAA8C-22CB-18AE-1919-FEBF8D7D5D5D}"/>
          </ac:spMkLst>
        </pc:spChg>
        <pc:spChg chg="add del mod ord">
          <ac:chgData name="Mahmoud Salem" userId="7bf24d79-5b67-4251-b831-92e5f8c9b05a" providerId="ADAL" clId="{54DDED27-7384-4171-A95E-02A87A831300}" dt="2023-09-27T14:55:26.244" v="614" actId="700"/>
          <ac:spMkLst>
            <pc:docMk/>
            <pc:sldMk cId="1926797439" sldId="324"/>
            <ac:spMk id="3" creationId="{8304C815-0B61-8CB9-E2BE-BD3BF7EC3834}"/>
          </ac:spMkLst>
        </pc:spChg>
        <pc:spChg chg="del">
          <ac:chgData name="Mahmoud Salem" userId="7bf24d79-5b67-4251-b831-92e5f8c9b05a" providerId="ADAL" clId="{54DDED27-7384-4171-A95E-02A87A831300}" dt="2023-09-27T02:09:49.506" v="123" actId="931"/>
          <ac:spMkLst>
            <pc:docMk/>
            <pc:sldMk cId="1926797439" sldId="324"/>
            <ac:spMk id="3" creationId="{902A23D5-41C5-A340-DB02-267F45C4F559}"/>
          </ac:spMkLst>
        </pc:spChg>
        <pc:spChg chg="add del mod ord">
          <ac:chgData name="Mahmoud Salem" userId="7bf24d79-5b67-4251-b831-92e5f8c9b05a" providerId="ADAL" clId="{54DDED27-7384-4171-A95E-02A87A831300}" dt="2023-09-27T14:55:26.244" v="614" actId="700"/>
          <ac:spMkLst>
            <pc:docMk/>
            <pc:sldMk cId="1926797439" sldId="324"/>
            <ac:spMk id="4" creationId="{2D8C2712-058B-F91F-9B90-4270EF3C9DDC}"/>
          </ac:spMkLst>
        </pc:spChg>
        <pc:spChg chg="add del mod ord">
          <ac:chgData name="Mahmoud Salem" userId="7bf24d79-5b67-4251-b831-92e5f8c9b05a" providerId="ADAL" clId="{54DDED27-7384-4171-A95E-02A87A831300}" dt="2023-09-27T14:55:26.244" v="614" actId="700"/>
          <ac:spMkLst>
            <pc:docMk/>
            <pc:sldMk cId="1926797439" sldId="324"/>
            <ac:spMk id="6" creationId="{38F0568F-1677-FE31-168F-56ED17F00280}"/>
          </ac:spMkLst>
        </pc:spChg>
        <pc:spChg chg="add mod">
          <ac:chgData name="Mahmoud Salem" userId="7bf24d79-5b67-4251-b831-92e5f8c9b05a" providerId="ADAL" clId="{54DDED27-7384-4171-A95E-02A87A831300}" dt="2023-09-27T14:55:33.817" v="616" actId="1076"/>
          <ac:spMkLst>
            <pc:docMk/>
            <pc:sldMk cId="1926797439" sldId="324"/>
            <ac:spMk id="7" creationId="{66F54116-A696-B22D-16B5-B2AF2B3F83D3}"/>
          </ac:spMkLst>
        </pc:spChg>
        <pc:spChg chg="add mod ord">
          <ac:chgData name="Mahmoud Salem" userId="7bf24d79-5b67-4251-b831-92e5f8c9b05a" providerId="ADAL" clId="{54DDED27-7384-4171-A95E-02A87A831300}" dt="2023-09-27T14:56:28.530" v="815" actId="20577"/>
          <ac:spMkLst>
            <pc:docMk/>
            <pc:sldMk cId="1926797439" sldId="324"/>
            <ac:spMk id="8" creationId="{B57A5203-CF00-20DB-1F26-7FCBD89AFBA0}"/>
          </ac:spMkLst>
        </pc:spChg>
        <pc:picChg chg="add mod ord">
          <ac:chgData name="Mahmoud Salem" userId="7bf24d79-5b67-4251-b831-92e5f8c9b05a" providerId="ADAL" clId="{54DDED27-7384-4171-A95E-02A87A831300}" dt="2023-09-27T14:55:36.691" v="617" actId="1076"/>
          <ac:picMkLst>
            <pc:docMk/>
            <pc:sldMk cId="1926797439" sldId="324"/>
            <ac:picMk id="5" creationId="{E54F7824-A845-C999-2EEC-441069C2AE7D}"/>
          </ac:picMkLst>
        </pc:picChg>
      </pc:sldChg>
      <pc:sldChg chg="modSp add mod ord">
        <pc:chgData name="Mahmoud Salem" userId="7bf24d79-5b67-4251-b831-92e5f8c9b05a" providerId="ADAL" clId="{54DDED27-7384-4171-A95E-02A87A831300}" dt="2023-09-27T14:54:08.778" v="611" actId="20577"/>
        <pc:sldMkLst>
          <pc:docMk/>
          <pc:sldMk cId="2178829607" sldId="325"/>
        </pc:sldMkLst>
        <pc:spChg chg="mod">
          <ac:chgData name="Mahmoud Salem" userId="7bf24d79-5b67-4251-b831-92e5f8c9b05a" providerId="ADAL" clId="{54DDED27-7384-4171-A95E-02A87A831300}" dt="2023-09-27T03:47:12.389" v="260" actId="20577"/>
          <ac:spMkLst>
            <pc:docMk/>
            <pc:sldMk cId="2178829607" sldId="325"/>
            <ac:spMk id="2" creationId="{FC6AAA8C-22CB-18AE-1919-FEBF8D7D5D5D}"/>
          </ac:spMkLst>
        </pc:spChg>
        <pc:spChg chg="mod">
          <ac:chgData name="Mahmoud Salem" userId="7bf24d79-5b67-4251-b831-92e5f8c9b05a" providerId="ADAL" clId="{54DDED27-7384-4171-A95E-02A87A831300}" dt="2023-09-27T14:54:08.778" v="611" actId="20577"/>
          <ac:spMkLst>
            <pc:docMk/>
            <pc:sldMk cId="2178829607" sldId="325"/>
            <ac:spMk id="3" creationId="{902A23D5-41C5-A340-DB02-267F45C4F559}"/>
          </ac:spMkLst>
        </pc:spChg>
      </pc:sldChg>
      <pc:sldChg chg="addSp delSp modSp add mod ord">
        <pc:chgData name="Mahmoud Salem" userId="7bf24d79-5b67-4251-b831-92e5f8c9b05a" providerId="ADAL" clId="{54DDED27-7384-4171-A95E-02A87A831300}" dt="2023-09-27T14:56:38.771" v="818"/>
        <pc:sldMkLst>
          <pc:docMk/>
          <pc:sldMk cId="676665048" sldId="326"/>
        </pc:sldMkLst>
        <pc:spChg chg="mod">
          <ac:chgData name="Mahmoud Salem" userId="7bf24d79-5b67-4251-b831-92e5f8c9b05a" providerId="ADAL" clId="{54DDED27-7384-4171-A95E-02A87A831300}" dt="2023-09-27T03:45:20.874" v="149" actId="20577"/>
          <ac:spMkLst>
            <pc:docMk/>
            <pc:sldMk cId="676665048" sldId="326"/>
            <ac:spMk id="2" creationId="{FC6AAA8C-22CB-18AE-1919-FEBF8D7D5D5D}"/>
          </ac:spMkLst>
        </pc:spChg>
        <pc:spChg chg="mod">
          <ac:chgData name="Mahmoud Salem" userId="7bf24d79-5b67-4251-b831-92e5f8c9b05a" providerId="ADAL" clId="{54DDED27-7384-4171-A95E-02A87A831300}" dt="2023-09-27T03:46:26.382" v="237"/>
          <ac:spMkLst>
            <pc:docMk/>
            <pc:sldMk cId="676665048" sldId="326"/>
            <ac:spMk id="3" creationId="{902A23D5-41C5-A340-DB02-267F45C4F559}"/>
          </ac:spMkLst>
        </pc:spChg>
        <pc:spChg chg="add del">
          <ac:chgData name="Mahmoud Salem" userId="7bf24d79-5b67-4251-b831-92e5f8c9b05a" providerId="ADAL" clId="{54DDED27-7384-4171-A95E-02A87A831300}" dt="2023-09-27T03:46:16.722" v="209" actId="22"/>
          <ac:spMkLst>
            <pc:docMk/>
            <pc:sldMk cId="676665048" sldId="326"/>
            <ac:spMk id="5" creationId="{7FBBF9E4-746D-F360-CDD4-A40FF44AFC44}"/>
          </ac:spMkLst>
        </pc:spChg>
      </pc:sldChg>
      <pc:sldChg chg="del">
        <pc:chgData name="Mahmoud Salem" userId="7bf24d79-5b67-4251-b831-92e5f8c9b05a" providerId="ADAL" clId="{54DDED27-7384-4171-A95E-02A87A831300}" dt="2023-09-26T22:49:20.723" v="0" actId="47"/>
        <pc:sldMkLst>
          <pc:docMk/>
          <pc:sldMk cId="1080984189" sldId="327"/>
        </pc:sldMkLst>
      </pc:sldChg>
      <pc:sldChg chg="modSp add mod">
        <pc:chgData name="Mahmoud Salem" userId="7bf24d79-5b67-4251-b831-92e5f8c9b05a" providerId="ADAL" clId="{54DDED27-7384-4171-A95E-02A87A831300}" dt="2023-09-27T14:46:22.297" v="347" actId="20577"/>
        <pc:sldMkLst>
          <pc:docMk/>
          <pc:sldMk cId="3645632712" sldId="327"/>
        </pc:sldMkLst>
        <pc:spChg chg="mod">
          <ac:chgData name="Mahmoud Salem" userId="7bf24d79-5b67-4251-b831-92e5f8c9b05a" providerId="ADAL" clId="{54DDED27-7384-4171-A95E-02A87A831300}" dt="2023-09-27T14:46:09.255" v="293" actId="20577"/>
          <ac:spMkLst>
            <pc:docMk/>
            <pc:sldMk cId="3645632712" sldId="327"/>
            <ac:spMk id="2" creationId="{FC6AAA8C-22CB-18AE-1919-FEBF8D7D5D5D}"/>
          </ac:spMkLst>
        </pc:spChg>
        <pc:spChg chg="mod">
          <ac:chgData name="Mahmoud Salem" userId="7bf24d79-5b67-4251-b831-92e5f8c9b05a" providerId="ADAL" clId="{54DDED27-7384-4171-A95E-02A87A831300}" dt="2023-09-27T14:46:22.297" v="347" actId="20577"/>
          <ac:spMkLst>
            <pc:docMk/>
            <pc:sldMk cId="3645632712" sldId="327"/>
            <ac:spMk id="3" creationId="{902A23D5-41C5-A340-DB02-267F45C4F559}"/>
          </ac:spMkLst>
        </pc:spChg>
      </pc:sldChg>
      <pc:sldChg chg="del">
        <pc:chgData name="Mahmoud Salem" userId="7bf24d79-5b67-4251-b831-92e5f8c9b05a" providerId="ADAL" clId="{54DDED27-7384-4171-A95E-02A87A831300}" dt="2023-09-26T22:49:20.723" v="0" actId="47"/>
        <pc:sldMkLst>
          <pc:docMk/>
          <pc:sldMk cId="514499304" sldId="328"/>
        </pc:sldMkLst>
      </pc:sldChg>
      <pc:sldChg chg="add del">
        <pc:chgData name="Mahmoud Salem" userId="7bf24d79-5b67-4251-b831-92e5f8c9b05a" providerId="ADAL" clId="{54DDED27-7384-4171-A95E-02A87A831300}" dt="2023-09-27T03:46:57.647" v="238" actId="47"/>
        <pc:sldMkLst>
          <pc:docMk/>
          <pc:sldMk cId="2847265054" sldId="328"/>
        </pc:sldMkLst>
      </pc:sldChg>
      <pc:sldChg chg="add del">
        <pc:chgData name="Mahmoud Salem" userId="7bf24d79-5b67-4251-b831-92e5f8c9b05a" providerId="ADAL" clId="{54DDED27-7384-4171-A95E-02A87A831300}" dt="2023-09-26T22:58:18.385" v="122" actId="47"/>
        <pc:sldMkLst>
          <pc:docMk/>
          <pc:sldMk cId="3816776509" sldId="328"/>
        </pc:sldMkLst>
      </pc:sldChg>
      <pc:sldChg chg="modSp new mod ord">
        <pc:chgData name="Mahmoud Salem" userId="7bf24d79-5b67-4251-b831-92e5f8c9b05a" providerId="ADAL" clId="{54DDED27-7384-4171-A95E-02A87A831300}" dt="2023-09-27T14:56:42.178" v="820"/>
        <pc:sldMkLst>
          <pc:docMk/>
          <pc:sldMk cId="4156242170" sldId="329"/>
        </pc:sldMkLst>
        <pc:spChg chg="mod">
          <ac:chgData name="Mahmoud Salem" userId="7bf24d79-5b67-4251-b831-92e5f8c9b05a" providerId="ADAL" clId="{54DDED27-7384-4171-A95E-02A87A831300}" dt="2023-09-27T03:45:51.866" v="183" actId="20577"/>
          <ac:spMkLst>
            <pc:docMk/>
            <pc:sldMk cId="4156242170" sldId="329"/>
            <ac:spMk id="2" creationId="{1072DD11-1455-7F7D-7238-9F5503E41EF6}"/>
          </ac:spMkLst>
        </pc:spChg>
        <pc:spChg chg="mod">
          <ac:chgData name="Mahmoud Salem" userId="7bf24d79-5b67-4251-b831-92e5f8c9b05a" providerId="ADAL" clId="{54DDED27-7384-4171-A95E-02A87A831300}" dt="2023-09-27T14:56:35.177" v="816" actId="20577"/>
          <ac:spMkLst>
            <pc:docMk/>
            <pc:sldMk cId="4156242170" sldId="329"/>
            <ac:spMk id="3" creationId="{63AA3B37-CB01-8D23-3FEE-1E6110595011}"/>
          </ac:spMkLst>
        </pc:spChg>
      </pc:sldChg>
      <pc:sldChg chg="addSp delSp modSp new mod ord">
        <pc:chgData name="Mahmoud Salem" userId="7bf24d79-5b67-4251-b831-92e5f8c9b05a" providerId="ADAL" clId="{54DDED27-7384-4171-A95E-02A87A831300}" dt="2023-09-27T14:56:49.595" v="822"/>
        <pc:sldMkLst>
          <pc:docMk/>
          <pc:sldMk cId="448223345" sldId="330"/>
        </pc:sldMkLst>
        <pc:spChg chg="mod">
          <ac:chgData name="Mahmoud Salem" userId="7bf24d79-5b67-4251-b831-92e5f8c9b05a" providerId="ADAL" clId="{54DDED27-7384-4171-A95E-02A87A831300}" dt="2023-09-27T03:47:23.970" v="285" actId="20577"/>
          <ac:spMkLst>
            <pc:docMk/>
            <pc:sldMk cId="448223345" sldId="330"/>
            <ac:spMk id="2" creationId="{FE3B7CBD-5DC5-66BD-D5FA-EC875FBBDDD5}"/>
          </ac:spMkLst>
        </pc:spChg>
        <pc:spChg chg="del">
          <ac:chgData name="Mahmoud Salem" userId="7bf24d79-5b67-4251-b831-92e5f8c9b05a" providerId="ADAL" clId="{54DDED27-7384-4171-A95E-02A87A831300}" dt="2023-09-27T03:47:38.615" v="286" actId="931"/>
          <ac:spMkLst>
            <pc:docMk/>
            <pc:sldMk cId="448223345" sldId="330"/>
            <ac:spMk id="3" creationId="{FD707027-6134-F983-11D2-A5075A9F7D3D}"/>
          </ac:spMkLst>
        </pc:spChg>
        <pc:picChg chg="add mod">
          <ac:chgData name="Mahmoud Salem" userId="7bf24d79-5b67-4251-b831-92e5f8c9b05a" providerId="ADAL" clId="{54DDED27-7384-4171-A95E-02A87A831300}" dt="2023-09-27T03:47:38.615" v="286" actId="931"/>
          <ac:picMkLst>
            <pc:docMk/>
            <pc:sldMk cId="448223345" sldId="330"/>
            <ac:picMk id="5" creationId="{6472D6EE-3F44-5290-FAEB-88031DFBA3A3}"/>
          </ac:picMkLst>
        </pc:picChg>
      </pc:sldChg>
      <pc:sldChg chg="del">
        <pc:chgData name="Mahmoud Salem" userId="7bf24d79-5b67-4251-b831-92e5f8c9b05a" providerId="ADAL" clId="{54DDED27-7384-4171-A95E-02A87A831300}" dt="2023-09-26T22:49:20.723" v="0" actId="47"/>
        <pc:sldMkLst>
          <pc:docMk/>
          <pc:sldMk cId="1932260263" sldId="330"/>
        </pc:sldMkLst>
      </pc:sldChg>
      <pc:sldChg chg="add">
        <pc:chgData name="Mahmoud Salem" userId="7bf24d79-5b67-4251-b831-92e5f8c9b05a" providerId="ADAL" clId="{54DDED27-7384-4171-A95E-02A87A831300}" dt="2023-09-27T14:56:52.833" v="823"/>
        <pc:sldMkLst>
          <pc:docMk/>
          <pc:sldMk cId="2119939603" sldId="331"/>
        </pc:sldMkLst>
      </pc:sldChg>
      <pc:sldChg chg="del">
        <pc:chgData name="Mahmoud Salem" userId="7bf24d79-5b67-4251-b831-92e5f8c9b05a" providerId="ADAL" clId="{54DDED27-7384-4171-A95E-02A87A831300}" dt="2023-09-26T22:49:20.723" v="0" actId="47"/>
        <pc:sldMkLst>
          <pc:docMk/>
          <pc:sldMk cId="4206540229" sldId="331"/>
        </pc:sldMkLst>
      </pc:sldChg>
      <pc:sldChg chg="modSp new mod">
        <pc:chgData name="Mahmoud Salem" userId="7bf24d79-5b67-4251-b831-92e5f8c9b05a" providerId="ADAL" clId="{54DDED27-7384-4171-A95E-02A87A831300}" dt="2023-09-27T15:10:47.402" v="1662" actId="20577"/>
        <pc:sldMkLst>
          <pc:docMk/>
          <pc:sldMk cId="4139535029" sldId="332"/>
        </pc:sldMkLst>
        <pc:spChg chg="mod">
          <ac:chgData name="Mahmoud Salem" userId="7bf24d79-5b67-4251-b831-92e5f8c9b05a" providerId="ADAL" clId="{54DDED27-7384-4171-A95E-02A87A831300}" dt="2023-09-27T15:01:07.724" v="1184" actId="20577"/>
          <ac:spMkLst>
            <pc:docMk/>
            <pc:sldMk cId="4139535029" sldId="332"/>
            <ac:spMk id="2" creationId="{3D5B8E35-7285-E4A9-44E9-16A625D9B880}"/>
          </ac:spMkLst>
        </pc:spChg>
        <pc:spChg chg="mod">
          <ac:chgData name="Mahmoud Salem" userId="7bf24d79-5b67-4251-b831-92e5f8c9b05a" providerId="ADAL" clId="{54DDED27-7384-4171-A95E-02A87A831300}" dt="2023-09-27T15:10:47.402" v="1662" actId="20577"/>
          <ac:spMkLst>
            <pc:docMk/>
            <pc:sldMk cId="4139535029" sldId="332"/>
            <ac:spMk id="3" creationId="{D6ABD441-CD72-0D0F-643C-46D764509867}"/>
          </ac:spMkLst>
        </pc:spChg>
      </pc:sldChg>
      <pc:sldChg chg="del">
        <pc:chgData name="Mahmoud Salem" userId="7bf24d79-5b67-4251-b831-92e5f8c9b05a" providerId="ADAL" clId="{54DDED27-7384-4171-A95E-02A87A831300}" dt="2023-09-26T22:49:20.723" v="0" actId="47"/>
        <pc:sldMkLst>
          <pc:docMk/>
          <pc:sldMk cId="706986565" sldId="333"/>
        </pc:sldMkLst>
      </pc:sldChg>
      <pc:sldChg chg="del">
        <pc:chgData name="Mahmoud Salem" userId="7bf24d79-5b67-4251-b831-92e5f8c9b05a" providerId="ADAL" clId="{54DDED27-7384-4171-A95E-02A87A831300}" dt="2023-09-26T22:49:20.723" v="0" actId="47"/>
        <pc:sldMkLst>
          <pc:docMk/>
          <pc:sldMk cId="3010868486" sldId="334"/>
        </pc:sldMkLst>
      </pc:sldChg>
      <pc:sldChg chg="del">
        <pc:chgData name="Mahmoud Salem" userId="7bf24d79-5b67-4251-b831-92e5f8c9b05a" providerId="ADAL" clId="{54DDED27-7384-4171-A95E-02A87A831300}" dt="2023-09-26T22:49:20.723" v="0" actId="47"/>
        <pc:sldMkLst>
          <pc:docMk/>
          <pc:sldMk cId="997990519" sldId="335"/>
        </pc:sldMkLst>
      </pc:sldChg>
      <pc:sldChg chg="del">
        <pc:chgData name="Mahmoud Salem" userId="7bf24d79-5b67-4251-b831-92e5f8c9b05a" providerId="ADAL" clId="{54DDED27-7384-4171-A95E-02A87A831300}" dt="2023-09-26T22:49:20.723" v="0" actId="47"/>
        <pc:sldMkLst>
          <pc:docMk/>
          <pc:sldMk cId="2655091113" sldId="336"/>
        </pc:sldMkLst>
      </pc:sldChg>
      <pc:sldChg chg="del">
        <pc:chgData name="Mahmoud Salem" userId="7bf24d79-5b67-4251-b831-92e5f8c9b05a" providerId="ADAL" clId="{54DDED27-7384-4171-A95E-02A87A831300}" dt="2023-09-26T22:49:20.723" v="0" actId="47"/>
        <pc:sldMkLst>
          <pc:docMk/>
          <pc:sldMk cId="206812113" sldId="337"/>
        </pc:sldMkLst>
      </pc:sldChg>
      <pc:sldMasterChg chg="delSldLayout">
        <pc:chgData name="Mahmoud Salem" userId="7bf24d79-5b67-4251-b831-92e5f8c9b05a" providerId="ADAL" clId="{54DDED27-7384-4171-A95E-02A87A831300}" dt="2023-09-26T22:49:20.723" v="0" actId="47"/>
        <pc:sldMasterMkLst>
          <pc:docMk/>
          <pc:sldMasterMk cId="1521479117" sldId="2147483672"/>
        </pc:sldMasterMkLst>
        <pc:sldLayoutChg chg="del">
          <pc:chgData name="Mahmoud Salem" userId="7bf24d79-5b67-4251-b831-92e5f8c9b05a" providerId="ADAL" clId="{54DDED27-7384-4171-A95E-02A87A831300}" dt="2023-09-26T22:49:20.723" v="0" actId="47"/>
          <pc:sldLayoutMkLst>
            <pc:docMk/>
            <pc:sldMasterMk cId="1521479117" sldId="2147483672"/>
            <pc:sldLayoutMk cId="3169573194" sldId="2147483684"/>
          </pc:sldLayoutMkLst>
        </pc:sldLayoutChg>
        <pc:sldLayoutChg chg="del">
          <pc:chgData name="Mahmoud Salem" userId="7bf24d79-5b67-4251-b831-92e5f8c9b05a" providerId="ADAL" clId="{54DDED27-7384-4171-A95E-02A87A831300}" dt="2023-09-26T22:49:20.723" v="0" actId="47"/>
          <pc:sldLayoutMkLst>
            <pc:docMk/>
            <pc:sldMasterMk cId="1521479117" sldId="2147483672"/>
            <pc:sldLayoutMk cId="4261250542" sldId="2147483685"/>
          </pc:sldLayoutMkLst>
        </pc:sldLayoutChg>
        <pc:sldLayoutChg chg="del">
          <pc:chgData name="Mahmoud Salem" userId="7bf24d79-5b67-4251-b831-92e5f8c9b05a" providerId="ADAL" clId="{54DDED27-7384-4171-A95E-02A87A831300}" dt="2023-09-26T22:49:20.723" v="0" actId="47"/>
          <pc:sldLayoutMkLst>
            <pc:docMk/>
            <pc:sldMasterMk cId="1521479117" sldId="2147483672"/>
            <pc:sldLayoutMk cId="3967823142" sldId="2147483686"/>
          </pc:sldLayoutMkLst>
        </pc:sldLayoutChg>
      </pc:sldMasterChg>
    </pc:docChg>
  </pc:docChgLst>
  <pc:docChgLst>
    <pc:chgData name="Mahmoud" userId="7bf24d79-5b67-4251-b831-92e5f8c9b05a" providerId="ADAL" clId="{D1CAB0BC-DAA6-4683-91A8-CF1D596A8164}"/>
    <pc:docChg chg="undo custSel addSld delSld modSld sldOrd delMainMaster">
      <pc:chgData name="Mahmoud" userId="7bf24d79-5b67-4251-b831-92e5f8c9b05a" providerId="ADAL" clId="{D1CAB0BC-DAA6-4683-91A8-CF1D596A8164}" dt="2023-09-13T02:31:25.676" v="2273" actId="113"/>
      <pc:docMkLst>
        <pc:docMk/>
      </pc:docMkLst>
      <pc:sldChg chg="del">
        <pc:chgData name="Mahmoud" userId="7bf24d79-5b67-4251-b831-92e5f8c9b05a" providerId="ADAL" clId="{D1CAB0BC-DAA6-4683-91A8-CF1D596A8164}" dt="2023-09-12T23:54:32.908" v="48" actId="47"/>
        <pc:sldMkLst>
          <pc:docMk/>
          <pc:sldMk cId="4262868419" sldId="256"/>
        </pc:sldMkLst>
      </pc:sldChg>
      <pc:sldChg chg="del">
        <pc:chgData name="Mahmoud" userId="7bf24d79-5b67-4251-b831-92e5f8c9b05a" providerId="ADAL" clId="{D1CAB0BC-DAA6-4683-91A8-CF1D596A8164}" dt="2023-09-12T23:54:32.908" v="48" actId="47"/>
        <pc:sldMkLst>
          <pc:docMk/>
          <pc:sldMk cId="3657133794" sldId="257"/>
        </pc:sldMkLst>
      </pc:sldChg>
      <pc:sldChg chg="del">
        <pc:chgData name="Mahmoud" userId="7bf24d79-5b67-4251-b831-92e5f8c9b05a" providerId="ADAL" clId="{D1CAB0BC-DAA6-4683-91A8-CF1D596A8164}" dt="2023-09-12T23:54:32.908" v="48" actId="47"/>
        <pc:sldMkLst>
          <pc:docMk/>
          <pc:sldMk cId="4262167541" sldId="258"/>
        </pc:sldMkLst>
      </pc:sldChg>
      <pc:sldChg chg="del">
        <pc:chgData name="Mahmoud" userId="7bf24d79-5b67-4251-b831-92e5f8c9b05a" providerId="ADAL" clId="{D1CAB0BC-DAA6-4683-91A8-CF1D596A8164}" dt="2023-09-12T23:54:32.908" v="48" actId="47"/>
        <pc:sldMkLst>
          <pc:docMk/>
          <pc:sldMk cId="3092698901" sldId="259"/>
        </pc:sldMkLst>
      </pc:sldChg>
      <pc:sldChg chg="del">
        <pc:chgData name="Mahmoud" userId="7bf24d79-5b67-4251-b831-92e5f8c9b05a" providerId="ADAL" clId="{D1CAB0BC-DAA6-4683-91A8-CF1D596A8164}" dt="2023-09-12T23:54:32.908" v="48" actId="47"/>
        <pc:sldMkLst>
          <pc:docMk/>
          <pc:sldMk cId="645829789" sldId="262"/>
        </pc:sldMkLst>
      </pc:sldChg>
      <pc:sldChg chg="del">
        <pc:chgData name="Mahmoud" userId="7bf24d79-5b67-4251-b831-92e5f8c9b05a" providerId="ADAL" clId="{D1CAB0BC-DAA6-4683-91A8-CF1D596A8164}" dt="2023-09-12T23:54:32.908" v="48" actId="47"/>
        <pc:sldMkLst>
          <pc:docMk/>
          <pc:sldMk cId="3421971578" sldId="265"/>
        </pc:sldMkLst>
      </pc:sldChg>
      <pc:sldChg chg="del">
        <pc:chgData name="Mahmoud" userId="7bf24d79-5b67-4251-b831-92e5f8c9b05a" providerId="ADAL" clId="{D1CAB0BC-DAA6-4683-91A8-CF1D596A8164}" dt="2023-09-12T23:54:32.908" v="48" actId="47"/>
        <pc:sldMkLst>
          <pc:docMk/>
          <pc:sldMk cId="1812163863" sldId="273"/>
        </pc:sldMkLst>
      </pc:sldChg>
      <pc:sldChg chg="del">
        <pc:chgData name="Mahmoud" userId="7bf24d79-5b67-4251-b831-92e5f8c9b05a" providerId="ADAL" clId="{D1CAB0BC-DAA6-4683-91A8-CF1D596A8164}" dt="2023-09-12T23:54:32.908" v="48" actId="47"/>
        <pc:sldMkLst>
          <pc:docMk/>
          <pc:sldMk cId="177477495" sldId="285"/>
        </pc:sldMkLst>
      </pc:sldChg>
      <pc:sldChg chg="del">
        <pc:chgData name="Mahmoud" userId="7bf24d79-5b67-4251-b831-92e5f8c9b05a" providerId="ADAL" clId="{D1CAB0BC-DAA6-4683-91A8-CF1D596A8164}" dt="2023-09-12T23:54:32.908" v="48" actId="47"/>
        <pc:sldMkLst>
          <pc:docMk/>
          <pc:sldMk cId="2642769082" sldId="286"/>
        </pc:sldMkLst>
      </pc:sldChg>
      <pc:sldChg chg="del">
        <pc:chgData name="Mahmoud" userId="7bf24d79-5b67-4251-b831-92e5f8c9b05a" providerId="ADAL" clId="{D1CAB0BC-DAA6-4683-91A8-CF1D596A8164}" dt="2023-09-12T23:54:32.908" v="48" actId="47"/>
        <pc:sldMkLst>
          <pc:docMk/>
          <pc:sldMk cId="3331053032" sldId="287"/>
        </pc:sldMkLst>
      </pc:sldChg>
      <pc:sldChg chg="del">
        <pc:chgData name="Mahmoud" userId="7bf24d79-5b67-4251-b831-92e5f8c9b05a" providerId="ADAL" clId="{D1CAB0BC-DAA6-4683-91A8-CF1D596A8164}" dt="2023-09-12T23:54:32.908" v="48" actId="47"/>
        <pc:sldMkLst>
          <pc:docMk/>
          <pc:sldMk cId="1526657781" sldId="288"/>
        </pc:sldMkLst>
      </pc:sldChg>
      <pc:sldChg chg="del">
        <pc:chgData name="Mahmoud" userId="7bf24d79-5b67-4251-b831-92e5f8c9b05a" providerId="ADAL" clId="{D1CAB0BC-DAA6-4683-91A8-CF1D596A8164}" dt="2023-09-12T23:54:32.908" v="48" actId="47"/>
        <pc:sldMkLst>
          <pc:docMk/>
          <pc:sldMk cId="1333680944" sldId="289"/>
        </pc:sldMkLst>
      </pc:sldChg>
      <pc:sldChg chg="del">
        <pc:chgData name="Mahmoud" userId="7bf24d79-5b67-4251-b831-92e5f8c9b05a" providerId="ADAL" clId="{D1CAB0BC-DAA6-4683-91A8-CF1D596A8164}" dt="2023-09-12T23:54:32.908" v="48" actId="47"/>
        <pc:sldMkLst>
          <pc:docMk/>
          <pc:sldMk cId="331482868" sldId="290"/>
        </pc:sldMkLst>
      </pc:sldChg>
      <pc:sldChg chg="del">
        <pc:chgData name="Mahmoud" userId="7bf24d79-5b67-4251-b831-92e5f8c9b05a" providerId="ADAL" clId="{D1CAB0BC-DAA6-4683-91A8-CF1D596A8164}" dt="2023-09-12T23:54:32.908" v="48" actId="47"/>
        <pc:sldMkLst>
          <pc:docMk/>
          <pc:sldMk cId="383983952" sldId="291"/>
        </pc:sldMkLst>
      </pc:sldChg>
      <pc:sldChg chg="del">
        <pc:chgData name="Mahmoud" userId="7bf24d79-5b67-4251-b831-92e5f8c9b05a" providerId="ADAL" clId="{D1CAB0BC-DAA6-4683-91A8-CF1D596A8164}" dt="2023-09-12T23:54:32.908" v="48" actId="47"/>
        <pc:sldMkLst>
          <pc:docMk/>
          <pc:sldMk cId="4002250383" sldId="292"/>
        </pc:sldMkLst>
      </pc:sldChg>
      <pc:sldChg chg="del">
        <pc:chgData name="Mahmoud" userId="7bf24d79-5b67-4251-b831-92e5f8c9b05a" providerId="ADAL" clId="{D1CAB0BC-DAA6-4683-91A8-CF1D596A8164}" dt="2023-09-12T23:54:32.908" v="48" actId="47"/>
        <pc:sldMkLst>
          <pc:docMk/>
          <pc:sldMk cId="1182028648" sldId="293"/>
        </pc:sldMkLst>
      </pc:sldChg>
      <pc:sldChg chg="del">
        <pc:chgData name="Mahmoud" userId="7bf24d79-5b67-4251-b831-92e5f8c9b05a" providerId="ADAL" clId="{D1CAB0BC-DAA6-4683-91A8-CF1D596A8164}" dt="2023-09-12T23:54:32.908" v="48" actId="47"/>
        <pc:sldMkLst>
          <pc:docMk/>
          <pc:sldMk cId="3817052306" sldId="294"/>
        </pc:sldMkLst>
      </pc:sldChg>
      <pc:sldChg chg="del">
        <pc:chgData name="Mahmoud" userId="7bf24d79-5b67-4251-b831-92e5f8c9b05a" providerId="ADAL" clId="{D1CAB0BC-DAA6-4683-91A8-CF1D596A8164}" dt="2023-09-12T23:54:32.908" v="48" actId="47"/>
        <pc:sldMkLst>
          <pc:docMk/>
          <pc:sldMk cId="2387809394" sldId="295"/>
        </pc:sldMkLst>
      </pc:sldChg>
      <pc:sldChg chg="del">
        <pc:chgData name="Mahmoud" userId="7bf24d79-5b67-4251-b831-92e5f8c9b05a" providerId="ADAL" clId="{D1CAB0BC-DAA6-4683-91A8-CF1D596A8164}" dt="2023-09-12T23:54:32.908" v="48" actId="47"/>
        <pc:sldMkLst>
          <pc:docMk/>
          <pc:sldMk cId="1678290465" sldId="296"/>
        </pc:sldMkLst>
      </pc:sldChg>
      <pc:sldChg chg="del">
        <pc:chgData name="Mahmoud" userId="7bf24d79-5b67-4251-b831-92e5f8c9b05a" providerId="ADAL" clId="{D1CAB0BC-DAA6-4683-91A8-CF1D596A8164}" dt="2023-09-12T23:54:32.908" v="48" actId="47"/>
        <pc:sldMkLst>
          <pc:docMk/>
          <pc:sldMk cId="4061271839" sldId="297"/>
        </pc:sldMkLst>
      </pc:sldChg>
      <pc:sldChg chg="del">
        <pc:chgData name="Mahmoud" userId="7bf24d79-5b67-4251-b831-92e5f8c9b05a" providerId="ADAL" clId="{D1CAB0BC-DAA6-4683-91A8-CF1D596A8164}" dt="2023-09-12T23:54:32.908" v="48" actId="47"/>
        <pc:sldMkLst>
          <pc:docMk/>
          <pc:sldMk cId="4177334097" sldId="298"/>
        </pc:sldMkLst>
      </pc:sldChg>
      <pc:sldChg chg="del">
        <pc:chgData name="Mahmoud" userId="7bf24d79-5b67-4251-b831-92e5f8c9b05a" providerId="ADAL" clId="{D1CAB0BC-DAA6-4683-91A8-CF1D596A8164}" dt="2023-09-12T23:54:32.908" v="48" actId="47"/>
        <pc:sldMkLst>
          <pc:docMk/>
          <pc:sldMk cId="3962928200" sldId="299"/>
        </pc:sldMkLst>
      </pc:sldChg>
      <pc:sldChg chg="del">
        <pc:chgData name="Mahmoud" userId="7bf24d79-5b67-4251-b831-92e5f8c9b05a" providerId="ADAL" clId="{D1CAB0BC-DAA6-4683-91A8-CF1D596A8164}" dt="2023-09-12T23:54:32.908" v="48" actId="47"/>
        <pc:sldMkLst>
          <pc:docMk/>
          <pc:sldMk cId="3778758249" sldId="300"/>
        </pc:sldMkLst>
      </pc:sldChg>
      <pc:sldChg chg="del">
        <pc:chgData name="Mahmoud" userId="7bf24d79-5b67-4251-b831-92e5f8c9b05a" providerId="ADAL" clId="{D1CAB0BC-DAA6-4683-91A8-CF1D596A8164}" dt="2023-09-12T23:54:32.908" v="48" actId="47"/>
        <pc:sldMkLst>
          <pc:docMk/>
          <pc:sldMk cId="2335600529" sldId="301"/>
        </pc:sldMkLst>
      </pc:sldChg>
      <pc:sldChg chg="del">
        <pc:chgData name="Mahmoud" userId="7bf24d79-5b67-4251-b831-92e5f8c9b05a" providerId="ADAL" clId="{D1CAB0BC-DAA6-4683-91A8-CF1D596A8164}" dt="2023-09-12T23:54:32.908" v="48" actId="47"/>
        <pc:sldMkLst>
          <pc:docMk/>
          <pc:sldMk cId="414178373" sldId="302"/>
        </pc:sldMkLst>
      </pc:sldChg>
      <pc:sldChg chg="modSp add del mod">
        <pc:chgData name="Mahmoud" userId="7bf24d79-5b67-4251-b831-92e5f8c9b05a" providerId="ADAL" clId="{D1CAB0BC-DAA6-4683-91A8-CF1D596A8164}" dt="2023-09-12T23:52:16.339" v="6"/>
        <pc:sldMkLst>
          <pc:docMk/>
          <pc:sldMk cId="1944854345" sldId="303"/>
        </pc:sldMkLst>
        <pc:spChg chg="mod">
          <ac:chgData name="Mahmoud" userId="7bf24d79-5b67-4251-b831-92e5f8c9b05a" providerId="ADAL" clId="{D1CAB0BC-DAA6-4683-91A8-CF1D596A8164}" dt="2023-09-12T23:52:16.339" v="6"/>
          <ac:spMkLst>
            <pc:docMk/>
            <pc:sldMk cId="1944854345" sldId="303"/>
            <ac:spMk id="2" creationId="{70752FD7-76EF-4EBF-8807-5A08A9C8EA09}"/>
          </ac:spMkLst>
        </pc:spChg>
      </pc:sldChg>
      <pc:sldChg chg="del">
        <pc:chgData name="Mahmoud" userId="7bf24d79-5b67-4251-b831-92e5f8c9b05a" providerId="ADAL" clId="{D1CAB0BC-DAA6-4683-91A8-CF1D596A8164}" dt="2023-09-12T23:54:13.415" v="44" actId="47"/>
        <pc:sldMkLst>
          <pc:docMk/>
          <pc:sldMk cId="2235745072" sldId="303"/>
        </pc:sldMkLst>
      </pc:sldChg>
      <pc:sldChg chg="modSp add del mod">
        <pc:chgData name="Mahmoud" userId="7bf24d79-5b67-4251-b831-92e5f8c9b05a" providerId="ADAL" clId="{D1CAB0BC-DAA6-4683-91A8-CF1D596A8164}" dt="2023-09-12T23:52:35.264" v="7" actId="47"/>
        <pc:sldMkLst>
          <pc:docMk/>
          <pc:sldMk cId="934267262" sldId="304"/>
        </pc:sldMkLst>
        <pc:spChg chg="mod">
          <ac:chgData name="Mahmoud" userId="7bf24d79-5b67-4251-b831-92e5f8c9b05a" providerId="ADAL" clId="{D1CAB0BC-DAA6-4683-91A8-CF1D596A8164}" dt="2023-09-12T23:52:16.339" v="6"/>
          <ac:spMkLst>
            <pc:docMk/>
            <pc:sldMk cId="934267262" sldId="304"/>
            <ac:spMk id="2" creationId="{591EED78-0A5D-FBCB-0241-CAC4EB77D2CF}"/>
          </ac:spMkLst>
        </pc:spChg>
      </pc:sldChg>
      <pc:sldChg chg="addSp delSp modSp add del mod">
        <pc:chgData name="Mahmoud" userId="7bf24d79-5b67-4251-b831-92e5f8c9b05a" providerId="ADAL" clId="{D1CAB0BC-DAA6-4683-91A8-CF1D596A8164}" dt="2023-09-12T23:54:14.399" v="45" actId="47"/>
        <pc:sldMkLst>
          <pc:docMk/>
          <pc:sldMk cId="1838193302" sldId="304"/>
        </pc:sldMkLst>
        <pc:spChg chg="del mod">
          <ac:chgData name="Mahmoud" userId="7bf24d79-5b67-4251-b831-92e5f8c9b05a" providerId="ADAL" clId="{D1CAB0BC-DAA6-4683-91A8-CF1D596A8164}" dt="2023-09-12T23:52:52.729" v="14" actId="478"/>
          <ac:spMkLst>
            <pc:docMk/>
            <pc:sldMk cId="1838193302" sldId="304"/>
            <ac:spMk id="2" creationId="{70752FD7-76EF-4EBF-8807-5A08A9C8EA09}"/>
          </ac:spMkLst>
        </pc:spChg>
        <pc:spChg chg="del mod">
          <ac:chgData name="Mahmoud" userId="7bf24d79-5b67-4251-b831-92e5f8c9b05a" providerId="ADAL" clId="{D1CAB0BC-DAA6-4683-91A8-CF1D596A8164}" dt="2023-09-12T23:52:54.437" v="15" actId="478"/>
          <ac:spMkLst>
            <pc:docMk/>
            <pc:sldMk cId="1838193302" sldId="304"/>
            <ac:spMk id="3" creationId="{F4C8D8C1-1062-49B2-BB56-D9F8E5DA6EB6}"/>
          </ac:spMkLst>
        </pc:spChg>
        <pc:spChg chg="add del mod">
          <ac:chgData name="Mahmoud" userId="7bf24d79-5b67-4251-b831-92e5f8c9b05a" providerId="ADAL" clId="{D1CAB0BC-DAA6-4683-91A8-CF1D596A8164}" dt="2023-09-12T23:52:46.776" v="12"/>
          <ac:spMkLst>
            <pc:docMk/>
            <pc:sldMk cId="1838193302" sldId="304"/>
            <ac:spMk id="4" creationId="{7CB04CDC-9172-0C15-C849-CBC1D2D08D0C}"/>
          </ac:spMkLst>
        </pc:spChg>
        <pc:spChg chg="add del mod">
          <ac:chgData name="Mahmoud" userId="7bf24d79-5b67-4251-b831-92e5f8c9b05a" providerId="ADAL" clId="{D1CAB0BC-DAA6-4683-91A8-CF1D596A8164}" dt="2023-09-12T23:52:46.776" v="12"/>
          <ac:spMkLst>
            <pc:docMk/>
            <pc:sldMk cId="1838193302" sldId="304"/>
            <ac:spMk id="5" creationId="{67632592-936F-E634-DAFD-CC15F1391D19}"/>
          </ac:spMkLst>
        </pc:spChg>
        <pc:spChg chg="add mod">
          <ac:chgData name="Mahmoud" userId="7bf24d79-5b67-4251-b831-92e5f8c9b05a" providerId="ADAL" clId="{D1CAB0BC-DAA6-4683-91A8-CF1D596A8164}" dt="2023-09-12T23:52:52.729" v="14" actId="478"/>
          <ac:spMkLst>
            <pc:docMk/>
            <pc:sldMk cId="1838193302" sldId="304"/>
            <ac:spMk id="7" creationId="{AC94B092-C1FF-68ED-A87C-5E5005C17365}"/>
          </ac:spMkLst>
        </pc:spChg>
        <pc:spChg chg="add mod">
          <ac:chgData name="Mahmoud" userId="7bf24d79-5b67-4251-b831-92e5f8c9b05a" providerId="ADAL" clId="{D1CAB0BC-DAA6-4683-91A8-CF1D596A8164}" dt="2023-09-12T23:52:54.437" v="15" actId="478"/>
          <ac:spMkLst>
            <pc:docMk/>
            <pc:sldMk cId="1838193302" sldId="304"/>
            <ac:spMk id="9" creationId="{ECEA5FFE-3068-0D22-32EB-4713F147D382}"/>
          </ac:spMkLst>
        </pc:spChg>
      </pc:sldChg>
      <pc:sldChg chg="addSp delSp modSp add del mod">
        <pc:chgData name="Mahmoud" userId="7bf24d79-5b67-4251-b831-92e5f8c9b05a" providerId="ADAL" clId="{D1CAB0BC-DAA6-4683-91A8-CF1D596A8164}" dt="2023-09-12T23:54:25.699" v="46" actId="47"/>
        <pc:sldMkLst>
          <pc:docMk/>
          <pc:sldMk cId="600259825" sldId="305"/>
        </pc:sldMkLst>
        <pc:spChg chg="del">
          <ac:chgData name="Mahmoud" userId="7bf24d79-5b67-4251-b831-92e5f8c9b05a" providerId="ADAL" clId="{D1CAB0BC-DAA6-4683-91A8-CF1D596A8164}" dt="2023-09-12T23:52:56.277" v="16" actId="478"/>
          <ac:spMkLst>
            <pc:docMk/>
            <pc:sldMk cId="600259825" sldId="305"/>
            <ac:spMk id="2" creationId="{70752FD7-76EF-4EBF-8807-5A08A9C8EA09}"/>
          </ac:spMkLst>
        </pc:spChg>
        <pc:spChg chg="del">
          <ac:chgData name="Mahmoud" userId="7bf24d79-5b67-4251-b831-92e5f8c9b05a" providerId="ADAL" clId="{D1CAB0BC-DAA6-4683-91A8-CF1D596A8164}" dt="2023-09-12T23:52:57.645" v="17" actId="478"/>
          <ac:spMkLst>
            <pc:docMk/>
            <pc:sldMk cId="600259825" sldId="305"/>
            <ac:spMk id="3" creationId="{F4C8D8C1-1062-49B2-BB56-D9F8E5DA6EB6}"/>
          </ac:spMkLst>
        </pc:spChg>
        <pc:spChg chg="add mod">
          <ac:chgData name="Mahmoud" userId="7bf24d79-5b67-4251-b831-92e5f8c9b05a" providerId="ADAL" clId="{D1CAB0BC-DAA6-4683-91A8-CF1D596A8164}" dt="2023-09-12T23:52:56.277" v="16" actId="478"/>
          <ac:spMkLst>
            <pc:docMk/>
            <pc:sldMk cId="600259825" sldId="305"/>
            <ac:spMk id="5" creationId="{45D524C7-545E-DC54-5D73-215ACAEC3B7B}"/>
          </ac:spMkLst>
        </pc:spChg>
        <pc:spChg chg="add mod">
          <ac:chgData name="Mahmoud" userId="7bf24d79-5b67-4251-b831-92e5f8c9b05a" providerId="ADAL" clId="{D1CAB0BC-DAA6-4683-91A8-CF1D596A8164}" dt="2023-09-12T23:52:57.645" v="17" actId="478"/>
          <ac:spMkLst>
            <pc:docMk/>
            <pc:sldMk cId="600259825" sldId="305"/>
            <ac:spMk id="7" creationId="{AF985AD6-DCE6-8164-4802-C6F407107013}"/>
          </ac:spMkLst>
        </pc:spChg>
      </pc:sldChg>
      <pc:sldChg chg="addSp delSp add del setBg delDesignElem">
        <pc:chgData name="Mahmoud" userId="7bf24d79-5b67-4251-b831-92e5f8c9b05a" providerId="ADAL" clId="{D1CAB0BC-DAA6-4683-91A8-CF1D596A8164}" dt="2023-09-12T23:52:36.063" v="8" actId="47"/>
        <pc:sldMkLst>
          <pc:docMk/>
          <pc:sldMk cId="2627739273" sldId="305"/>
        </pc:sldMkLst>
        <pc:spChg chg="add del">
          <ac:chgData name="Mahmoud" userId="7bf24d79-5b67-4251-b831-92e5f8c9b05a" providerId="ADAL" clId="{D1CAB0BC-DAA6-4683-91A8-CF1D596A8164}" dt="2023-09-12T23:52:16.339" v="6"/>
          <ac:spMkLst>
            <pc:docMk/>
            <pc:sldMk cId="2627739273" sldId="305"/>
            <ac:spMk id="17" creationId="{D4771268-CB57-404A-9271-370EB28F6090}"/>
          </ac:spMkLst>
        </pc:spChg>
      </pc:sldChg>
      <pc:sldChg chg="add del">
        <pc:chgData name="Mahmoud" userId="7bf24d79-5b67-4251-b831-92e5f8c9b05a" providerId="ADAL" clId="{D1CAB0BC-DAA6-4683-91A8-CF1D596A8164}" dt="2023-09-12T23:54:26.844" v="47" actId="47"/>
        <pc:sldMkLst>
          <pc:docMk/>
          <pc:sldMk cId="444204886" sldId="306"/>
        </pc:sldMkLst>
      </pc:sldChg>
      <pc:sldChg chg="addSp delSp add del setBg delDesignElem">
        <pc:chgData name="Mahmoud" userId="7bf24d79-5b67-4251-b831-92e5f8c9b05a" providerId="ADAL" clId="{D1CAB0BC-DAA6-4683-91A8-CF1D596A8164}" dt="2023-09-12T23:52:37.823" v="9" actId="47"/>
        <pc:sldMkLst>
          <pc:docMk/>
          <pc:sldMk cId="483352653" sldId="306"/>
        </pc:sldMkLst>
        <pc:spChg chg="add del">
          <ac:chgData name="Mahmoud" userId="7bf24d79-5b67-4251-b831-92e5f8c9b05a" providerId="ADAL" clId="{D1CAB0BC-DAA6-4683-91A8-CF1D596A8164}" dt="2023-09-12T23:52:16.339" v="6"/>
          <ac:spMkLst>
            <pc:docMk/>
            <pc:sldMk cId="483352653" sldId="306"/>
            <ac:spMk id="16" creationId="{0671A8AE-40A1-4631-A6B8-581AFF065482}"/>
          </ac:spMkLst>
        </pc:spChg>
        <pc:spChg chg="add del">
          <ac:chgData name="Mahmoud" userId="7bf24d79-5b67-4251-b831-92e5f8c9b05a" providerId="ADAL" clId="{D1CAB0BC-DAA6-4683-91A8-CF1D596A8164}" dt="2023-09-12T23:52:16.339" v="6"/>
          <ac:spMkLst>
            <pc:docMk/>
            <pc:sldMk cId="483352653" sldId="306"/>
            <ac:spMk id="18" creationId="{AB58EF07-17C2-48CF-ABB0-EEF1F17CB8F0}"/>
          </ac:spMkLst>
        </pc:spChg>
        <pc:spChg chg="add del">
          <ac:chgData name="Mahmoud" userId="7bf24d79-5b67-4251-b831-92e5f8c9b05a" providerId="ADAL" clId="{D1CAB0BC-DAA6-4683-91A8-CF1D596A8164}" dt="2023-09-12T23:52:16.339" v="6"/>
          <ac:spMkLst>
            <pc:docMk/>
            <pc:sldMk cId="483352653" sldId="306"/>
            <ac:spMk id="20" creationId="{AF2F604E-43BE-4DC3-B983-E071523364F8}"/>
          </ac:spMkLst>
        </pc:spChg>
        <pc:spChg chg="add del">
          <ac:chgData name="Mahmoud" userId="7bf24d79-5b67-4251-b831-92e5f8c9b05a" providerId="ADAL" clId="{D1CAB0BC-DAA6-4683-91A8-CF1D596A8164}" dt="2023-09-12T23:52:16.339" v="6"/>
          <ac:spMkLst>
            <pc:docMk/>
            <pc:sldMk cId="483352653" sldId="306"/>
            <ac:spMk id="22" creationId="{08C9B587-E65E-4B52-B37C-ABEBB6E87928}"/>
          </ac:spMkLst>
        </pc:spChg>
      </pc:sldChg>
      <pc:sldChg chg="add del">
        <pc:chgData name="Mahmoud" userId="7bf24d79-5b67-4251-b831-92e5f8c9b05a" providerId="ADAL" clId="{D1CAB0BC-DAA6-4683-91A8-CF1D596A8164}" dt="2023-09-12T23:54:32.908" v="48" actId="47"/>
        <pc:sldMkLst>
          <pc:docMk/>
          <pc:sldMk cId="3399142684" sldId="307"/>
        </pc:sldMkLst>
      </pc:sldChg>
      <pc:sldChg chg="modSp add mod">
        <pc:chgData name="Mahmoud" userId="7bf24d79-5b67-4251-b831-92e5f8c9b05a" providerId="ADAL" clId="{D1CAB0BC-DAA6-4683-91A8-CF1D596A8164}" dt="2023-09-12T23:53:56.471" v="24" actId="27636"/>
        <pc:sldMkLst>
          <pc:docMk/>
          <pc:sldMk cId="516260188" sldId="308"/>
        </pc:sldMkLst>
        <pc:spChg chg="mod">
          <ac:chgData name="Mahmoud" userId="7bf24d79-5b67-4251-b831-92e5f8c9b05a" providerId="ADAL" clId="{D1CAB0BC-DAA6-4683-91A8-CF1D596A8164}" dt="2023-09-12T23:53:56.471" v="24" actId="27636"/>
          <ac:spMkLst>
            <pc:docMk/>
            <pc:sldMk cId="516260188" sldId="308"/>
            <ac:spMk id="2" creationId="{70752FD7-76EF-4EBF-8807-5A08A9C8EA09}"/>
          </ac:spMkLst>
        </pc:spChg>
      </pc:sldChg>
      <pc:sldChg chg="addSp delSp modSp add mod modClrScheme chgLayout">
        <pc:chgData name="Mahmoud" userId="7bf24d79-5b67-4251-b831-92e5f8c9b05a" providerId="ADAL" clId="{D1CAB0BC-DAA6-4683-91A8-CF1D596A8164}" dt="2023-09-13T01:27:10.257" v="315" actId="20577"/>
        <pc:sldMkLst>
          <pc:docMk/>
          <pc:sldMk cId="1256959203" sldId="309"/>
        </pc:sldMkLst>
        <pc:spChg chg="mod ord">
          <ac:chgData name="Mahmoud" userId="7bf24d79-5b67-4251-b831-92e5f8c9b05a" providerId="ADAL" clId="{D1CAB0BC-DAA6-4683-91A8-CF1D596A8164}" dt="2023-09-12T23:57:25.837" v="82" actId="700"/>
          <ac:spMkLst>
            <pc:docMk/>
            <pc:sldMk cId="1256959203" sldId="309"/>
            <ac:spMk id="2" creationId="{FF82501A-78AD-2F71-1E78-738EA03363B0}"/>
          </ac:spMkLst>
        </pc:spChg>
        <pc:spChg chg="add del mod ord">
          <ac:chgData name="Mahmoud" userId="7bf24d79-5b67-4251-b831-92e5f8c9b05a" providerId="ADAL" clId="{D1CAB0BC-DAA6-4683-91A8-CF1D596A8164}" dt="2023-09-12T23:57:42.571" v="85" actId="26606"/>
          <ac:spMkLst>
            <pc:docMk/>
            <pc:sldMk cId="1256959203" sldId="309"/>
            <ac:spMk id="3" creationId="{C1E9B759-5A3D-BA1D-F1A0-2B380C098879}"/>
          </ac:spMkLst>
        </pc:spChg>
        <pc:graphicFrameChg chg="add del">
          <ac:chgData name="Mahmoud" userId="7bf24d79-5b67-4251-b831-92e5f8c9b05a" providerId="ADAL" clId="{D1CAB0BC-DAA6-4683-91A8-CF1D596A8164}" dt="2023-09-12T23:57:42.549" v="84" actId="26606"/>
          <ac:graphicFrameMkLst>
            <pc:docMk/>
            <pc:sldMk cId="1256959203" sldId="309"/>
            <ac:graphicFrameMk id="5" creationId="{6A743BD5-C302-931F-E7BA-2F217C60F590}"/>
          </ac:graphicFrameMkLst>
        </pc:graphicFrameChg>
        <pc:graphicFrameChg chg="add mod">
          <ac:chgData name="Mahmoud" userId="7bf24d79-5b67-4251-b831-92e5f8c9b05a" providerId="ADAL" clId="{D1CAB0BC-DAA6-4683-91A8-CF1D596A8164}" dt="2023-09-13T01:27:10.257" v="315" actId="20577"/>
          <ac:graphicFrameMkLst>
            <pc:docMk/>
            <pc:sldMk cId="1256959203" sldId="309"/>
            <ac:graphicFrameMk id="7" creationId="{4563C09C-F815-CD7A-AE9D-EEF1B102EB1B}"/>
          </ac:graphicFrameMkLst>
        </pc:graphicFrameChg>
      </pc:sldChg>
      <pc:sldChg chg="add del">
        <pc:chgData name="Mahmoud" userId="7bf24d79-5b67-4251-b831-92e5f8c9b05a" providerId="ADAL" clId="{D1CAB0BC-DAA6-4683-91A8-CF1D596A8164}" dt="2023-09-12T23:58:04.307" v="86" actId="47"/>
        <pc:sldMkLst>
          <pc:docMk/>
          <pc:sldMk cId="3269063417" sldId="310"/>
        </pc:sldMkLst>
      </pc:sldChg>
      <pc:sldChg chg="addSp delSp modSp add mod modClrScheme chgLayout">
        <pc:chgData name="Mahmoud" userId="7bf24d79-5b67-4251-b831-92e5f8c9b05a" providerId="ADAL" clId="{D1CAB0BC-DAA6-4683-91A8-CF1D596A8164}" dt="2023-09-13T02:29:54.664" v="2264" actId="1076"/>
        <pc:sldMkLst>
          <pc:docMk/>
          <pc:sldMk cId="3053173283" sldId="311"/>
        </pc:sldMkLst>
        <pc:spChg chg="mod ord">
          <ac:chgData name="Mahmoud" userId="7bf24d79-5b67-4251-b831-92e5f8c9b05a" providerId="ADAL" clId="{D1CAB0BC-DAA6-4683-91A8-CF1D596A8164}" dt="2023-09-13T02:28:58.369" v="2260" actId="20577"/>
          <ac:spMkLst>
            <pc:docMk/>
            <pc:sldMk cId="3053173283" sldId="311"/>
            <ac:spMk id="2" creationId="{C23F65B8-D81E-A1FD-0F11-29279744247E}"/>
          </ac:spMkLst>
        </pc:spChg>
        <pc:spChg chg="del mod ord">
          <ac:chgData name="Mahmoud" userId="7bf24d79-5b67-4251-b831-92e5f8c9b05a" providerId="ADAL" clId="{D1CAB0BC-DAA6-4683-91A8-CF1D596A8164}" dt="2023-09-13T00:01:07.144" v="102" actId="478"/>
          <ac:spMkLst>
            <pc:docMk/>
            <pc:sldMk cId="3053173283" sldId="311"/>
            <ac:spMk id="3" creationId="{9C44EA3A-4FC0-26F8-04DB-3710AD0DCDB0}"/>
          </ac:spMkLst>
        </pc:spChg>
        <pc:spChg chg="del mod ord">
          <ac:chgData name="Mahmoud" userId="7bf24d79-5b67-4251-b831-92e5f8c9b05a" providerId="ADAL" clId="{D1CAB0BC-DAA6-4683-91A8-CF1D596A8164}" dt="2023-09-13T02:29:53.297" v="2263" actId="478"/>
          <ac:spMkLst>
            <pc:docMk/>
            <pc:sldMk cId="3053173283" sldId="311"/>
            <ac:spMk id="4" creationId="{8CA29608-CD7B-E64B-9D21-99DE13767C4C}"/>
          </ac:spMkLst>
        </pc:spChg>
        <pc:spChg chg="del">
          <ac:chgData name="Mahmoud" userId="7bf24d79-5b67-4251-b831-92e5f8c9b05a" providerId="ADAL" clId="{D1CAB0BC-DAA6-4683-91A8-CF1D596A8164}" dt="2023-09-13T00:00:44.601" v="88" actId="478"/>
          <ac:spMkLst>
            <pc:docMk/>
            <pc:sldMk cId="3053173283" sldId="311"/>
            <ac:spMk id="5" creationId="{817C7663-BC39-8EA7-ACDF-6FB741949DEC}"/>
          </ac:spMkLst>
        </pc:spChg>
        <pc:spChg chg="del mod">
          <ac:chgData name="Mahmoud" userId="7bf24d79-5b67-4251-b831-92e5f8c9b05a" providerId="ADAL" clId="{D1CAB0BC-DAA6-4683-91A8-CF1D596A8164}" dt="2023-09-13T00:00:46.855" v="89" actId="478"/>
          <ac:spMkLst>
            <pc:docMk/>
            <pc:sldMk cId="3053173283" sldId="311"/>
            <ac:spMk id="6" creationId="{22F0562F-2239-EA49-7958-4244E2F22DB8}"/>
          </ac:spMkLst>
        </pc:spChg>
        <pc:spChg chg="add del mod">
          <ac:chgData name="Mahmoud" userId="7bf24d79-5b67-4251-b831-92e5f8c9b05a" providerId="ADAL" clId="{D1CAB0BC-DAA6-4683-91A8-CF1D596A8164}" dt="2023-09-13T00:00:52.565" v="90" actId="700"/>
          <ac:spMkLst>
            <pc:docMk/>
            <pc:sldMk cId="3053173283" sldId="311"/>
            <ac:spMk id="8" creationId="{C8DA3C8E-0037-671C-A4EA-422663862AE5}"/>
          </ac:spMkLst>
        </pc:spChg>
        <pc:spChg chg="add del mod">
          <ac:chgData name="Mahmoud" userId="7bf24d79-5b67-4251-b831-92e5f8c9b05a" providerId="ADAL" clId="{D1CAB0BC-DAA6-4683-91A8-CF1D596A8164}" dt="2023-09-13T00:00:52.565" v="90" actId="700"/>
          <ac:spMkLst>
            <pc:docMk/>
            <pc:sldMk cId="3053173283" sldId="311"/>
            <ac:spMk id="10" creationId="{CD23D4E3-2ED5-FC27-7F75-3B15805EB5EB}"/>
          </ac:spMkLst>
        </pc:spChg>
        <pc:picChg chg="add mod">
          <ac:chgData name="Mahmoud" userId="7bf24d79-5b67-4251-b831-92e5f8c9b05a" providerId="ADAL" clId="{D1CAB0BC-DAA6-4683-91A8-CF1D596A8164}" dt="2023-09-13T02:29:54.664" v="2264" actId="1076"/>
          <ac:picMkLst>
            <pc:docMk/>
            <pc:sldMk cId="3053173283" sldId="311"/>
            <ac:picMk id="11" creationId="{8A18D90E-023E-4FCD-AA07-2D137A10F80A}"/>
          </ac:picMkLst>
        </pc:picChg>
      </pc:sldChg>
      <pc:sldChg chg="modSp add del mod">
        <pc:chgData name="Mahmoud" userId="7bf24d79-5b67-4251-b831-92e5f8c9b05a" providerId="ADAL" clId="{D1CAB0BC-DAA6-4683-91A8-CF1D596A8164}" dt="2023-09-13T00:02:39.470" v="120" actId="47"/>
        <pc:sldMkLst>
          <pc:docMk/>
          <pc:sldMk cId="3822818095" sldId="312"/>
        </pc:sldMkLst>
        <pc:spChg chg="mod">
          <ac:chgData name="Mahmoud" userId="7bf24d79-5b67-4251-b831-92e5f8c9b05a" providerId="ADAL" clId="{D1CAB0BC-DAA6-4683-91A8-CF1D596A8164}" dt="2023-09-12T23:55:04.187" v="53" actId="1076"/>
          <ac:spMkLst>
            <pc:docMk/>
            <pc:sldMk cId="3822818095" sldId="312"/>
            <ac:spMk id="3" creationId="{F3005794-BF65-410E-9225-F34791DBC010}"/>
          </ac:spMkLst>
        </pc:spChg>
        <pc:spChg chg="mod">
          <ac:chgData name="Mahmoud" userId="7bf24d79-5b67-4251-b831-92e5f8c9b05a" providerId="ADAL" clId="{D1CAB0BC-DAA6-4683-91A8-CF1D596A8164}" dt="2023-09-12T23:53:56.442" v="23"/>
          <ac:spMkLst>
            <pc:docMk/>
            <pc:sldMk cId="3822818095" sldId="312"/>
            <ac:spMk id="4" creationId="{4E14A3A2-0881-4AA2-B724-688DC4391366}"/>
          </ac:spMkLst>
        </pc:spChg>
      </pc:sldChg>
      <pc:sldChg chg="addSp delSp modSp add mod chgLayout">
        <pc:chgData name="Mahmoud" userId="7bf24d79-5b67-4251-b831-92e5f8c9b05a" providerId="ADAL" clId="{D1CAB0BC-DAA6-4683-91A8-CF1D596A8164}" dt="2023-09-13T01:31:13.145" v="323" actId="26606"/>
        <pc:sldMkLst>
          <pc:docMk/>
          <pc:sldMk cId="4232797122" sldId="313"/>
        </pc:sldMkLst>
        <pc:spChg chg="mod ord">
          <ac:chgData name="Mahmoud" userId="7bf24d79-5b67-4251-b831-92e5f8c9b05a" providerId="ADAL" clId="{D1CAB0BC-DAA6-4683-91A8-CF1D596A8164}" dt="2023-09-13T01:26:01.226" v="306" actId="20577"/>
          <ac:spMkLst>
            <pc:docMk/>
            <pc:sldMk cId="4232797122" sldId="313"/>
            <ac:spMk id="2" creationId="{E777E4B0-E03F-4F02-BDFE-7A4C6DA29131}"/>
          </ac:spMkLst>
        </pc:spChg>
        <pc:spChg chg="del mod ord">
          <ac:chgData name="Mahmoud" userId="7bf24d79-5b67-4251-b831-92e5f8c9b05a" providerId="ADAL" clId="{D1CAB0BC-DAA6-4683-91A8-CF1D596A8164}" dt="2023-09-13T01:31:13.145" v="323" actId="26606"/>
          <ac:spMkLst>
            <pc:docMk/>
            <pc:sldMk cId="4232797122" sldId="313"/>
            <ac:spMk id="3" creationId="{F3005794-BF65-410E-9225-F34791DBC010}"/>
          </ac:spMkLst>
        </pc:spChg>
        <pc:spChg chg="mod ord">
          <ac:chgData name="Mahmoud" userId="7bf24d79-5b67-4251-b831-92e5f8c9b05a" providerId="ADAL" clId="{D1CAB0BC-DAA6-4683-91A8-CF1D596A8164}" dt="2023-09-13T01:25:50.096" v="294" actId="700"/>
          <ac:spMkLst>
            <pc:docMk/>
            <pc:sldMk cId="4232797122" sldId="313"/>
            <ac:spMk id="4" creationId="{4E14A3A2-0881-4AA2-B724-688DC4391366}"/>
          </ac:spMkLst>
        </pc:spChg>
        <pc:spChg chg="add del mod">
          <ac:chgData name="Mahmoud" userId="7bf24d79-5b67-4251-b831-92e5f8c9b05a" providerId="ADAL" clId="{D1CAB0BC-DAA6-4683-91A8-CF1D596A8164}" dt="2023-09-13T01:25:53.870" v="296"/>
          <ac:spMkLst>
            <pc:docMk/>
            <pc:sldMk cId="4232797122" sldId="313"/>
            <ac:spMk id="5" creationId="{58D069D3-8881-E83D-AFF4-33E84EBCF598}"/>
          </ac:spMkLst>
        </pc:spChg>
        <pc:spChg chg="add del mod">
          <ac:chgData name="Mahmoud" userId="7bf24d79-5b67-4251-b831-92e5f8c9b05a" providerId="ADAL" clId="{D1CAB0BC-DAA6-4683-91A8-CF1D596A8164}" dt="2023-09-13T01:25:53.870" v="296"/>
          <ac:spMkLst>
            <pc:docMk/>
            <pc:sldMk cId="4232797122" sldId="313"/>
            <ac:spMk id="6" creationId="{88F6A0A1-B50F-6CA2-1BD4-96FE5E5C9AC9}"/>
          </ac:spMkLst>
        </pc:spChg>
        <pc:graphicFrameChg chg="add">
          <ac:chgData name="Mahmoud" userId="7bf24d79-5b67-4251-b831-92e5f8c9b05a" providerId="ADAL" clId="{D1CAB0BC-DAA6-4683-91A8-CF1D596A8164}" dt="2023-09-13T01:31:13.145" v="323" actId="26606"/>
          <ac:graphicFrameMkLst>
            <pc:docMk/>
            <pc:sldMk cId="4232797122" sldId="313"/>
            <ac:graphicFrameMk id="7" creationId="{7875B779-0B48-AFB3-E368-4313C16BC7E1}"/>
          </ac:graphicFrameMkLst>
        </pc:graphicFrameChg>
      </pc:sldChg>
      <pc:sldChg chg="modSp add del mod">
        <pc:chgData name="Mahmoud" userId="7bf24d79-5b67-4251-b831-92e5f8c9b05a" providerId="ADAL" clId="{D1CAB0BC-DAA6-4683-91A8-CF1D596A8164}" dt="2023-09-13T00:03:31.959" v="121" actId="47"/>
        <pc:sldMkLst>
          <pc:docMk/>
          <pc:sldMk cId="2626117755" sldId="314"/>
        </pc:sldMkLst>
        <pc:spChg chg="mod">
          <ac:chgData name="Mahmoud" userId="7bf24d79-5b67-4251-b831-92e5f8c9b05a" providerId="ADAL" clId="{D1CAB0BC-DAA6-4683-91A8-CF1D596A8164}" dt="2023-09-12T23:55:12.579" v="55" actId="1076"/>
          <ac:spMkLst>
            <pc:docMk/>
            <pc:sldMk cId="2626117755" sldId="314"/>
            <ac:spMk id="3" creationId="{F3005794-BF65-410E-9225-F34791DBC010}"/>
          </ac:spMkLst>
        </pc:spChg>
        <pc:spChg chg="mod">
          <ac:chgData name="Mahmoud" userId="7bf24d79-5b67-4251-b831-92e5f8c9b05a" providerId="ADAL" clId="{D1CAB0BC-DAA6-4683-91A8-CF1D596A8164}" dt="2023-09-12T23:53:56.442" v="23"/>
          <ac:spMkLst>
            <pc:docMk/>
            <pc:sldMk cId="2626117755" sldId="314"/>
            <ac:spMk id="4" creationId="{4E14A3A2-0881-4AA2-B724-688DC4391366}"/>
          </ac:spMkLst>
        </pc:spChg>
      </pc:sldChg>
      <pc:sldChg chg="modSp add del mod">
        <pc:chgData name="Mahmoud" userId="7bf24d79-5b67-4251-b831-92e5f8c9b05a" providerId="ADAL" clId="{D1CAB0BC-DAA6-4683-91A8-CF1D596A8164}" dt="2023-09-13T00:05:01.547" v="122" actId="47"/>
        <pc:sldMkLst>
          <pc:docMk/>
          <pc:sldMk cId="2055173278" sldId="315"/>
        </pc:sldMkLst>
        <pc:spChg chg="mod">
          <ac:chgData name="Mahmoud" userId="7bf24d79-5b67-4251-b831-92e5f8c9b05a" providerId="ADAL" clId="{D1CAB0BC-DAA6-4683-91A8-CF1D596A8164}" dt="2023-09-12T23:55:17.018" v="56" actId="1076"/>
          <ac:spMkLst>
            <pc:docMk/>
            <pc:sldMk cId="2055173278" sldId="315"/>
            <ac:spMk id="3" creationId="{F3005794-BF65-410E-9225-F34791DBC010}"/>
          </ac:spMkLst>
        </pc:spChg>
        <pc:spChg chg="mod">
          <ac:chgData name="Mahmoud" userId="7bf24d79-5b67-4251-b831-92e5f8c9b05a" providerId="ADAL" clId="{D1CAB0BC-DAA6-4683-91A8-CF1D596A8164}" dt="2023-09-12T23:53:56.442" v="23"/>
          <ac:spMkLst>
            <pc:docMk/>
            <pc:sldMk cId="2055173278" sldId="315"/>
            <ac:spMk id="4" creationId="{4E14A3A2-0881-4AA2-B724-688DC4391366}"/>
          </ac:spMkLst>
        </pc:spChg>
      </pc:sldChg>
      <pc:sldChg chg="add">
        <pc:chgData name="Mahmoud" userId="7bf24d79-5b67-4251-b831-92e5f8c9b05a" providerId="ADAL" clId="{D1CAB0BC-DAA6-4683-91A8-CF1D596A8164}" dt="2023-09-12T23:53:56.442" v="23"/>
        <pc:sldMkLst>
          <pc:docMk/>
          <pc:sldMk cId="631526885" sldId="316"/>
        </pc:sldMkLst>
      </pc:sldChg>
      <pc:sldChg chg="addSp delSp modSp add mod">
        <pc:chgData name="Mahmoud" userId="7bf24d79-5b67-4251-b831-92e5f8c9b05a" providerId="ADAL" clId="{D1CAB0BC-DAA6-4683-91A8-CF1D596A8164}" dt="2023-09-13T01:32:18.062" v="327" actId="27636"/>
        <pc:sldMkLst>
          <pc:docMk/>
          <pc:sldMk cId="1221928769" sldId="317"/>
        </pc:sldMkLst>
        <pc:spChg chg="mod">
          <ac:chgData name="Mahmoud" userId="7bf24d79-5b67-4251-b831-92e5f8c9b05a" providerId="ADAL" clId="{D1CAB0BC-DAA6-4683-91A8-CF1D596A8164}" dt="2023-09-13T01:32:18.062" v="327" actId="27636"/>
          <ac:spMkLst>
            <pc:docMk/>
            <pc:sldMk cId="1221928769" sldId="317"/>
            <ac:spMk id="2" creationId="{E777E4B0-E03F-4F02-BDFE-7A4C6DA29131}"/>
          </ac:spMkLst>
        </pc:spChg>
        <pc:spChg chg="mod">
          <ac:chgData name="Mahmoud" userId="7bf24d79-5b67-4251-b831-92e5f8c9b05a" providerId="ADAL" clId="{D1CAB0BC-DAA6-4683-91A8-CF1D596A8164}" dt="2023-09-13T01:32:03.631" v="324"/>
          <ac:spMkLst>
            <pc:docMk/>
            <pc:sldMk cId="1221928769" sldId="317"/>
            <ac:spMk id="3" creationId="{F3005794-BF65-410E-9225-F34791DBC010}"/>
          </ac:spMkLst>
        </pc:spChg>
        <pc:spChg chg="mod">
          <ac:chgData name="Mahmoud" userId="7bf24d79-5b67-4251-b831-92e5f8c9b05a" providerId="ADAL" clId="{D1CAB0BC-DAA6-4683-91A8-CF1D596A8164}" dt="2023-09-13T01:32:03.631" v="324"/>
          <ac:spMkLst>
            <pc:docMk/>
            <pc:sldMk cId="1221928769" sldId="317"/>
            <ac:spMk id="4" creationId="{4E14A3A2-0881-4AA2-B724-688DC4391366}"/>
          </ac:spMkLst>
        </pc:spChg>
        <pc:spChg chg="add del mod">
          <ac:chgData name="Mahmoud" userId="7bf24d79-5b67-4251-b831-92e5f8c9b05a" providerId="ADAL" clId="{D1CAB0BC-DAA6-4683-91A8-CF1D596A8164}" dt="2023-09-13T01:32:03.631" v="324"/>
          <ac:spMkLst>
            <pc:docMk/>
            <pc:sldMk cId="1221928769" sldId="317"/>
            <ac:spMk id="5" creationId="{92E0D4D7-421F-D8D1-3EE6-035FCA248A0B}"/>
          </ac:spMkLst>
        </pc:spChg>
        <pc:spChg chg="add del mod">
          <ac:chgData name="Mahmoud" userId="7bf24d79-5b67-4251-b831-92e5f8c9b05a" providerId="ADAL" clId="{D1CAB0BC-DAA6-4683-91A8-CF1D596A8164}" dt="2023-09-13T01:32:03.631" v="324"/>
          <ac:spMkLst>
            <pc:docMk/>
            <pc:sldMk cId="1221928769" sldId="317"/>
            <ac:spMk id="6" creationId="{DE716627-82E6-C7E1-82F1-FEF5160D39C1}"/>
          </ac:spMkLst>
        </pc:spChg>
      </pc:sldChg>
      <pc:sldChg chg="addSp delSp modSp add mod setBg modClrScheme chgLayout">
        <pc:chgData name="Mahmoud" userId="7bf24d79-5b67-4251-b831-92e5f8c9b05a" providerId="ADAL" clId="{D1CAB0BC-DAA6-4683-91A8-CF1D596A8164}" dt="2023-09-13T02:30:20.091" v="2265"/>
        <pc:sldMkLst>
          <pc:docMk/>
          <pc:sldMk cId="2768388143" sldId="318"/>
        </pc:sldMkLst>
        <pc:spChg chg="mod ord">
          <ac:chgData name="Mahmoud" userId="7bf24d79-5b67-4251-b831-92e5f8c9b05a" providerId="ADAL" clId="{D1CAB0BC-DAA6-4683-91A8-CF1D596A8164}" dt="2023-09-13T02:30:20.091" v="2265"/>
          <ac:spMkLst>
            <pc:docMk/>
            <pc:sldMk cId="2768388143" sldId="318"/>
            <ac:spMk id="2" creationId="{C23F65B8-D81E-A1FD-0F11-29279744247E}"/>
          </ac:spMkLst>
        </pc:spChg>
        <pc:spChg chg="del mod ord">
          <ac:chgData name="Mahmoud" userId="7bf24d79-5b67-4251-b831-92e5f8c9b05a" providerId="ADAL" clId="{D1CAB0BC-DAA6-4683-91A8-CF1D596A8164}" dt="2023-09-13T00:06:04.655" v="131" actId="478"/>
          <ac:spMkLst>
            <pc:docMk/>
            <pc:sldMk cId="2768388143" sldId="318"/>
            <ac:spMk id="3" creationId="{9C44EA3A-4FC0-26F8-04DB-3710AD0DCDB0}"/>
          </ac:spMkLst>
        </pc:spChg>
        <pc:spChg chg="del mod ord">
          <ac:chgData name="Mahmoud" userId="7bf24d79-5b67-4251-b831-92e5f8c9b05a" providerId="ADAL" clId="{D1CAB0BC-DAA6-4683-91A8-CF1D596A8164}" dt="2023-09-13T00:06:00.867" v="130" actId="478"/>
          <ac:spMkLst>
            <pc:docMk/>
            <pc:sldMk cId="2768388143" sldId="318"/>
            <ac:spMk id="4" creationId="{8CA29608-CD7B-E64B-9D21-99DE13767C4C}"/>
          </ac:spMkLst>
        </pc:spChg>
        <pc:spChg chg="del">
          <ac:chgData name="Mahmoud" userId="7bf24d79-5b67-4251-b831-92e5f8c9b05a" providerId="ADAL" clId="{D1CAB0BC-DAA6-4683-91A8-CF1D596A8164}" dt="2023-09-13T00:05:45.576" v="125" actId="478"/>
          <ac:spMkLst>
            <pc:docMk/>
            <pc:sldMk cId="2768388143" sldId="318"/>
            <ac:spMk id="5" creationId="{817C7663-BC39-8EA7-ACDF-6FB741949DEC}"/>
          </ac:spMkLst>
        </pc:spChg>
        <pc:spChg chg="del mod">
          <ac:chgData name="Mahmoud" userId="7bf24d79-5b67-4251-b831-92e5f8c9b05a" providerId="ADAL" clId="{D1CAB0BC-DAA6-4683-91A8-CF1D596A8164}" dt="2023-09-13T00:05:46.878" v="126" actId="478"/>
          <ac:spMkLst>
            <pc:docMk/>
            <pc:sldMk cId="2768388143" sldId="318"/>
            <ac:spMk id="6" creationId="{22F0562F-2239-EA49-7958-4244E2F22DB8}"/>
          </ac:spMkLst>
        </pc:spChg>
        <pc:spChg chg="add del mod">
          <ac:chgData name="Mahmoud" userId="7bf24d79-5b67-4251-b831-92e5f8c9b05a" providerId="ADAL" clId="{D1CAB0BC-DAA6-4683-91A8-CF1D596A8164}" dt="2023-09-13T00:05:53.294" v="127" actId="700"/>
          <ac:spMkLst>
            <pc:docMk/>
            <pc:sldMk cId="2768388143" sldId="318"/>
            <ac:spMk id="8" creationId="{1707EC5F-1F9F-9CD8-4ABD-57C24DF93BCE}"/>
          </ac:spMkLst>
        </pc:spChg>
        <pc:spChg chg="add del mod">
          <ac:chgData name="Mahmoud" userId="7bf24d79-5b67-4251-b831-92e5f8c9b05a" providerId="ADAL" clId="{D1CAB0BC-DAA6-4683-91A8-CF1D596A8164}" dt="2023-09-13T00:05:53.294" v="127" actId="700"/>
          <ac:spMkLst>
            <pc:docMk/>
            <pc:sldMk cId="2768388143" sldId="318"/>
            <ac:spMk id="10" creationId="{9B665910-892D-7136-2DDC-7522A0ED0BDE}"/>
          </ac:spMkLst>
        </pc:spChg>
        <pc:spChg chg="add mod ord">
          <ac:chgData name="Mahmoud" userId="7bf24d79-5b67-4251-b831-92e5f8c9b05a" providerId="ADAL" clId="{D1CAB0BC-DAA6-4683-91A8-CF1D596A8164}" dt="2023-09-13T02:30:20.091" v="2265"/>
          <ac:spMkLst>
            <pc:docMk/>
            <pc:sldMk cId="2768388143" sldId="318"/>
            <ac:spMk id="11" creationId="{366D28B3-EE01-13BA-AED8-47CF6C2F8C56}"/>
          </ac:spMkLst>
        </pc:spChg>
        <pc:spChg chg="add del mod">
          <ac:chgData name="Mahmoud" userId="7bf24d79-5b67-4251-b831-92e5f8c9b05a" providerId="ADAL" clId="{D1CAB0BC-DAA6-4683-91A8-CF1D596A8164}" dt="2023-09-13T02:14:46.986" v="2053"/>
          <ac:spMkLst>
            <pc:docMk/>
            <pc:sldMk cId="2768388143" sldId="318"/>
            <ac:spMk id="12" creationId="{AD923393-BF38-174E-4F8A-58E23AAD9076}"/>
          </ac:spMkLst>
        </pc:spChg>
        <pc:spChg chg="add del mod">
          <ac:chgData name="Mahmoud" userId="7bf24d79-5b67-4251-b831-92e5f8c9b05a" providerId="ADAL" clId="{D1CAB0BC-DAA6-4683-91A8-CF1D596A8164}" dt="2023-09-13T02:14:46.986" v="2053"/>
          <ac:spMkLst>
            <pc:docMk/>
            <pc:sldMk cId="2768388143" sldId="318"/>
            <ac:spMk id="14" creationId="{F479B58D-296F-8AD7-DC86-05163B52B03A}"/>
          </ac:spMkLst>
        </pc:spChg>
        <pc:spChg chg="add del mod">
          <ac:chgData name="Mahmoud" userId="7bf24d79-5b67-4251-b831-92e5f8c9b05a" providerId="ADAL" clId="{D1CAB0BC-DAA6-4683-91A8-CF1D596A8164}" dt="2023-09-13T02:30:20.091" v="2265"/>
          <ac:spMkLst>
            <pc:docMk/>
            <pc:sldMk cId="2768388143" sldId="318"/>
            <ac:spMk id="15" creationId="{BFC5EB67-13C4-4503-0E92-5C7C13D4296C}"/>
          </ac:spMkLst>
        </pc:spChg>
        <pc:spChg chg="add del mod">
          <ac:chgData name="Mahmoud" userId="7bf24d79-5b67-4251-b831-92e5f8c9b05a" providerId="ADAL" clId="{D1CAB0BC-DAA6-4683-91A8-CF1D596A8164}" dt="2023-09-13T02:30:20.091" v="2265"/>
          <ac:spMkLst>
            <pc:docMk/>
            <pc:sldMk cId="2768388143" sldId="318"/>
            <ac:spMk id="16" creationId="{67E05F76-548F-C6DF-7793-79558E7CB8D0}"/>
          </ac:spMkLst>
        </pc:spChg>
        <pc:spChg chg="add del">
          <ac:chgData name="Mahmoud" userId="7bf24d79-5b67-4251-b831-92e5f8c9b05a" providerId="ADAL" clId="{D1CAB0BC-DAA6-4683-91A8-CF1D596A8164}" dt="2023-09-13T01:33:50.889" v="335" actId="26606"/>
          <ac:spMkLst>
            <pc:docMk/>
            <pc:sldMk cId="2768388143" sldId="318"/>
            <ac:spMk id="22" creationId="{D1D34770-47A8-402C-AF23-2B653F2D88C1}"/>
          </ac:spMkLst>
        </pc:spChg>
        <pc:picChg chg="add del mod ord">
          <ac:chgData name="Mahmoud" userId="7bf24d79-5b67-4251-b831-92e5f8c9b05a" providerId="ADAL" clId="{D1CAB0BC-DAA6-4683-91A8-CF1D596A8164}" dt="2023-09-13T01:34:07.596" v="344" actId="26606"/>
          <ac:picMkLst>
            <pc:docMk/>
            <pc:sldMk cId="2768388143" sldId="318"/>
            <ac:picMk id="13" creationId="{B8C375C5-48E5-905A-1355-6D0B9E3C1318}"/>
          </ac:picMkLst>
        </pc:picChg>
        <pc:cxnChg chg="add del">
          <ac:chgData name="Mahmoud" userId="7bf24d79-5b67-4251-b831-92e5f8c9b05a" providerId="ADAL" clId="{D1CAB0BC-DAA6-4683-91A8-CF1D596A8164}" dt="2023-09-13T01:34:07.596" v="344" actId="26606"/>
          <ac:cxnSpMkLst>
            <pc:docMk/>
            <pc:sldMk cId="2768388143" sldId="318"/>
            <ac:cxnSpMk id="17" creationId="{1503BFE4-729B-D9D0-C17B-501E6AF1127A}"/>
          </ac:cxnSpMkLst>
        </pc:cxnChg>
        <pc:cxnChg chg="add del">
          <ac:chgData name="Mahmoud" userId="7bf24d79-5b67-4251-b831-92e5f8c9b05a" providerId="ADAL" clId="{D1CAB0BC-DAA6-4683-91A8-CF1D596A8164}" dt="2023-09-13T01:34:04.879" v="341" actId="26606"/>
          <ac:cxnSpMkLst>
            <pc:docMk/>
            <pc:sldMk cId="2768388143" sldId="318"/>
            <ac:cxnSpMk id="24" creationId="{1503BFE4-729B-D9D0-C17B-501E6AF1127A}"/>
          </ac:cxnSpMkLst>
        </pc:cxnChg>
      </pc:sldChg>
      <pc:sldChg chg="addSp delSp modSp add mod modClrScheme chgLayout">
        <pc:chgData name="Mahmoud" userId="7bf24d79-5b67-4251-b831-92e5f8c9b05a" providerId="ADAL" clId="{D1CAB0BC-DAA6-4683-91A8-CF1D596A8164}" dt="2023-09-13T02:30:28.905" v="2268"/>
        <pc:sldMkLst>
          <pc:docMk/>
          <pc:sldMk cId="1495161542" sldId="319"/>
        </pc:sldMkLst>
        <pc:spChg chg="mod ord">
          <ac:chgData name="Mahmoud" userId="7bf24d79-5b67-4251-b831-92e5f8c9b05a" providerId="ADAL" clId="{D1CAB0BC-DAA6-4683-91A8-CF1D596A8164}" dt="2023-09-13T02:30:28.905" v="2268"/>
          <ac:spMkLst>
            <pc:docMk/>
            <pc:sldMk cId="1495161542" sldId="319"/>
            <ac:spMk id="2" creationId="{C23F65B8-D81E-A1FD-0F11-29279744247E}"/>
          </ac:spMkLst>
        </pc:spChg>
        <pc:spChg chg="del mod ord">
          <ac:chgData name="Mahmoud" userId="7bf24d79-5b67-4251-b831-92e5f8c9b05a" providerId="ADAL" clId="{D1CAB0BC-DAA6-4683-91A8-CF1D596A8164}" dt="2023-09-13T00:09:39.623" v="212" actId="478"/>
          <ac:spMkLst>
            <pc:docMk/>
            <pc:sldMk cId="1495161542" sldId="319"/>
            <ac:spMk id="3" creationId="{9C44EA3A-4FC0-26F8-04DB-3710AD0DCDB0}"/>
          </ac:spMkLst>
        </pc:spChg>
        <pc:spChg chg="mod ord">
          <ac:chgData name="Mahmoud" userId="7bf24d79-5b67-4251-b831-92e5f8c9b05a" providerId="ADAL" clId="{D1CAB0BC-DAA6-4683-91A8-CF1D596A8164}" dt="2023-09-13T02:30:28.905" v="2268"/>
          <ac:spMkLst>
            <pc:docMk/>
            <pc:sldMk cId="1495161542" sldId="319"/>
            <ac:spMk id="4" creationId="{8CA29608-CD7B-E64B-9D21-99DE13767C4C}"/>
          </ac:spMkLst>
        </pc:spChg>
        <pc:spChg chg="add del">
          <ac:chgData name="Mahmoud" userId="7bf24d79-5b67-4251-b831-92e5f8c9b05a" providerId="ADAL" clId="{D1CAB0BC-DAA6-4683-91A8-CF1D596A8164}" dt="2023-09-13T00:09:08.832" v="204" actId="478"/>
          <ac:spMkLst>
            <pc:docMk/>
            <pc:sldMk cId="1495161542" sldId="319"/>
            <ac:spMk id="5" creationId="{817C7663-BC39-8EA7-ACDF-6FB741949DEC}"/>
          </ac:spMkLst>
        </pc:spChg>
        <pc:spChg chg="add del mod">
          <ac:chgData name="Mahmoud" userId="7bf24d79-5b67-4251-b831-92e5f8c9b05a" providerId="ADAL" clId="{D1CAB0BC-DAA6-4683-91A8-CF1D596A8164}" dt="2023-09-13T00:09:11.224" v="205" actId="478"/>
          <ac:spMkLst>
            <pc:docMk/>
            <pc:sldMk cId="1495161542" sldId="319"/>
            <ac:spMk id="6" creationId="{22F0562F-2239-EA49-7958-4244E2F22DB8}"/>
          </ac:spMkLst>
        </pc:spChg>
        <pc:spChg chg="add del mod">
          <ac:chgData name="Mahmoud" userId="7bf24d79-5b67-4251-b831-92e5f8c9b05a" providerId="ADAL" clId="{D1CAB0BC-DAA6-4683-91A8-CF1D596A8164}" dt="2023-09-13T00:07:21.431" v="202" actId="478"/>
          <ac:spMkLst>
            <pc:docMk/>
            <pc:sldMk cId="1495161542" sldId="319"/>
            <ac:spMk id="8" creationId="{B895617F-89BB-4177-AF49-A3F4F4E8A33C}"/>
          </ac:spMkLst>
        </pc:spChg>
        <pc:spChg chg="add del mod">
          <ac:chgData name="Mahmoud" userId="7bf24d79-5b67-4251-b831-92e5f8c9b05a" providerId="ADAL" clId="{D1CAB0BC-DAA6-4683-91A8-CF1D596A8164}" dt="2023-09-13T00:07:20.730" v="201" actId="478"/>
          <ac:spMkLst>
            <pc:docMk/>
            <pc:sldMk cId="1495161542" sldId="319"/>
            <ac:spMk id="10" creationId="{0AFE6E18-DFE5-5160-78DA-02D2F2DF6249}"/>
          </ac:spMkLst>
        </pc:spChg>
        <pc:spChg chg="add del mod">
          <ac:chgData name="Mahmoud" userId="7bf24d79-5b67-4251-b831-92e5f8c9b05a" providerId="ADAL" clId="{D1CAB0BC-DAA6-4683-91A8-CF1D596A8164}" dt="2023-09-13T00:09:12.322" v="206" actId="478"/>
          <ac:spMkLst>
            <pc:docMk/>
            <pc:sldMk cId="1495161542" sldId="319"/>
            <ac:spMk id="12" creationId="{674A581D-1ED8-4BA6-A0BF-9FE552A9E5AD}"/>
          </ac:spMkLst>
        </pc:spChg>
        <pc:spChg chg="add del mod">
          <ac:chgData name="Mahmoud" userId="7bf24d79-5b67-4251-b831-92e5f8c9b05a" providerId="ADAL" clId="{D1CAB0BC-DAA6-4683-91A8-CF1D596A8164}" dt="2023-09-13T00:09:14.145" v="207" actId="478"/>
          <ac:spMkLst>
            <pc:docMk/>
            <pc:sldMk cId="1495161542" sldId="319"/>
            <ac:spMk id="14" creationId="{7C3458FB-F917-0159-2AE0-3631B0CFA114}"/>
          </ac:spMkLst>
        </pc:spChg>
        <pc:spChg chg="add del mod">
          <ac:chgData name="Mahmoud" userId="7bf24d79-5b67-4251-b831-92e5f8c9b05a" providerId="ADAL" clId="{D1CAB0BC-DAA6-4683-91A8-CF1D596A8164}" dt="2023-09-13T02:14:33.184" v="2049"/>
          <ac:spMkLst>
            <pc:docMk/>
            <pc:sldMk cId="1495161542" sldId="319"/>
            <ac:spMk id="15" creationId="{371F08FB-DDB2-B189-B6E7-083B742C09E7}"/>
          </ac:spMkLst>
        </pc:spChg>
        <pc:spChg chg="add del mod">
          <ac:chgData name="Mahmoud" userId="7bf24d79-5b67-4251-b831-92e5f8c9b05a" providerId="ADAL" clId="{D1CAB0BC-DAA6-4683-91A8-CF1D596A8164}" dt="2023-09-13T02:14:33.184" v="2049"/>
          <ac:spMkLst>
            <pc:docMk/>
            <pc:sldMk cId="1495161542" sldId="319"/>
            <ac:spMk id="16" creationId="{2F3ED0A3-A45B-6EB7-87AE-38A6DCA08390}"/>
          </ac:spMkLst>
        </pc:spChg>
        <pc:spChg chg="add del mod">
          <ac:chgData name="Mahmoud" userId="7bf24d79-5b67-4251-b831-92e5f8c9b05a" providerId="ADAL" clId="{D1CAB0BC-DAA6-4683-91A8-CF1D596A8164}" dt="2023-09-13T02:30:28.905" v="2268"/>
          <ac:spMkLst>
            <pc:docMk/>
            <pc:sldMk cId="1495161542" sldId="319"/>
            <ac:spMk id="17" creationId="{D477F17C-DC2B-D532-FD99-35F43CF223A6}"/>
          </ac:spMkLst>
        </pc:spChg>
        <pc:spChg chg="add del mod">
          <ac:chgData name="Mahmoud" userId="7bf24d79-5b67-4251-b831-92e5f8c9b05a" providerId="ADAL" clId="{D1CAB0BC-DAA6-4683-91A8-CF1D596A8164}" dt="2023-09-13T02:30:28.905" v="2268"/>
          <ac:spMkLst>
            <pc:docMk/>
            <pc:sldMk cId="1495161542" sldId="319"/>
            <ac:spMk id="18" creationId="{187AD349-E7E0-04AE-8416-07D2346A800E}"/>
          </ac:spMkLst>
        </pc:spChg>
      </pc:sldChg>
      <pc:sldChg chg="addSp delSp modSp add mod modClrScheme chgLayout">
        <pc:chgData name="Mahmoud" userId="7bf24d79-5b67-4251-b831-92e5f8c9b05a" providerId="ADAL" clId="{D1CAB0BC-DAA6-4683-91A8-CF1D596A8164}" dt="2023-09-13T02:16:27.324" v="2060" actId="15"/>
        <pc:sldMkLst>
          <pc:docMk/>
          <pc:sldMk cId="4197557340" sldId="320"/>
        </pc:sldMkLst>
        <pc:spChg chg="mod ord">
          <ac:chgData name="Mahmoud" userId="7bf24d79-5b67-4251-b831-92e5f8c9b05a" providerId="ADAL" clId="{D1CAB0BC-DAA6-4683-91A8-CF1D596A8164}" dt="2023-09-13T02:16:24.376" v="2059"/>
          <ac:spMkLst>
            <pc:docMk/>
            <pc:sldMk cId="4197557340" sldId="320"/>
            <ac:spMk id="2" creationId="{C23F65B8-D81E-A1FD-0F11-29279744247E}"/>
          </ac:spMkLst>
        </pc:spChg>
        <pc:spChg chg="del mod ord">
          <ac:chgData name="Mahmoud" userId="7bf24d79-5b67-4251-b831-92e5f8c9b05a" providerId="ADAL" clId="{D1CAB0BC-DAA6-4683-91A8-CF1D596A8164}" dt="2023-09-13T00:10:53.616" v="231" actId="478"/>
          <ac:spMkLst>
            <pc:docMk/>
            <pc:sldMk cId="4197557340" sldId="320"/>
            <ac:spMk id="3" creationId="{9C44EA3A-4FC0-26F8-04DB-3710AD0DCDB0}"/>
          </ac:spMkLst>
        </pc:spChg>
        <pc:spChg chg="mod ord">
          <ac:chgData name="Mahmoud" userId="7bf24d79-5b67-4251-b831-92e5f8c9b05a" providerId="ADAL" clId="{D1CAB0BC-DAA6-4683-91A8-CF1D596A8164}" dt="2023-09-13T02:16:27.324" v="2060" actId="15"/>
          <ac:spMkLst>
            <pc:docMk/>
            <pc:sldMk cId="4197557340" sldId="320"/>
            <ac:spMk id="4" creationId="{8CA29608-CD7B-E64B-9D21-99DE13767C4C}"/>
          </ac:spMkLst>
        </pc:spChg>
        <pc:spChg chg="del">
          <ac:chgData name="Mahmoud" userId="7bf24d79-5b67-4251-b831-92e5f8c9b05a" providerId="ADAL" clId="{D1CAB0BC-DAA6-4683-91A8-CF1D596A8164}" dt="2023-09-13T00:10:38.551" v="227" actId="478"/>
          <ac:spMkLst>
            <pc:docMk/>
            <pc:sldMk cId="4197557340" sldId="320"/>
            <ac:spMk id="5" creationId="{817C7663-BC39-8EA7-ACDF-6FB741949DEC}"/>
          </ac:spMkLst>
        </pc:spChg>
        <pc:spChg chg="del mod">
          <ac:chgData name="Mahmoud" userId="7bf24d79-5b67-4251-b831-92e5f8c9b05a" providerId="ADAL" clId="{D1CAB0BC-DAA6-4683-91A8-CF1D596A8164}" dt="2023-09-13T00:10:39.671" v="228" actId="478"/>
          <ac:spMkLst>
            <pc:docMk/>
            <pc:sldMk cId="4197557340" sldId="320"/>
            <ac:spMk id="6" creationId="{22F0562F-2239-EA49-7958-4244E2F22DB8}"/>
          </ac:spMkLst>
        </pc:spChg>
        <pc:spChg chg="add del mod">
          <ac:chgData name="Mahmoud" userId="7bf24d79-5b67-4251-b831-92e5f8c9b05a" providerId="ADAL" clId="{D1CAB0BC-DAA6-4683-91A8-CF1D596A8164}" dt="2023-09-13T00:10:48.582" v="229" actId="700"/>
          <ac:spMkLst>
            <pc:docMk/>
            <pc:sldMk cId="4197557340" sldId="320"/>
            <ac:spMk id="8" creationId="{B1911C6B-B367-4A18-38A8-106F8BA72C98}"/>
          </ac:spMkLst>
        </pc:spChg>
        <pc:spChg chg="add del mod">
          <ac:chgData name="Mahmoud" userId="7bf24d79-5b67-4251-b831-92e5f8c9b05a" providerId="ADAL" clId="{D1CAB0BC-DAA6-4683-91A8-CF1D596A8164}" dt="2023-09-13T00:10:48.582" v="229" actId="700"/>
          <ac:spMkLst>
            <pc:docMk/>
            <pc:sldMk cId="4197557340" sldId="320"/>
            <ac:spMk id="10" creationId="{136F2F59-B686-46FF-13DF-BAE5E288FC00}"/>
          </ac:spMkLst>
        </pc:spChg>
        <pc:spChg chg="add del mod">
          <ac:chgData name="Mahmoud" userId="7bf24d79-5b67-4251-b831-92e5f8c9b05a" providerId="ADAL" clId="{D1CAB0BC-DAA6-4683-91A8-CF1D596A8164}" dt="2023-09-13T02:15:16.441" v="2058"/>
          <ac:spMkLst>
            <pc:docMk/>
            <pc:sldMk cId="4197557340" sldId="320"/>
            <ac:spMk id="11" creationId="{E4EEAAEA-AD49-AB98-15C6-A1C5F8DCE1E2}"/>
          </ac:spMkLst>
        </pc:spChg>
        <pc:spChg chg="add del mod">
          <ac:chgData name="Mahmoud" userId="7bf24d79-5b67-4251-b831-92e5f8c9b05a" providerId="ADAL" clId="{D1CAB0BC-DAA6-4683-91A8-CF1D596A8164}" dt="2023-09-13T02:15:16.441" v="2058"/>
          <ac:spMkLst>
            <pc:docMk/>
            <pc:sldMk cId="4197557340" sldId="320"/>
            <ac:spMk id="12" creationId="{FA504B6D-995E-FBC2-B799-39C2A1DFA1A6}"/>
          </ac:spMkLst>
        </pc:spChg>
        <pc:spChg chg="add del mod">
          <ac:chgData name="Mahmoud" userId="7bf24d79-5b67-4251-b831-92e5f8c9b05a" providerId="ADAL" clId="{D1CAB0BC-DAA6-4683-91A8-CF1D596A8164}" dt="2023-09-13T02:16:24.376" v="2059"/>
          <ac:spMkLst>
            <pc:docMk/>
            <pc:sldMk cId="4197557340" sldId="320"/>
            <ac:spMk id="13" creationId="{DA784639-3575-EB39-1DD2-785CEDC500A7}"/>
          </ac:spMkLst>
        </pc:spChg>
        <pc:spChg chg="add del mod">
          <ac:chgData name="Mahmoud" userId="7bf24d79-5b67-4251-b831-92e5f8c9b05a" providerId="ADAL" clId="{D1CAB0BC-DAA6-4683-91A8-CF1D596A8164}" dt="2023-09-13T02:16:24.376" v="2059"/>
          <ac:spMkLst>
            <pc:docMk/>
            <pc:sldMk cId="4197557340" sldId="320"/>
            <ac:spMk id="14" creationId="{0E1F2B7E-C890-7D60-9566-0882E13EEF75}"/>
          </ac:spMkLst>
        </pc:spChg>
      </pc:sldChg>
      <pc:sldChg chg="addSp delSp modSp add mod modClrScheme chgLayout">
        <pc:chgData name="Mahmoud" userId="7bf24d79-5b67-4251-b831-92e5f8c9b05a" providerId="ADAL" clId="{D1CAB0BC-DAA6-4683-91A8-CF1D596A8164}" dt="2023-09-13T02:16:42.192" v="2066" actId="27636"/>
        <pc:sldMkLst>
          <pc:docMk/>
          <pc:sldMk cId="731690978" sldId="321"/>
        </pc:sldMkLst>
        <pc:spChg chg="mod ord">
          <ac:chgData name="Mahmoud" userId="7bf24d79-5b67-4251-b831-92e5f8c9b05a" providerId="ADAL" clId="{D1CAB0BC-DAA6-4683-91A8-CF1D596A8164}" dt="2023-09-13T02:16:39.417" v="2063"/>
          <ac:spMkLst>
            <pc:docMk/>
            <pc:sldMk cId="731690978" sldId="321"/>
            <ac:spMk id="2" creationId="{C23F65B8-D81E-A1FD-0F11-29279744247E}"/>
          </ac:spMkLst>
        </pc:spChg>
        <pc:spChg chg="del mod ord">
          <ac:chgData name="Mahmoud" userId="7bf24d79-5b67-4251-b831-92e5f8c9b05a" providerId="ADAL" clId="{D1CAB0BC-DAA6-4683-91A8-CF1D596A8164}" dt="2023-09-13T00:11:34.116" v="250" actId="478"/>
          <ac:spMkLst>
            <pc:docMk/>
            <pc:sldMk cId="731690978" sldId="321"/>
            <ac:spMk id="3" creationId="{9C44EA3A-4FC0-26F8-04DB-3710AD0DCDB0}"/>
          </ac:spMkLst>
        </pc:spChg>
        <pc:spChg chg="mod ord">
          <ac:chgData name="Mahmoud" userId="7bf24d79-5b67-4251-b831-92e5f8c9b05a" providerId="ADAL" clId="{D1CAB0BC-DAA6-4683-91A8-CF1D596A8164}" dt="2023-09-13T02:16:42.192" v="2066" actId="27636"/>
          <ac:spMkLst>
            <pc:docMk/>
            <pc:sldMk cId="731690978" sldId="321"/>
            <ac:spMk id="4" creationId="{8CA29608-CD7B-E64B-9D21-99DE13767C4C}"/>
          </ac:spMkLst>
        </pc:spChg>
        <pc:spChg chg="del">
          <ac:chgData name="Mahmoud" userId="7bf24d79-5b67-4251-b831-92e5f8c9b05a" providerId="ADAL" clId="{D1CAB0BC-DAA6-4683-91A8-CF1D596A8164}" dt="2023-09-13T00:11:23.439" v="244" actId="478"/>
          <ac:spMkLst>
            <pc:docMk/>
            <pc:sldMk cId="731690978" sldId="321"/>
            <ac:spMk id="5" creationId="{817C7663-BC39-8EA7-ACDF-6FB741949DEC}"/>
          </ac:spMkLst>
        </pc:spChg>
        <pc:spChg chg="del">
          <ac:chgData name="Mahmoud" userId="7bf24d79-5b67-4251-b831-92e5f8c9b05a" providerId="ADAL" clId="{D1CAB0BC-DAA6-4683-91A8-CF1D596A8164}" dt="2023-09-13T00:11:24.488" v="245" actId="478"/>
          <ac:spMkLst>
            <pc:docMk/>
            <pc:sldMk cId="731690978" sldId="321"/>
            <ac:spMk id="6" creationId="{22F0562F-2239-EA49-7958-4244E2F22DB8}"/>
          </ac:spMkLst>
        </pc:spChg>
        <pc:spChg chg="add del mod">
          <ac:chgData name="Mahmoud" userId="7bf24d79-5b67-4251-b831-92e5f8c9b05a" providerId="ADAL" clId="{D1CAB0BC-DAA6-4683-91A8-CF1D596A8164}" dt="2023-09-13T00:11:25.230" v="246" actId="478"/>
          <ac:spMkLst>
            <pc:docMk/>
            <pc:sldMk cId="731690978" sldId="321"/>
            <ac:spMk id="8" creationId="{50F9FD96-3CA4-83B0-AB86-5AADB403C740}"/>
          </ac:spMkLst>
        </pc:spChg>
        <pc:spChg chg="add del mod">
          <ac:chgData name="Mahmoud" userId="7bf24d79-5b67-4251-b831-92e5f8c9b05a" providerId="ADAL" clId="{D1CAB0BC-DAA6-4683-91A8-CF1D596A8164}" dt="2023-09-13T00:11:26.078" v="247" actId="478"/>
          <ac:spMkLst>
            <pc:docMk/>
            <pc:sldMk cId="731690978" sldId="321"/>
            <ac:spMk id="10" creationId="{52CA1381-AA90-CBEE-D592-80F5D432CC86}"/>
          </ac:spMkLst>
        </pc:spChg>
        <pc:spChg chg="add del mod">
          <ac:chgData name="Mahmoud" userId="7bf24d79-5b67-4251-b831-92e5f8c9b05a" providerId="ADAL" clId="{D1CAB0BC-DAA6-4683-91A8-CF1D596A8164}" dt="2023-09-13T02:16:39.417" v="2063"/>
          <ac:spMkLst>
            <pc:docMk/>
            <pc:sldMk cId="731690978" sldId="321"/>
            <ac:spMk id="11" creationId="{1764BB0E-D958-A13A-9A97-DE52F89EA689}"/>
          </ac:spMkLst>
        </pc:spChg>
        <pc:spChg chg="add del mod">
          <ac:chgData name="Mahmoud" userId="7bf24d79-5b67-4251-b831-92e5f8c9b05a" providerId="ADAL" clId="{D1CAB0BC-DAA6-4683-91A8-CF1D596A8164}" dt="2023-09-13T02:16:39.417" v="2063"/>
          <ac:spMkLst>
            <pc:docMk/>
            <pc:sldMk cId="731690978" sldId="321"/>
            <ac:spMk id="12" creationId="{7CB754C5-649F-526D-2B73-84D8595458BE}"/>
          </ac:spMkLst>
        </pc:spChg>
      </pc:sldChg>
      <pc:sldChg chg="addSp delSp modSp add mod modClrScheme chgLayout">
        <pc:chgData name="Mahmoud" userId="7bf24d79-5b67-4251-b831-92e5f8c9b05a" providerId="ADAL" clId="{D1CAB0BC-DAA6-4683-91A8-CF1D596A8164}" dt="2023-09-13T02:22:05.363" v="2236" actId="20577"/>
        <pc:sldMkLst>
          <pc:docMk/>
          <pc:sldMk cId="531620843" sldId="322"/>
        </pc:sldMkLst>
        <pc:spChg chg="mod ord">
          <ac:chgData name="Mahmoud" userId="7bf24d79-5b67-4251-b831-92e5f8c9b05a" providerId="ADAL" clId="{D1CAB0BC-DAA6-4683-91A8-CF1D596A8164}" dt="2023-09-13T02:21:50.248" v="2229" actId="20577"/>
          <ac:spMkLst>
            <pc:docMk/>
            <pc:sldMk cId="531620843" sldId="322"/>
            <ac:spMk id="2" creationId="{7E95B9FB-0E91-C3C1-29D3-91F8E3C21B26}"/>
          </ac:spMkLst>
        </pc:spChg>
        <pc:spChg chg="del mod ord">
          <ac:chgData name="Mahmoud" userId="7bf24d79-5b67-4251-b831-92e5f8c9b05a" providerId="ADAL" clId="{D1CAB0BC-DAA6-4683-91A8-CF1D596A8164}" dt="2023-09-13T01:56:54.614" v="1214" actId="700"/>
          <ac:spMkLst>
            <pc:docMk/>
            <pc:sldMk cId="531620843" sldId="322"/>
            <ac:spMk id="3" creationId="{1BAF52F9-F610-69DF-772A-71CE5295D92D}"/>
          </ac:spMkLst>
        </pc:spChg>
        <pc:spChg chg="add mod ord">
          <ac:chgData name="Mahmoud" userId="7bf24d79-5b67-4251-b831-92e5f8c9b05a" providerId="ADAL" clId="{D1CAB0BC-DAA6-4683-91A8-CF1D596A8164}" dt="2023-09-13T02:22:05.363" v="2236" actId="20577"/>
          <ac:spMkLst>
            <pc:docMk/>
            <pc:sldMk cId="531620843" sldId="322"/>
            <ac:spMk id="4" creationId="{842F4C81-7DF4-CB5F-2D81-FE64CAB177C9}"/>
          </ac:spMkLst>
        </pc:spChg>
      </pc:sldChg>
      <pc:sldChg chg="modSp add del mod">
        <pc:chgData name="Mahmoud" userId="7bf24d79-5b67-4251-b831-92e5f8c9b05a" providerId="ADAL" clId="{D1CAB0BC-DAA6-4683-91A8-CF1D596A8164}" dt="2023-09-13T01:46:46.016" v="861" actId="2696"/>
        <pc:sldMkLst>
          <pc:docMk/>
          <pc:sldMk cId="1647531797" sldId="322"/>
        </pc:sldMkLst>
        <pc:spChg chg="mod">
          <ac:chgData name="Mahmoud" userId="7bf24d79-5b67-4251-b831-92e5f8c9b05a" providerId="ADAL" clId="{D1CAB0BC-DAA6-4683-91A8-CF1D596A8164}" dt="2023-09-13T00:20:08.601" v="287" actId="20577"/>
          <ac:spMkLst>
            <pc:docMk/>
            <pc:sldMk cId="1647531797" sldId="322"/>
            <ac:spMk id="2" creationId="{7E95B9FB-0E91-C3C1-29D3-91F8E3C21B26}"/>
          </ac:spMkLst>
        </pc:spChg>
        <pc:spChg chg="mod">
          <ac:chgData name="Mahmoud" userId="7bf24d79-5b67-4251-b831-92e5f8c9b05a" providerId="ADAL" clId="{D1CAB0BC-DAA6-4683-91A8-CF1D596A8164}" dt="2023-09-13T00:20:10.608" v="288" actId="6549"/>
          <ac:spMkLst>
            <pc:docMk/>
            <pc:sldMk cId="1647531797" sldId="322"/>
            <ac:spMk id="3" creationId="{1BAF52F9-F610-69DF-772A-71CE5295D92D}"/>
          </ac:spMkLst>
        </pc:spChg>
      </pc:sldChg>
      <pc:sldChg chg="addSp delSp modSp add mod">
        <pc:chgData name="Mahmoud" userId="7bf24d79-5b67-4251-b831-92e5f8c9b05a" providerId="ADAL" clId="{D1CAB0BC-DAA6-4683-91A8-CF1D596A8164}" dt="2023-09-13T02:17:00.192" v="2069"/>
        <pc:sldMkLst>
          <pc:docMk/>
          <pc:sldMk cId="2759272291" sldId="323"/>
        </pc:sldMkLst>
        <pc:spChg chg="mod">
          <ac:chgData name="Mahmoud" userId="7bf24d79-5b67-4251-b831-92e5f8c9b05a" providerId="ADAL" clId="{D1CAB0BC-DAA6-4683-91A8-CF1D596A8164}" dt="2023-09-13T02:17:00.192" v="2069"/>
          <ac:spMkLst>
            <pc:docMk/>
            <pc:sldMk cId="2759272291" sldId="323"/>
            <ac:spMk id="2" creationId="{E777E4B0-E03F-4F02-BDFE-7A4C6DA29131}"/>
          </ac:spMkLst>
        </pc:spChg>
        <pc:spChg chg="mod">
          <ac:chgData name="Mahmoud" userId="7bf24d79-5b67-4251-b831-92e5f8c9b05a" providerId="ADAL" clId="{D1CAB0BC-DAA6-4683-91A8-CF1D596A8164}" dt="2023-09-13T02:17:00.192" v="2069"/>
          <ac:spMkLst>
            <pc:docMk/>
            <pc:sldMk cId="2759272291" sldId="323"/>
            <ac:spMk id="3" creationId="{F3005794-BF65-410E-9225-F34791DBC010}"/>
          </ac:spMkLst>
        </pc:spChg>
        <pc:spChg chg="mod">
          <ac:chgData name="Mahmoud" userId="7bf24d79-5b67-4251-b831-92e5f8c9b05a" providerId="ADAL" clId="{D1CAB0BC-DAA6-4683-91A8-CF1D596A8164}" dt="2023-09-13T02:17:00.192" v="2069"/>
          <ac:spMkLst>
            <pc:docMk/>
            <pc:sldMk cId="2759272291" sldId="323"/>
            <ac:spMk id="4" creationId="{4E14A3A2-0881-4AA2-B724-688DC4391366}"/>
          </ac:spMkLst>
        </pc:spChg>
        <pc:spChg chg="add del mod">
          <ac:chgData name="Mahmoud" userId="7bf24d79-5b67-4251-b831-92e5f8c9b05a" providerId="ADAL" clId="{D1CAB0BC-DAA6-4683-91A8-CF1D596A8164}" dt="2023-09-13T02:17:00.192" v="2069"/>
          <ac:spMkLst>
            <pc:docMk/>
            <pc:sldMk cId="2759272291" sldId="323"/>
            <ac:spMk id="5" creationId="{1695928B-E8A4-11AB-B389-241EA53DBC3B}"/>
          </ac:spMkLst>
        </pc:spChg>
        <pc:spChg chg="add del mod">
          <ac:chgData name="Mahmoud" userId="7bf24d79-5b67-4251-b831-92e5f8c9b05a" providerId="ADAL" clId="{D1CAB0BC-DAA6-4683-91A8-CF1D596A8164}" dt="2023-09-13T02:17:00.192" v="2069"/>
          <ac:spMkLst>
            <pc:docMk/>
            <pc:sldMk cId="2759272291" sldId="323"/>
            <ac:spMk id="6" creationId="{07D111B2-04B7-65E1-BD7D-48D732D780B7}"/>
          </ac:spMkLst>
        </pc:spChg>
      </pc:sldChg>
      <pc:sldChg chg="addSp delSp modSp add mod">
        <pc:chgData name="Mahmoud" userId="7bf24d79-5b67-4251-b831-92e5f8c9b05a" providerId="ADAL" clId="{D1CAB0BC-DAA6-4683-91A8-CF1D596A8164}" dt="2023-09-13T02:17:26.136" v="2072" actId="20577"/>
        <pc:sldMkLst>
          <pc:docMk/>
          <pc:sldMk cId="1225233416" sldId="324"/>
        </pc:sldMkLst>
        <pc:spChg chg="mod">
          <ac:chgData name="Mahmoud" userId="7bf24d79-5b67-4251-b831-92e5f8c9b05a" providerId="ADAL" clId="{D1CAB0BC-DAA6-4683-91A8-CF1D596A8164}" dt="2023-09-13T02:17:26.136" v="2072" actId="20577"/>
          <ac:spMkLst>
            <pc:docMk/>
            <pc:sldMk cId="1225233416" sldId="324"/>
            <ac:spMk id="2" creationId="{C23F65B8-D81E-A1FD-0F11-29279744247E}"/>
          </ac:spMkLst>
        </pc:spChg>
        <pc:spChg chg="mod">
          <ac:chgData name="Mahmoud" userId="7bf24d79-5b67-4251-b831-92e5f8c9b05a" providerId="ADAL" clId="{D1CAB0BC-DAA6-4683-91A8-CF1D596A8164}" dt="2023-09-13T02:17:21.683" v="2070"/>
          <ac:spMkLst>
            <pc:docMk/>
            <pc:sldMk cId="1225233416" sldId="324"/>
            <ac:spMk id="3" creationId="{9C44EA3A-4FC0-26F8-04DB-3710AD0DCDB0}"/>
          </ac:spMkLst>
        </pc:spChg>
        <pc:spChg chg="mod">
          <ac:chgData name="Mahmoud" userId="7bf24d79-5b67-4251-b831-92e5f8c9b05a" providerId="ADAL" clId="{D1CAB0BC-DAA6-4683-91A8-CF1D596A8164}" dt="2023-09-13T02:17:21.683" v="2070"/>
          <ac:spMkLst>
            <pc:docMk/>
            <pc:sldMk cId="1225233416" sldId="324"/>
            <ac:spMk id="4" creationId="{8CA29608-CD7B-E64B-9D21-99DE13767C4C}"/>
          </ac:spMkLst>
        </pc:spChg>
        <pc:spChg chg="mod">
          <ac:chgData name="Mahmoud" userId="7bf24d79-5b67-4251-b831-92e5f8c9b05a" providerId="ADAL" clId="{D1CAB0BC-DAA6-4683-91A8-CF1D596A8164}" dt="2023-09-13T02:17:21.683" v="2070"/>
          <ac:spMkLst>
            <pc:docMk/>
            <pc:sldMk cId="1225233416" sldId="324"/>
            <ac:spMk id="5" creationId="{817C7663-BC39-8EA7-ACDF-6FB741949DEC}"/>
          </ac:spMkLst>
        </pc:spChg>
        <pc:spChg chg="mod">
          <ac:chgData name="Mahmoud" userId="7bf24d79-5b67-4251-b831-92e5f8c9b05a" providerId="ADAL" clId="{D1CAB0BC-DAA6-4683-91A8-CF1D596A8164}" dt="2023-09-13T02:17:21.683" v="2070"/>
          <ac:spMkLst>
            <pc:docMk/>
            <pc:sldMk cId="1225233416" sldId="324"/>
            <ac:spMk id="6" creationId="{22F0562F-2239-EA49-7958-4244E2F22DB8}"/>
          </ac:spMkLst>
        </pc:spChg>
        <pc:spChg chg="add del mod">
          <ac:chgData name="Mahmoud" userId="7bf24d79-5b67-4251-b831-92e5f8c9b05a" providerId="ADAL" clId="{D1CAB0BC-DAA6-4683-91A8-CF1D596A8164}" dt="2023-09-13T02:17:21.683" v="2070"/>
          <ac:spMkLst>
            <pc:docMk/>
            <pc:sldMk cId="1225233416" sldId="324"/>
            <ac:spMk id="7" creationId="{67C09F94-BEF6-0538-0639-3E904785D8C0}"/>
          </ac:spMkLst>
        </pc:spChg>
        <pc:spChg chg="add del mod">
          <ac:chgData name="Mahmoud" userId="7bf24d79-5b67-4251-b831-92e5f8c9b05a" providerId="ADAL" clId="{D1CAB0BC-DAA6-4683-91A8-CF1D596A8164}" dt="2023-09-13T02:17:21.683" v="2070"/>
          <ac:spMkLst>
            <pc:docMk/>
            <pc:sldMk cId="1225233416" sldId="324"/>
            <ac:spMk id="8" creationId="{A99B9533-2E75-4732-4BAC-98CAAF0135F8}"/>
          </ac:spMkLst>
        </pc:spChg>
        <pc:spChg chg="add del mod">
          <ac:chgData name="Mahmoud" userId="7bf24d79-5b67-4251-b831-92e5f8c9b05a" providerId="ADAL" clId="{D1CAB0BC-DAA6-4683-91A8-CF1D596A8164}" dt="2023-09-13T02:17:21.683" v="2070"/>
          <ac:spMkLst>
            <pc:docMk/>
            <pc:sldMk cId="1225233416" sldId="324"/>
            <ac:spMk id="9" creationId="{2D4501ED-5787-46FE-EF42-5D4A541CB8F9}"/>
          </ac:spMkLst>
        </pc:spChg>
        <pc:spChg chg="add del mod">
          <ac:chgData name="Mahmoud" userId="7bf24d79-5b67-4251-b831-92e5f8c9b05a" providerId="ADAL" clId="{D1CAB0BC-DAA6-4683-91A8-CF1D596A8164}" dt="2023-09-13T02:17:21.683" v="2070"/>
          <ac:spMkLst>
            <pc:docMk/>
            <pc:sldMk cId="1225233416" sldId="324"/>
            <ac:spMk id="10" creationId="{89616015-DA6E-4426-897A-AEECAF51F800}"/>
          </ac:spMkLst>
        </pc:spChg>
        <pc:spChg chg="add del mod">
          <ac:chgData name="Mahmoud" userId="7bf24d79-5b67-4251-b831-92e5f8c9b05a" providerId="ADAL" clId="{D1CAB0BC-DAA6-4683-91A8-CF1D596A8164}" dt="2023-09-13T02:17:21.683" v="2070"/>
          <ac:spMkLst>
            <pc:docMk/>
            <pc:sldMk cId="1225233416" sldId="324"/>
            <ac:spMk id="11" creationId="{02275368-3376-5C35-4FC3-192FD2A6BCD7}"/>
          </ac:spMkLst>
        </pc:spChg>
      </pc:sldChg>
      <pc:sldChg chg="addSp delSp modSp add mod">
        <pc:chgData name="Mahmoud" userId="7bf24d79-5b67-4251-b831-92e5f8c9b05a" providerId="ADAL" clId="{D1CAB0BC-DAA6-4683-91A8-CF1D596A8164}" dt="2023-09-13T02:19:36.420" v="2160"/>
        <pc:sldMkLst>
          <pc:docMk/>
          <pc:sldMk cId="2068690893" sldId="325"/>
        </pc:sldMkLst>
        <pc:spChg chg="mod">
          <ac:chgData name="Mahmoud" userId="7bf24d79-5b67-4251-b831-92e5f8c9b05a" providerId="ADAL" clId="{D1CAB0BC-DAA6-4683-91A8-CF1D596A8164}" dt="2023-09-13T02:19:36.420" v="2160"/>
          <ac:spMkLst>
            <pc:docMk/>
            <pc:sldMk cId="2068690893" sldId="325"/>
            <ac:spMk id="2" creationId="{E777E4B0-E03F-4F02-BDFE-7A4C6DA29131}"/>
          </ac:spMkLst>
        </pc:spChg>
        <pc:spChg chg="mod">
          <ac:chgData name="Mahmoud" userId="7bf24d79-5b67-4251-b831-92e5f8c9b05a" providerId="ADAL" clId="{D1CAB0BC-DAA6-4683-91A8-CF1D596A8164}" dt="2023-09-13T02:19:36.420" v="2160"/>
          <ac:spMkLst>
            <pc:docMk/>
            <pc:sldMk cId="2068690893" sldId="325"/>
            <ac:spMk id="3" creationId="{F3005794-BF65-410E-9225-F34791DBC010}"/>
          </ac:spMkLst>
        </pc:spChg>
        <pc:spChg chg="mod">
          <ac:chgData name="Mahmoud" userId="7bf24d79-5b67-4251-b831-92e5f8c9b05a" providerId="ADAL" clId="{D1CAB0BC-DAA6-4683-91A8-CF1D596A8164}" dt="2023-09-13T02:19:36.420" v="2160"/>
          <ac:spMkLst>
            <pc:docMk/>
            <pc:sldMk cId="2068690893" sldId="325"/>
            <ac:spMk id="4" creationId="{4E14A3A2-0881-4AA2-B724-688DC4391366}"/>
          </ac:spMkLst>
        </pc:spChg>
        <pc:spChg chg="add del mod">
          <ac:chgData name="Mahmoud" userId="7bf24d79-5b67-4251-b831-92e5f8c9b05a" providerId="ADAL" clId="{D1CAB0BC-DAA6-4683-91A8-CF1D596A8164}" dt="2023-09-13T02:19:36.420" v="2160"/>
          <ac:spMkLst>
            <pc:docMk/>
            <pc:sldMk cId="2068690893" sldId="325"/>
            <ac:spMk id="5" creationId="{C6F0F2E7-F7F3-732C-0B95-613128D1696D}"/>
          </ac:spMkLst>
        </pc:spChg>
        <pc:spChg chg="add del mod">
          <ac:chgData name="Mahmoud" userId="7bf24d79-5b67-4251-b831-92e5f8c9b05a" providerId="ADAL" clId="{D1CAB0BC-DAA6-4683-91A8-CF1D596A8164}" dt="2023-09-13T02:19:36.420" v="2160"/>
          <ac:spMkLst>
            <pc:docMk/>
            <pc:sldMk cId="2068690893" sldId="325"/>
            <ac:spMk id="6" creationId="{F86FA225-32C3-B4BC-50B9-F82EF2A90042}"/>
          </ac:spMkLst>
        </pc:spChg>
      </pc:sldChg>
      <pc:sldChg chg="addSp delSp modSp add mod">
        <pc:chgData name="Mahmoud" userId="7bf24d79-5b67-4251-b831-92e5f8c9b05a" providerId="ADAL" clId="{D1CAB0BC-DAA6-4683-91A8-CF1D596A8164}" dt="2023-09-13T02:19:51.276" v="2165" actId="27636"/>
        <pc:sldMkLst>
          <pc:docMk/>
          <pc:sldMk cId="3885044238" sldId="326"/>
        </pc:sldMkLst>
        <pc:spChg chg="mod">
          <ac:chgData name="Mahmoud" userId="7bf24d79-5b67-4251-b831-92e5f8c9b05a" providerId="ADAL" clId="{D1CAB0BC-DAA6-4683-91A8-CF1D596A8164}" dt="2023-09-13T02:19:51.241" v="2163"/>
          <ac:spMkLst>
            <pc:docMk/>
            <pc:sldMk cId="3885044238" sldId="326"/>
            <ac:spMk id="2" creationId="{C23F65B8-D81E-A1FD-0F11-29279744247E}"/>
          </ac:spMkLst>
        </pc:spChg>
        <pc:spChg chg="mod">
          <ac:chgData name="Mahmoud" userId="7bf24d79-5b67-4251-b831-92e5f8c9b05a" providerId="ADAL" clId="{D1CAB0BC-DAA6-4683-91A8-CF1D596A8164}" dt="2023-09-13T02:19:51.241" v="2163"/>
          <ac:spMkLst>
            <pc:docMk/>
            <pc:sldMk cId="3885044238" sldId="326"/>
            <ac:spMk id="3" creationId="{9C44EA3A-4FC0-26F8-04DB-3710AD0DCDB0}"/>
          </ac:spMkLst>
        </pc:spChg>
        <pc:spChg chg="mod">
          <ac:chgData name="Mahmoud" userId="7bf24d79-5b67-4251-b831-92e5f8c9b05a" providerId="ADAL" clId="{D1CAB0BC-DAA6-4683-91A8-CF1D596A8164}" dt="2023-09-13T02:19:51.276" v="2165" actId="27636"/>
          <ac:spMkLst>
            <pc:docMk/>
            <pc:sldMk cId="3885044238" sldId="326"/>
            <ac:spMk id="4" creationId="{8CA29608-CD7B-E64B-9D21-99DE13767C4C}"/>
          </ac:spMkLst>
        </pc:spChg>
        <pc:spChg chg="mod">
          <ac:chgData name="Mahmoud" userId="7bf24d79-5b67-4251-b831-92e5f8c9b05a" providerId="ADAL" clId="{D1CAB0BC-DAA6-4683-91A8-CF1D596A8164}" dt="2023-09-13T02:19:51.241" v="2163"/>
          <ac:spMkLst>
            <pc:docMk/>
            <pc:sldMk cId="3885044238" sldId="326"/>
            <ac:spMk id="5" creationId="{817C7663-BC39-8EA7-ACDF-6FB741949DEC}"/>
          </ac:spMkLst>
        </pc:spChg>
        <pc:spChg chg="mod">
          <ac:chgData name="Mahmoud" userId="7bf24d79-5b67-4251-b831-92e5f8c9b05a" providerId="ADAL" clId="{D1CAB0BC-DAA6-4683-91A8-CF1D596A8164}" dt="2023-09-13T02:19:51.275" v="2164" actId="27636"/>
          <ac:spMkLst>
            <pc:docMk/>
            <pc:sldMk cId="3885044238" sldId="326"/>
            <ac:spMk id="6" creationId="{22F0562F-2239-EA49-7958-4244E2F22DB8}"/>
          </ac:spMkLst>
        </pc:spChg>
        <pc:spChg chg="add del mod">
          <ac:chgData name="Mahmoud" userId="7bf24d79-5b67-4251-b831-92e5f8c9b05a" providerId="ADAL" clId="{D1CAB0BC-DAA6-4683-91A8-CF1D596A8164}" dt="2023-09-13T02:19:51.241" v="2163"/>
          <ac:spMkLst>
            <pc:docMk/>
            <pc:sldMk cId="3885044238" sldId="326"/>
            <ac:spMk id="7" creationId="{F0CEF140-9CCC-ED13-8163-9B5EA5D95846}"/>
          </ac:spMkLst>
        </pc:spChg>
        <pc:spChg chg="add del mod">
          <ac:chgData name="Mahmoud" userId="7bf24d79-5b67-4251-b831-92e5f8c9b05a" providerId="ADAL" clId="{D1CAB0BC-DAA6-4683-91A8-CF1D596A8164}" dt="2023-09-13T02:19:51.241" v="2163"/>
          <ac:spMkLst>
            <pc:docMk/>
            <pc:sldMk cId="3885044238" sldId="326"/>
            <ac:spMk id="8" creationId="{443DE391-80D9-15B3-4083-CE4E4BD58B32}"/>
          </ac:spMkLst>
        </pc:spChg>
        <pc:spChg chg="add del mod">
          <ac:chgData name="Mahmoud" userId="7bf24d79-5b67-4251-b831-92e5f8c9b05a" providerId="ADAL" clId="{D1CAB0BC-DAA6-4683-91A8-CF1D596A8164}" dt="2023-09-13T02:19:51.241" v="2163"/>
          <ac:spMkLst>
            <pc:docMk/>
            <pc:sldMk cId="3885044238" sldId="326"/>
            <ac:spMk id="9" creationId="{85273982-964E-D96A-53CE-7AD5A0D58464}"/>
          </ac:spMkLst>
        </pc:spChg>
        <pc:spChg chg="add del mod">
          <ac:chgData name="Mahmoud" userId="7bf24d79-5b67-4251-b831-92e5f8c9b05a" providerId="ADAL" clId="{D1CAB0BC-DAA6-4683-91A8-CF1D596A8164}" dt="2023-09-13T02:19:51.241" v="2163"/>
          <ac:spMkLst>
            <pc:docMk/>
            <pc:sldMk cId="3885044238" sldId="326"/>
            <ac:spMk id="10" creationId="{7894E490-839F-30C0-BB1B-A02CB38250EC}"/>
          </ac:spMkLst>
        </pc:spChg>
        <pc:spChg chg="add del mod">
          <ac:chgData name="Mahmoud" userId="7bf24d79-5b67-4251-b831-92e5f8c9b05a" providerId="ADAL" clId="{D1CAB0BC-DAA6-4683-91A8-CF1D596A8164}" dt="2023-09-13T02:19:51.241" v="2163"/>
          <ac:spMkLst>
            <pc:docMk/>
            <pc:sldMk cId="3885044238" sldId="326"/>
            <ac:spMk id="11" creationId="{E59F9D16-E3E1-A249-34A3-B08C099334C8}"/>
          </ac:spMkLst>
        </pc:spChg>
      </pc:sldChg>
      <pc:sldChg chg="modSp add mod">
        <pc:chgData name="Mahmoud" userId="7bf24d79-5b67-4251-b831-92e5f8c9b05a" providerId="ADAL" clId="{D1CAB0BC-DAA6-4683-91A8-CF1D596A8164}" dt="2023-09-13T02:20:19.438" v="2170" actId="27636"/>
        <pc:sldMkLst>
          <pc:docMk/>
          <pc:sldMk cId="2735572049" sldId="327"/>
        </pc:sldMkLst>
        <pc:spChg chg="mod">
          <ac:chgData name="Mahmoud" userId="7bf24d79-5b67-4251-b831-92e5f8c9b05a" providerId="ADAL" clId="{D1CAB0BC-DAA6-4683-91A8-CF1D596A8164}" dt="2023-09-12T23:53:56.616" v="38" actId="27636"/>
          <ac:spMkLst>
            <pc:docMk/>
            <pc:sldMk cId="2735572049" sldId="327"/>
            <ac:spMk id="2" creationId="{E777E4B0-E03F-4F02-BDFE-7A4C6DA29131}"/>
          </ac:spMkLst>
        </pc:spChg>
        <pc:spChg chg="mod">
          <ac:chgData name="Mahmoud" userId="7bf24d79-5b67-4251-b831-92e5f8c9b05a" providerId="ADAL" clId="{D1CAB0BC-DAA6-4683-91A8-CF1D596A8164}" dt="2023-09-13T02:20:19.438" v="2170" actId="27636"/>
          <ac:spMkLst>
            <pc:docMk/>
            <pc:sldMk cId="2735572049" sldId="327"/>
            <ac:spMk id="3" creationId="{F3005794-BF65-410E-9225-F34791DBC010}"/>
          </ac:spMkLst>
        </pc:spChg>
        <pc:spChg chg="mod">
          <ac:chgData name="Mahmoud" userId="7bf24d79-5b67-4251-b831-92e5f8c9b05a" providerId="ADAL" clId="{D1CAB0BC-DAA6-4683-91A8-CF1D596A8164}" dt="2023-09-12T23:53:56.442" v="23"/>
          <ac:spMkLst>
            <pc:docMk/>
            <pc:sldMk cId="2735572049" sldId="327"/>
            <ac:spMk id="4" creationId="{4E14A3A2-0881-4AA2-B724-688DC4391366}"/>
          </ac:spMkLst>
        </pc:spChg>
      </pc:sldChg>
      <pc:sldChg chg="addSp delSp modSp add mod">
        <pc:chgData name="Mahmoud" userId="7bf24d79-5b67-4251-b831-92e5f8c9b05a" providerId="ADAL" clId="{D1CAB0BC-DAA6-4683-91A8-CF1D596A8164}" dt="2023-09-13T02:31:25.676" v="2273" actId="113"/>
        <pc:sldMkLst>
          <pc:docMk/>
          <pc:sldMk cId="2480324938" sldId="328"/>
        </pc:sldMkLst>
        <pc:spChg chg="mod">
          <ac:chgData name="Mahmoud" userId="7bf24d79-5b67-4251-b831-92e5f8c9b05a" providerId="ADAL" clId="{D1CAB0BC-DAA6-4683-91A8-CF1D596A8164}" dt="2023-09-13T02:20:57.313" v="2195" actId="5793"/>
          <ac:spMkLst>
            <pc:docMk/>
            <pc:sldMk cId="2480324938" sldId="328"/>
            <ac:spMk id="2" creationId="{E777E4B0-E03F-4F02-BDFE-7A4C6DA29131}"/>
          </ac:spMkLst>
        </pc:spChg>
        <pc:spChg chg="mod">
          <ac:chgData name="Mahmoud" userId="7bf24d79-5b67-4251-b831-92e5f8c9b05a" providerId="ADAL" clId="{D1CAB0BC-DAA6-4683-91A8-CF1D596A8164}" dt="2023-09-13T02:31:25.676" v="2273" actId="113"/>
          <ac:spMkLst>
            <pc:docMk/>
            <pc:sldMk cId="2480324938" sldId="328"/>
            <ac:spMk id="3" creationId="{F3005794-BF65-410E-9225-F34791DBC010}"/>
          </ac:spMkLst>
        </pc:spChg>
        <pc:spChg chg="mod">
          <ac:chgData name="Mahmoud" userId="7bf24d79-5b67-4251-b831-92e5f8c9b05a" providerId="ADAL" clId="{D1CAB0BC-DAA6-4683-91A8-CF1D596A8164}" dt="2023-09-13T02:20:38.033" v="2171"/>
          <ac:spMkLst>
            <pc:docMk/>
            <pc:sldMk cId="2480324938" sldId="328"/>
            <ac:spMk id="4" creationId="{4E14A3A2-0881-4AA2-B724-688DC4391366}"/>
          </ac:spMkLst>
        </pc:spChg>
        <pc:spChg chg="add del mod">
          <ac:chgData name="Mahmoud" userId="7bf24d79-5b67-4251-b831-92e5f8c9b05a" providerId="ADAL" clId="{D1CAB0BC-DAA6-4683-91A8-CF1D596A8164}" dt="2023-09-13T02:20:38.033" v="2171"/>
          <ac:spMkLst>
            <pc:docMk/>
            <pc:sldMk cId="2480324938" sldId="328"/>
            <ac:spMk id="5" creationId="{E275400C-4C48-3658-8778-9EAEEF59AF2B}"/>
          </ac:spMkLst>
        </pc:spChg>
        <pc:spChg chg="add del mod">
          <ac:chgData name="Mahmoud" userId="7bf24d79-5b67-4251-b831-92e5f8c9b05a" providerId="ADAL" clId="{D1CAB0BC-DAA6-4683-91A8-CF1D596A8164}" dt="2023-09-13T02:20:38.033" v="2171"/>
          <ac:spMkLst>
            <pc:docMk/>
            <pc:sldMk cId="2480324938" sldId="328"/>
            <ac:spMk id="6" creationId="{383262D0-45D1-05B4-ABE6-B51CDC263730}"/>
          </ac:spMkLst>
        </pc:spChg>
      </pc:sldChg>
      <pc:sldChg chg="modSp add mod">
        <pc:chgData name="Mahmoud" userId="7bf24d79-5b67-4251-b831-92e5f8c9b05a" providerId="ADAL" clId="{D1CAB0BC-DAA6-4683-91A8-CF1D596A8164}" dt="2023-09-13T00:12:33.995" v="265" actId="27636"/>
        <pc:sldMkLst>
          <pc:docMk/>
          <pc:sldMk cId="916755846" sldId="329"/>
        </pc:sldMkLst>
        <pc:spChg chg="mod">
          <ac:chgData name="Mahmoud" userId="7bf24d79-5b67-4251-b831-92e5f8c9b05a" providerId="ADAL" clId="{D1CAB0BC-DAA6-4683-91A8-CF1D596A8164}" dt="2023-09-13T00:12:33.995" v="265" actId="27636"/>
          <ac:spMkLst>
            <pc:docMk/>
            <pc:sldMk cId="916755846" sldId="329"/>
            <ac:spMk id="2" creationId="{7E95B9FB-0E91-C3C1-29D3-91F8E3C21B26}"/>
          </ac:spMkLst>
        </pc:spChg>
        <pc:spChg chg="mod">
          <ac:chgData name="Mahmoud" userId="7bf24d79-5b67-4251-b831-92e5f8c9b05a" providerId="ADAL" clId="{D1CAB0BC-DAA6-4683-91A8-CF1D596A8164}" dt="2023-09-12T23:56:38.643" v="74" actId="14100"/>
          <ac:spMkLst>
            <pc:docMk/>
            <pc:sldMk cId="916755846" sldId="329"/>
            <ac:spMk id="3" creationId="{1BAF52F9-F610-69DF-772A-71CE5295D92D}"/>
          </ac:spMkLst>
        </pc:spChg>
      </pc:sldChg>
      <pc:sldChg chg="delSp modSp add mod setBg delDesignElem">
        <pc:chgData name="Mahmoud" userId="7bf24d79-5b67-4251-b831-92e5f8c9b05a" providerId="ADAL" clId="{D1CAB0BC-DAA6-4683-91A8-CF1D596A8164}" dt="2023-09-13T00:12:38.533" v="267" actId="27636"/>
        <pc:sldMkLst>
          <pc:docMk/>
          <pc:sldMk cId="762515290" sldId="330"/>
        </pc:sldMkLst>
        <pc:spChg chg="mod">
          <ac:chgData name="Mahmoud" userId="7bf24d79-5b67-4251-b831-92e5f8c9b05a" providerId="ADAL" clId="{D1CAB0BC-DAA6-4683-91A8-CF1D596A8164}" dt="2023-09-13T00:12:38.533" v="267" actId="27636"/>
          <ac:spMkLst>
            <pc:docMk/>
            <pc:sldMk cId="762515290" sldId="330"/>
            <ac:spMk id="2" creationId="{E3468CF8-7858-EAF9-04F7-CE5A3DA5305D}"/>
          </ac:spMkLst>
        </pc:spChg>
        <pc:spChg chg="del">
          <ac:chgData name="Mahmoud" userId="7bf24d79-5b67-4251-b831-92e5f8c9b05a" providerId="ADAL" clId="{D1CAB0BC-DAA6-4683-91A8-CF1D596A8164}" dt="2023-09-12T23:53:56.442" v="23"/>
          <ac:spMkLst>
            <pc:docMk/>
            <pc:sldMk cId="762515290" sldId="330"/>
            <ac:spMk id="9" creationId="{982413CC-69E6-4BDA-A88D-E4EF8F95B27D}"/>
          </ac:spMkLst>
        </pc:spChg>
        <pc:grpChg chg="del">
          <ac:chgData name="Mahmoud" userId="7bf24d79-5b67-4251-b831-92e5f8c9b05a" providerId="ADAL" clId="{D1CAB0BC-DAA6-4683-91A8-CF1D596A8164}" dt="2023-09-12T23:53:56.442" v="23"/>
          <ac:grpSpMkLst>
            <pc:docMk/>
            <pc:sldMk cId="762515290" sldId="330"/>
            <ac:grpSpMk id="11" creationId="{4F1F7357-8633-4CE7-BF80-475EE8A2FAEA}"/>
          </ac:grpSpMkLst>
        </pc:grpChg>
        <pc:graphicFrameChg chg="mod">
          <ac:chgData name="Mahmoud" userId="7bf24d79-5b67-4251-b831-92e5f8c9b05a" providerId="ADAL" clId="{D1CAB0BC-DAA6-4683-91A8-CF1D596A8164}" dt="2023-09-12T23:56:49.001" v="76" actId="1076"/>
          <ac:graphicFrameMkLst>
            <pc:docMk/>
            <pc:sldMk cId="762515290" sldId="330"/>
            <ac:graphicFrameMk id="5" creationId="{9E9781CF-6B72-6E93-3AFB-52D2C7D86F6A}"/>
          </ac:graphicFrameMkLst>
        </pc:graphicFrameChg>
      </pc:sldChg>
      <pc:sldChg chg="delSp modSp add mod setBg delDesignElem">
        <pc:chgData name="Mahmoud" userId="7bf24d79-5b67-4251-b831-92e5f8c9b05a" providerId="ADAL" clId="{D1CAB0BC-DAA6-4683-91A8-CF1D596A8164}" dt="2023-09-13T02:08:12.970" v="1832" actId="20577"/>
        <pc:sldMkLst>
          <pc:docMk/>
          <pc:sldMk cId="3871501249" sldId="331"/>
        </pc:sldMkLst>
        <pc:spChg chg="mod">
          <ac:chgData name="Mahmoud" userId="7bf24d79-5b67-4251-b831-92e5f8c9b05a" providerId="ADAL" clId="{D1CAB0BC-DAA6-4683-91A8-CF1D596A8164}" dt="2023-09-13T01:28:59.895" v="317" actId="27636"/>
          <ac:spMkLst>
            <pc:docMk/>
            <pc:sldMk cId="3871501249" sldId="331"/>
            <ac:spMk id="2" creationId="{E3468CF8-7858-EAF9-04F7-CE5A3DA5305D}"/>
          </ac:spMkLst>
        </pc:spChg>
        <pc:spChg chg="del">
          <ac:chgData name="Mahmoud" userId="7bf24d79-5b67-4251-b831-92e5f8c9b05a" providerId="ADAL" clId="{D1CAB0BC-DAA6-4683-91A8-CF1D596A8164}" dt="2023-09-12T23:53:56.442" v="23"/>
          <ac:spMkLst>
            <pc:docMk/>
            <pc:sldMk cId="3871501249" sldId="331"/>
            <ac:spMk id="9" creationId="{982413CC-69E6-4BDA-A88D-E4EF8F95B27D}"/>
          </ac:spMkLst>
        </pc:spChg>
        <pc:grpChg chg="del">
          <ac:chgData name="Mahmoud" userId="7bf24d79-5b67-4251-b831-92e5f8c9b05a" providerId="ADAL" clId="{D1CAB0BC-DAA6-4683-91A8-CF1D596A8164}" dt="2023-09-12T23:53:56.442" v="23"/>
          <ac:grpSpMkLst>
            <pc:docMk/>
            <pc:sldMk cId="3871501249" sldId="331"/>
            <ac:grpSpMk id="11" creationId="{4F1F7357-8633-4CE7-BF80-475EE8A2FAEA}"/>
          </ac:grpSpMkLst>
        </pc:grpChg>
        <pc:graphicFrameChg chg="mod">
          <ac:chgData name="Mahmoud" userId="7bf24d79-5b67-4251-b831-92e5f8c9b05a" providerId="ADAL" clId="{D1CAB0BC-DAA6-4683-91A8-CF1D596A8164}" dt="2023-09-13T02:08:12.970" v="1832" actId="20577"/>
          <ac:graphicFrameMkLst>
            <pc:docMk/>
            <pc:sldMk cId="3871501249" sldId="331"/>
            <ac:graphicFrameMk id="5" creationId="{9E9781CF-6B72-6E93-3AFB-52D2C7D86F6A}"/>
          </ac:graphicFrameMkLst>
        </pc:graphicFrameChg>
      </pc:sldChg>
      <pc:sldChg chg="delSp modSp add mod setBg delDesignElem">
        <pc:chgData name="Mahmoud" userId="7bf24d79-5b67-4251-b831-92e5f8c9b05a" providerId="ADAL" clId="{D1CAB0BC-DAA6-4683-91A8-CF1D596A8164}" dt="2023-09-13T02:08:33.822" v="1833" actId="20577"/>
        <pc:sldMkLst>
          <pc:docMk/>
          <pc:sldMk cId="1558592222" sldId="332"/>
        </pc:sldMkLst>
        <pc:spChg chg="mod">
          <ac:chgData name="Mahmoud" userId="7bf24d79-5b67-4251-b831-92e5f8c9b05a" providerId="ADAL" clId="{D1CAB0BC-DAA6-4683-91A8-CF1D596A8164}" dt="2023-09-13T01:29:04.551" v="322" actId="20577"/>
          <ac:spMkLst>
            <pc:docMk/>
            <pc:sldMk cId="1558592222" sldId="332"/>
            <ac:spMk id="2" creationId="{E3468CF8-7858-EAF9-04F7-CE5A3DA5305D}"/>
          </ac:spMkLst>
        </pc:spChg>
        <pc:spChg chg="del">
          <ac:chgData name="Mahmoud" userId="7bf24d79-5b67-4251-b831-92e5f8c9b05a" providerId="ADAL" clId="{D1CAB0BC-DAA6-4683-91A8-CF1D596A8164}" dt="2023-09-12T23:53:56.442" v="23"/>
          <ac:spMkLst>
            <pc:docMk/>
            <pc:sldMk cId="1558592222" sldId="332"/>
            <ac:spMk id="9" creationId="{982413CC-69E6-4BDA-A88D-E4EF8F95B27D}"/>
          </ac:spMkLst>
        </pc:spChg>
        <pc:grpChg chg="del">
          <ac:chgData name="Mahmoud" userId="7bf24d79-5b67-4251-b831-92e5f8c9b05a" providerId="ADAL" clId="{D1CAB0BC-DAA6-4683-91A8-CF1D596A8164}" dt="2023-09-12T23:53:56.442" v="23"/>
          <ac:grpSpMkLst>
            <pc:docMk/>
            <pc:sldMk cId="1558592222" sldId="332"/>
            <ac:grpSpMk id="11" creationId="{4F1F7357-8633-4CE7-BF80-475EE8A2FAEA}"/>
          </ac:grpSpMkLst>
        </pc:grpChg>
        <pc:graphicFrameChg chg="mod">
          <ac:chgData name="Mahmoud" userId="7bf24d79-5b67-4251-b831-92e5f8c9b05a" providerId="ADAL" clId="{D1CAB0BC-DAA6-4683-91A8-CF1D596A8164}" dt="2023-09-13T02:08:33.822" v="1833" actId="20577"/>
          <ac:graphicFrameMkLst>
            <pc:docMk/>
            <pc:sldMk cId="1558592222" sldId="332"/>
            <ac:graphicFrameMk id="5" creationId="{9E9781CF-6B72-6E93-3AFB-52D2C7D86F6A}"/>
          </ac:graphicFrameMkLst>
        </pc:graphicFrameChg>
      </pc:sldChg>
      <pc:sldChg chg="addSp delSp modSp add mod modClrScheme chgLayout">
        <pc:chgData name="Mahmoud" userId="7bf24d79-5b67-4251-b831-92e5f8c9b05a" providerId="ADAL" clId="{D1CAB0BC-DAA6-4683-91A8-CF1D596A8164}" dt="2023-09-13T00:01:40.324" v="119" actId="700"/>
        <pc:sldMkLst>
          <pc:docMk/>
          <pc:sldMk cId="371591689" sldId="333"/>
        </pc:sldMkLst>
        <pc:spChg chg="mod ord">
          <ac:chgData name="Mahmoud" userId="7bf24d79-5b67-4251-b831-92e5f8c9b05a" providerId="ADAL" clId="{D1CAB0BC-DAA6-4683-91A8-CF1D596A8164}" dt="2023-09-13T00:01:40.324" v="119" actId="700"/>
          <ac:spMkLst>
            <pc:docMk/>
            <pc:sldMk cId="371591689" sldId="333"/>
            <ac:spMk id="2" creationId="{C23F65B8-D81E-A1FD-0F11-29279744247E}"/>
          </ac:spMkLst>
        </pc:spChg>
        <pc:spChg chg="del">
          <ac:chgData name="Mahmoud" userId="7bf24d79-5b67-4251-b831-92e5f8c9b05a" providerId="ADAL" clId="{D1CAB0BC-DAA6-4683-91A8-CF1D596A8164}" dt="2023-09-13T00:01:21.224" v="104" actId="478"/>
          <ac:spMkLst>
            <pc:docMk/>
            <pc:sldMk cId="371591689" sldId="333"/>
            <ac:spMk id="3" creationId="{9C44EA3A-4FC0-26F8-04DB-3710AD0DCDB0}"/>
          </ac:spMkLst>
        </pc:spChg>
        <pc:spChg chg="del">
          <ac:chgData name="Mahmoud" userId="7bf24d79-5b67-4251-b831-92e5f8c9b05a" providerId="ADAL" clId="{D1CAB0BC-DAA6-4683-91A8-CF1D596A8164}" dt="2023-09-13T00:01:23.823" v="106" actId="478"/>
          <ac:spMkLst>
            <pc:docMk/>
            <pc:sldMk cId="371591689" sldId="333"/>
            <ac:spMk id="4" creationId="{8CA29608-CD7B-E64B-9D21-99DE13767C4C}"/>
          </ac:spMkLst>
        </pc:spChg>
        <pc:spChg chg="del mod">
          <ac:chgData name="Mahmoud" userId="7bf24d79-5b67-4251-b831-92e5f8c9b05a" providerId="ADAL" clId="{D1CAB0BC-DAA6-4683-91A8-CF1D596A8164}" dt="2023-09-13T00:01:32.061" v="116" actId="478"/>
          <ac:spMkLst>
            <pc:docMk/>
            <pc:sldMk cId="371591689" sldId="333"/>
            <ac:spMk id="5" creationId="{817C7663-BC39-8EA7-ACDF-6FB741949DEC}"/>
          </ac:spMkLst>
        </pc:spChg>
        <pc:spChg chg="mod ord">
          <ac:chgData name="Mahmoud" userId="7bf24d79-5b67-4251-b831-92e5f8c9b05a" providerId="ADAL" clId="{D1CAB0BC-DAA6-4683-91A8-CF1D596A8164}" dt="2023-09-13T00:01:40.324" v="119" actId="700"/>
          <ac:spMkLst>
            <pc:docMk/>
            <pc:sldMk cId="371591689" sldId="333"/>
            <ac:spMk id="6" creationId="{22F0562F-2239-EA49-7958-4244E2F22DB8}"/>
          </ac:spMkLst>
        </pc:spChg>
        <pc:spChg chg="add del mod">
          <ac:chgData name="Mahmoud" userId="7bf24d79-5b67-4251-b831-92e5f8c9b05a" providerId="ADAL" clId="{D1CAB0BC-DAA6-4683-91A8-CF1D596A8164}" dt="2023-09-13T00:01:22.713" v="105" actId="478"/>
          <ac:spMkLst>
            <pc:docMk/>
            <pc:sldMk cId="371591689" sldId="333"/>
            <ac:spMk id="8" creationId="{1D48AAC5-C57C-6C6D-CD97-1AE5F39F226E}"/>
          </ac:spMkLst>
        </pc:spChg>
        <pc:spChg chg="add del mod">
          <ac:chgData name="Mahmoud" userId="7bf24d79-5b67-4251-b831-92e5f8c9b05a" providerId="ADAL" clId="{D1CAB0BC-DAA6-4683-91A8-CF1D596A8164}" dt="2023-09-13T00:01:24.535" v="107" actId="478"/>
          <ac:spMkLst>
            <pc:docMk/>
            <pc:sldMk cId="371591689" sldId="333"/>
            <ac:spMk id="10" creationId="{4BAE992D-7C95-BAC0-6906-3840B8ADFAD5}"/>
          </ac:spMkLst>
        </pc:spChg>
      </pc:sldChg>
      <pc:sldChg chg="modSp add">
        <pc:chgData name="Mahmoud" userId="7bf24d79-5b67-4251-b831-92e5f8c9b05a" providerId="ADAL" clId="{D1CAB0BC-DAA6-4683-91A8-CF1D596A8164}" dt="2023-09-13T01:27:05.833" v="314" actId="20577"/>
        <pc:sldMkLst>
          <pc:docMk/>
          <pc:sldMk cId="293040030" sldId="334"/>
        </pc:sldMkLst>
        <pc:graphicFrameChg chg="mod">
          <ac:chgData name="Mahmoud" userId="7bf24d79-5b67-4251-b831-92e5f8c9b05a" providerId="ADAL" clId="{D1CAB0BC-DAA6-4683-91A8-CF1D596A8164}" dt="2023-09-13T01:27:05.833" v="314" actId="20577"/>
          <ac:graphicFrameMkLst>
            <pc:docMk/>
            <pc:sldMk cId="293040030" sldId="334"/>
            <ac:graphicFrameMk id="7" creationId="{4563C09C-F815-CD7A-AE9D-EEF1B102EB1B}"/>
          </ac:graphicFrameMkLst>
        </pc:graphicFrameChg>
      </pc:sldChg>
      <pc:sldChg chg="addSp delSp modSp add mod modClrScheme chgLayout">
        <pc:chgData name="Mahmoud" userId="7bf24d79-5b67-4251-b831-92e5f8c9b05a" providerId="ADAL" clId="{D1CAB0BC-DAA6-4683-91A8-CF1D596A8164}" dt="2023-09-13T02:30:23.487" v="2267" actId="27636"/>
        <pc:sldMkLst>
          <pc:docMk/>
          <pc:sldMk cId="3625798597" sldId="335"/>
        </pc:sldMkLst>
        <pc:spChg chg="mod ord">
          <ac:chgData name="Mahmoud" userId="7bf24d79-5b67-4251-b831-92e5f8c9b05a" providerId="ADAL" clId="{D1CAB0BC-DAA6-4683-91A8-CF1D596A8164}" dt="2023-09-13T02:30:23.457" v="2266"/>
          <ac:spMkLst>
            <pc:docMk/>
            <pc:sldMk cId="3625798597" sldId="335"/>
            <ac:spMk id="2" creationId="{C23F65B8-D81E-A1FD-0F11-29279744247E}"/>
          </ac:spMkLst>
        </pc:spChg>
        <pc:spChg chg="del">
          <ac:chgData name="Mahmoud" userId="7bf24d79-5b67-4251-b831-92e5f8c9b05a" providerId="ADAL" clId="{D1CAB0BC-DAA6-4683-91A8-CF1D596A8164}" dt="2023-09-13T00:06:39.841" v="184" actId="478"/>
          <ac:spMkLst>
            <pc:docMk/>
            <pc:sldMk cId="3625798597" sldId="335"/>
            <ac:spMk id="3" creationId="{9C44EA3A-4FC0-26F8-04DB-3710AD0DCDB0}"/>
          </ac:spMkLst>
        </pc:spChg>
        <pc:spChg chg="del mod">
          <ac:chgData name="Mahmoud" userId="7bf24d79-5b67-4251-b831-92e5f8c9b05a" providerId="ADAL" clId="{D1CAB0BC-DAA6-4683-91A8-CF1D596A8164}" dt="2023-09-13T00:06:41.871" v="186" actId="478"/>
          <ac:spMkLst>
            <pc:docMk/>
            <pc:sldMk cId="3625798597" sldId="335"/>
            <ac:spMk id="4" creationId="{8CA29608-CD7B-E64B-9D21-99DE13767C4C}"/>
          </ac:spMkLst>
        </pc:spChg>
        <pc:spChg chg="del mod ord">
          <ac:chgData name="Mahmoud" userId="7bf24d79-5b67-4251-b831-92e5f8c9b05a" providerId="ADAL" clId="{D1CAB0BC-DAA6-4683-91A8-CF1D596A8164}" dt="2023-09-13T00:06:55.501" v="192" actId="478"/>
          <ac:spMkLst>
            <pc:docMk/>
            <pc:sldMk cId="3625798597" sldId="335"/>
            <ac:spMk id="5" creationId="{817C7663-BC39-8EA7-ACDF-6FB741949DEC}"/>
          </ac:spMkLst>
        </pc:spChg>
        <pc:spChg chg="mod ord">
          <ac:chgData name="Mahmoud" userId="7bf24d79-5b67-4251-b831-92e5f8c9b05a" providerId="ADAL" clId="{D1CAB0BC-DAA6-4683-91A8-CF1D596A8164}" dt="2023-09-13T02:30:23.487" v="2267" actId="27636"/>
          <ac:spMkLst>
            <pc:docMk/>
            <pc:sldMk cId="3625798597" sldId="335"/>
            <ac:spMk id="6" creationId="{22F0562F-2239-EA49-7958-4244E2F22DB8}"/>
          </ac:spMkLst>
        </pc:spChg>
        <pc:spChg chg="add del mod">
          <ac:chgData name="Mahmoud" userId="7bf24d79-5b67-4251-b831-92e5f8c9b05a" providerId="ADAL" clId="{D1CAB0BC-DAA6-4683-91A8-CF1D596A8164}" dt="2023-09-13T00:06:42.986" v="187" actId="478"/>
          <ac:spMkLst>
            <pc:docMk/>
            <pc:sldMk cId="3625798597" sldId="335"/>
            <ac:spMk id="8" creationId="{FF6EC17D-5C83-8B39-FE5E-9734F1A2657A}"/>
          </ac:spMkLst>
        </pc:spChg>
        <pc:spChg chg="add del mod">
          <ac:chgData name="Mahmoud" userId="7bf24d79-5b67-4251-b831-92e5f8c9b05a" providerId="ADAL" clId="{D1CAB0BC-DAA6-4683-91A8-CF1D596A8164}" dt="2023-09-13T00:06:43.748" v="188" actId="478"/>
          <ac:spMkLst>
            <pc:docMk/>
            <pc:sldMk cId="3625798597" sldId="335"/>
            <ac:spMk id="10" creationId="{EE744031-7D73-C88B-DF35-1D0F80D57174}"/>
          </ac:spMkLst>
        </pc:spChg>
        <pc:spChg chg="add del mod">
          <ac:chgData name="Mahmoud" userId="7bf24d79-5b67-4251-b831-92e5f8c9b05a" providerId="ADAL" clId="{D1CAB0BC-DAA6-4683-91A8-CF1D596A8164}" dt="2023-09-13T02:14:38.869" v="2051"/>
          <ac:spMkLst>
            <pc:docMk/>
            <pc:sldMk cId="3625798597" sldId="335"/>
            <ac:spMk id="11" creationId="{E601AAD0-07D2-B66C-CED2-70D4E8FCEAF1}"/>
          </ac:spMkLst>
        </pc:spChg>
        <pc:spChg chg="add del mod">
          <ac:chgData name="Mahmoud" userId="7bf24d79-5b67-4251-b831-92e5f8c9b05a" providerId="ADAL" clId="{D1CAB0BC-DAA6-4683-91A8-CF1D596A8164}" dt="2023-09-13T02:14:38.869" v="2051"/>
          <ac:spMkLst>
            <pc:docMk/>
            <pc:sldMk cId="3625798597" sldId="335"/>
            <ac:spMk id="12" creationId="{9344B94F-327E-4873-E793-30ADC4FA9C48}"/>
          </ac:spMkLst>
        </pc:spChg>
        <pc:spChg chg="add del mod">
          <ac:chgData name="Mahmoud" userId="7bf24d79-5b67-4251-b831-92e5f8c9b05a" providerId="ADAL" clId="{D1CAB0BC-DAA6-4683-91A8-CF1D596A8164}" dt="2023-09-13T02:30:23.457" v="2266"/>
          <ac:spMkLst>
            <pc:docMk/>
            <pc:sldMk cId="3625798597" sldId="335"/>
            <ac:spMk id="13" creationId="{519E87BE-EF27-2914-25AE-E5682BBFF112}"/>
          </ac:spMkLst>
        </pc:spChg>
        <pc:spChg chg="add del mod">
          <ac:chgData name="Mahmoud" userId="7bf24d79-5b67-4251-b831-92e5f8c9b05a" providerId="ADAL" clId="{D1CAB0BC-DAA6-4683-91A8-CF1D596A8164}" dt="2023-09-13T02:30:23.457" v="2266"/>
          <ac:spMkLst>
            <pc:docMk/>
            <pc:sldMk cId="3625798597" sldId="335"/>
            <ac:spMk id="14" creationId="{416A7412-10A1-F33A-0999-AAC2E61A3C2E}"/>
          </ac:spMkLst>
        </pc:spChg>
      </pc:sldChg>
      <pc:sldChg chg="addSp delSp modSp add mod modClrScheme chgLayout">
        <pc:chgData name="Mahmoud" userId="7bf24d79-5b67-4251-b831-92e5f8c9b05a" providerId="ADAL" clId="{D1CAB0BC-DAA6-4683-91A8-CF1D596A8164}" dt="2023-09-13T02:15:09.727" v="2057" actId="15"/>
        <pc:sldMkLst>
          <pc:docMk/>
          <pc:sldMk cId="2957568938" sldId="336"/>
        </pc:sldMkLst>
        <pc:spChg chg="mod ord">
          <ac:chgData name="Mahmoud" userId="7bf24d79-5b67-4251-b831-92e5f8c9b05a" providerId="ADAL" clId="{D1CAB0BC-DAA6-4683-91A8-CF1D596A8164}" dt="2023-09-13T02:15:06.865" v="2056"/>
          <ac:spMkLst>
            <pc:docMk/>
            <pc:sldMk cId="2957568938" sldId="336"/>
            <ac:spMk id="2" creationId="{C23F65B8-D81E-A1FD-0F11-29279744247E}"/>
          </ac:spMkLst>
        </pc:spChg>
        <pc:spChg chg="del">
          <ac:chgData name="Mahmoud" userId="7bf24d79-5b67-4251-b831-92e5f8c9b05a" providerId="ADAL" clId="{D1CAB0BC-DAA6-4683-91A8-CF1D596A8164}" dt="2023-09-13T00:10:01.731" v="214" actId="478"/>
          <ac:spMkLst>
            <pc:docMk/>
            <pc:sldMk cId="2957568938" sldId="336"/>
            <ac:spMk id="3" creationId="{9C44EA3A-4FC0-26F8-04DB-3710AD0DCDB0}"/>
          </ac:spMkLst>
        </pc:spChg>
        <pc:spChg chg="del">
          <ac:chgData name="Mahmoud" userId="7bf24d79-5b67-4251-b831-92e5f8c9b05a" providerId="ADAL" clId="{D1CAB0BC-DAA6-4683-91A8-CF1D596A8164}" dt="2023-09-13T00:10:03.610" v="215" actId="478"/>
          <ac:spMkLst>
            <pc:docMk/>
            <pc:sldMk cId="2957568938" sldId="336"/>
            <ac:spMk id="4" creationId="{8CA29608-CD7B-E64B-9D21-99DE13767C4C}"/>
          </ac:spMkLst>
        </pc:spChg>
        <pc:spChg chg="del mod ord">
          <ac:chgData name="Mahmoud" userId="7bf24d79-5b67-4251-b831-92e5f8c9b05a" providerId="ADAL" clId="{D1CAB0BC-DAA6-4683-91A8-CF1D596A8164}" dt="2023-09-13T00:10:12.784" v="221" actId="478"/>
          <ac:spMkLst>
            <pc:docMk/>
            <pc:sldMk cId="2957568938" sldId="336"/>
            <ac:spMk id="5" creationId="{817C7663-BC39-8EA7-ACDF-6FB741949DEC}"/>
          </ac:spMkLst>
        </pc:spChg>
        <pc:spChg chg="mod ord">
          <ac:chgData name="Mahmoud" userId="7bf24d79-5b67-4251-b831-92e5f8c9b05a" providerId="ADAL" clId="{D1CAB0BC-DAA6-4683-91A8-CF1D596A8164}" dt="2023-09-13T02:15:09.727" v="2057" actId="15"/>
          <ac:spMkLst>
            <pc:docMk/>
            <pc:sldMk cId="2957568938" sldId="336"/>
            <ac:spMk id="6" creationId="{22F0562F-2239-EA49-7958-4244E2F22DB8}"/>
          </ac:spMkLst>
        </pc:spChg>
        <pc:spChg chg="add del mod">
          <ac:chgData name="Mahmoud" userId="7bf24d79-5b67-4251-b831-92e5f8c9b05a" providerId="ADAL" clId="{D1CAB0BC-DAA6-4683-91A8-CF1D596A8164}" dt="2023-09-13T00:10:04.599" v="216" actId="478"/>
          <ac:spMkLst>
            <pc:docMk/>
            <pc:sldMk cId="2957568938" sldId="336"/>
            <ac:spMk id="8" creationId="{6FDEA960-01F3-AD95-9310-212A6E31CB4C}"/>
          </ac:spMkLst>
        </pc:spChg>
        <pc:spChg chg="add del mod">
          <ac:chgData name="Mahmoud" userId="7bf24d79-5b67-4251-b831-92e5f8c9b05a" providerId="ADAL" clId="{D1CAB0BC-DAA6-4683-91A8-CF1D596A8164}" dt="2023-09-13T00:10:05.416" v="217" actId="478"/>
          <ac:spMkLst>
            <pc:docMk/>
            <pc:sldMk cId="2957568938" sldId="336"/>
            <ac:spMk id="10" creationId="{5DFBED05-966B-D6E2-9E24-F3BDA578C154}"/>
          </ac:spMkLst>
        </pc:spChg>
        <pc:spChg chg="add del mod">
          <ac:chgData name="Mahmoud" userId="7bf24d79-5b67-4251-b831-92e5f8c9b05a" providerId="ADAL" clId="{D1CAB0BC-DAA6-4683-91A8-CF1D596A8164}" dt="2023-09-13T02:15:06.865" v="2056"/>
          <ac:spMkLst>
            <pc:docMk/>
            <pc:sldMk cId="2957568938" sldId="336"/>
            <ac:spMk id="11" creationId="{07428688-C48B-B679-0888-8A7175803258}"/>
          </ac:spMkLst>
        </pc:spChg>
        <pc:spChg chg="add del mod">
          <ac:chgData name="Mahmoud" userId="7bf24d79-5b67-4251-b831-92e5f8c9b05a" providerId="ADAL" clId="{D1CAB0BC-DAA6-4683-91A8-CF1D596A8164}" dt="2023-09-13T02:15:06.865" v="2056"/>
          <ac:spMkLst>
            <pc:docMk/>
            <pc:sldMk cId="2957568938" sldId="336"/>
            <ac:spMk id="12" creationId="{ECFB2F47-B171-0E09-C76D-AEDC396FBEC3}"/>
          </ac:spMkLst>
        </pc:spChg>
      </pc:sldChg>
      <pc:sldChg chg="addSp delSp modSp add mod modClrScheme chgLayout">
        <pc:chgData name="Mahmoud" userId="7bf24d79-5b67-4251-b831-92e5f8c9b05a" providerId="ADAL" clId="{D1CAB0BC-DAA6-4683-91A8-CF1D596A8164}" dt="2023-09-13T02:16:34.611" v="2062" actId="15"/>
        <pc:sldMkLst>
          <pc:docMk/>
          <pc:sldMk cId="3558790779" sldId="337"/>
        </pc:sldMkLst>
        <pc:spChg chg="mod ord">
          <ac:chgData name="Mahmoud" userId="7bf24d79-5b67-4251-b831-92e5f8c9b05a" providerId="ADAL" clId="{D1CAB0BC-DAA6-4683-91A8-CF1D596A8164}" dt="2023-09-13T02:16:32.961" v="2061"/>
          <ac:spMkLst>
            <pc:docMk/>
            <pc:sldMk cId="3558790779" sldId="337"/>
            <ac:spMk id="2" creationId="{C23F65B8-D81E-A1FD-0F11-29279744247E}"/>
          </ac:spMkLst>
        </pc:spChg>
        <pc:spChg chg="del">
          <ac:chgData name="Mahmoud" userId="7bf24d79-5b67-4251-b831-92e5f8c9b05a" providerId="ADAL" clId="{D1CAB0BC-DAA6-4683-91A8-CF1D596A8164}" dt="2023-09-13T00:11:02.832" v="235" actId="478"/>
          <ac:spMkLst>
            <pc:docMk/>
            <pc:sldMk cId="3558790779" sldId="337"/>
            <ac:spMk id="3" creationId="{9C44EA3A-4FC0-26F8-04DB-3710AD0DCDB0}"/>
          </ac:spMkLst>
        </pc:spChg>
        <pc:spChg chg="del">
          <ac:chgData name="Mahmoud" userId="7bf24d79-5b67-4251-b831-92e5f8c9b05a" providerId="ADAL" clId="{D1CAB0BC-DAA6-4683-91A8-CF1D596A8164}" dt="2023-09-13T00:11:04.158" v="236" actId="478"/>
          <ac:spMkLst>
            <pc:docMk/>
            <pc:sldMk cId="3558790779" sldId="337"/>
            <ac:spMk id="4" creationId="{8CA29608-CD7B-E64B-9D21-99DE13767C4C}"/>
          </ac:spMkLst>
        </pc:spChg>
        <pc:spChg chg="del mod ord">
          <ac:chgData name="Mahmoud" userId="7bf24d79-5b67-4251-b831-92e5f8c9b05a" providerId="ADAL" clId="{D1CAB0BC-DAA6-4683-91A8-CF1D596A8164}" dt="2023-09-13T00:11:15.085" v="240" actId="478"/>
          <ac:spMkLst>
            <pc:docMk/>
            <pc:sldMk cId="3558790779" sldId="337"/>
            <ac:spMk id="5" creationId="{817C7663-BC39-8EA7-ACDF-6FB741949DEC}"/>
          </ac:spMkLst>
        </pc:spChg>
        <pc:spChg chg="mod ord">
          <ac:chgData name="Mahmoud" userId="7bf24d79-5b67-4251-b831-92e5f8c9b05a" providerId="ADAL" clId="{D1CAB0BC-DAA6-4683-91A8-CF1D596A8164}" dt="2023-09-13T02:16:34.611" v="2062" actId="15"/>
          <ac:spMkLst>
            <pc:docMk/>
            <pc:sldMk cId="3558790779" sldId="337"/>
            <ac:spMk id="6" creationId="{22F0562F-2239-EA49-7958-4244E2F22DB8}"/>
          </ac:spMkLst>
        </pc:spChg>
        <pc:spChg chg="add del mod">
          <ac:chgData name="Mahmoud" userId="7bf24d79-5b67-4251-b831-92e5f8c9b05a" providerId="ADAL" clId="{D1CAB0BC-DAA6-4683-91A8-CF1D596A8164}" dt="2023-09-13T00:11:10.678" v="237" actId="700"/>
          <ac:spMkLst>
            <pc:docMk/>
            <pc:sldMk cId="3558790779" sldId="337"/>
            <ac:spMk id="8" creationId="{D8C983B5-549F-FEB3-49DE-7F743E2C93C0}"/>
          </ac:spMkLst>
        </pc:spChg>
        <pc:spChg chg="add del mod ord">
          <ac:chgData name="Mahmoud" userId="7bf24d79-5b67-4251-b831-92e5f8c9b05a" providerId="ADAL" clId="{D1CAB0BC-DAA6-4683-91A8-CF1D596A8164}" dt="2023-09-13T00:11:10.678" v="237" actId="700"/>
          <ac:spMkLst>
            <pc:docMk/>
            <pc:sldMk cId="3558790779" sldId="337"/>
            <ac:spMk id="10" creationId="{3F4BEA95-5FBF-FB85-BF3D-8F862066F504}"/>
          </ac:spMkLst>
        </pc:spChg>
        <pc:spChg chg="add del mod">
          <ac:chgData name="Mahmoud" userId="7bf24d79-5b67-4251-b831-92e5f8c9b05a" providerId="ADAL" clId="{D1CAB0BC-DAA6-4683-91A8-CF1D596A8164}" dt="2023-09-13T02:16:32.961" v="2061"/>
          <ac:spMkLst>
            <pc:docMk/>
            <pc:sldMk cId="3558790779" sldId="337"/>
            <ac:spMk id="11" creationId="{035418D5-1459-4727-6EAC-7D226D2D6C50}"/>
          </ac:spMkLst>
        </pc:spChg>
        <pc:spChg chg="add del mod">
          <ac:chgData name="Mahmoud" userId="7bf24d79-5b67-4251-b831-92e5f8c9b05a" providerId="ADAL" clId="{D1CAB0BC-DAA6-4683-91A8-CF1D596A8164}" dt="2023-09-13T02:16:32.961" v="2061"/>
          <ac:spMkLst>
            <pc:docMk/>
            <pc:sldMk cId="3558790779" sldId="337"/>
            <ac:spMk id="12" creationId="{D11C78BF-8C7C-1257-B361-6B10BEFBED5C}"/>
          </ac:spMkLst>
        </pc:spChg>
      </pc:sldChg>
      <pc:sldChg chg="addSp delSp modSp add mod modClrScheme chgLayout">
        <pc:chgData name="Mahmoud" userId="7bf24d79-5b67-4251-b831-92e5f8c9b05a" providerId="ADAL" clId="{D1CAB0BC-DAA6-4683-91A8-CF1D596A8164}" dt="2023-09-13T02:16:49.124" v="2068" actId="15"/>
        <pc:sldMkLst>
          <pc:docMk/>
          <pc:sldMk cId="3138559417" sldId="338"/>
        </pc:sldMkLst>
        <pc:spChg chg="mod ord">
          <ac:chgData name="Mahmoud" userId="7bf24d79-5b67-4251-b831-92e5f8c9b05a" providerId="ADAL" clId="{D1CAB0BC-DAA6-4683-91A8-CF1D596A8164}" dt="2023-09-13T02:16:47.264" v="2067"/>
          <ac:spMkLst>
            <pc:docMk/>
            <pc:sldMk cId="3138559417" sldId="338"/>
            <ac:spMk id="2" creationId="{C23F65B8-D81E-A1FD-0F11-29279744247E}"/>
          </ac:spMkLst>
        </pc:spChg>
        <pc:spChg chg="del">
          <ac:chgData name="Mahmoud" userId="7bf24d79-5b67-4251-b831-92e5f8c9b05a" providerId="ADAL" clId="{D1CAB0BC-DAA6-4683-91A8-CF1D596A8164}" dt="2023-09-13T00:11:42.399" v="254" actId="478"/>
          <ac:spMkLst>
            <pc:docMk/>
            <pc:sldMk cId="3138559417" sldId="338"/>
            <ac:spMk id="3" creationId="{9C44EA3A-4FC0-26F8-04DB-3710AD0DCDB0}"/>
          </ac:spMkLst>
        </pc:spChg>
        <pc:spChg chg="del">
          <ac:chgData name="Mahmoud" userId="7bf24d79-5b67-4251-b831-92e5f8c9b05a" providerId="ADAL" clId="{D1CAB0BC-DAA6-4683-91A8-CF1D596A8164}" dt="2023-09-13T00:11:43.595" v="255" actId="478"/>
          <ac:spMkLst>
            <pc:docMk/>
            <pc:sldMk cId="3138559417" sldId="338"/>
            <ac:spMk id="4" creationId="{8CA29608-CD7B-E64B-9D21-99DE13767C4C}"/>
          </ac:spMkLst>
        </pc:spChg>
        <pc:spChg chg="del mod ord">
          <ac:chgData name="Mahmoud" userId="7bf24d79-5b67-4251-b831-92e5f8c9b05a" providerId="ADAL" clId="{D1CAB0BC-DAA6-4683-91A8-CF1D596A8164}" dt="2023-09-13T00:11:54.364" v="260" actId="478"/>
          <ac:spMkLst>
            <pc:docMk/>
            <pc:sldMk cId="3138559417" sldId="338"/>
            <ac:spMk id="5" creationId="{817C7663-BC39-8EA7-ACDF-6FB741949DEC}"/>
          </ac:spMkLst>
        </pc:spChg>
        <pc:spChg chg="mod ord">
          <ac:chgData name="Mahmoud" userId="7bf24d79-5b67-4251-b831-92e5f8c9b05a" providerId="ADAL" clId="{D1CAB0BC-DAA6-4683-91A8-CF1D596A8164}" dt="2023-09-13T02:16:49.124" v="2068" actId="15"/>
          <ac:spMkLst>
            <pc:docMk/>
            <pc:sldMk cId="3138559417" sldId="338"/>
            <ac:spMk id="6" creationId="{22F0562F-2239-EA49-7958-4244E2F22DB8}"/>
          </ac:spMkLst>
        </pc:spChg>
        <pc:spChg chg="add del mod">
          <ac:chgData name="Mahmoud" userId="7bf24d79-5b67-4251-b831-92e5f8c9b05a" providerId="ADAL" clId="{D1CAB0BC-DAA6-4683-91A8-CF1D596A8164}" dt="2023-09-13T00:11:45.031" v="256" actId="478"/>
          <ac:spMkLst>
            <pc:docMk/>
            <pc:sldMk cId="3138559417" sldId="338"/>
            <ac:spMk id="8" creationId="{8AF40635-5A49-5C66-456E-56CA9713BB30}"/>
          </ac:spMkLst>
        </pc:spChg>
        <pc:spChg chg="add del mod">
          <ac:chgData name="Mahmoud" userId="7bf24d79-5b67-4251-b831-92e5f8c9b05a" providerId="ADAL" clId="{D1CAB0BC-DAA6-4683-91A8-CF1D596A8164}" dt="2023-09-13T00:11:45.935" v="257" actId="478"/>
          <ac:spMkLst>
            <pc:docMk/>
            <pc:sldMk cId="3138559417" sldId="338"/>
            <ac:spMk id="10" creationId="{E1992CB8-B293-FA30-DF91-FB3A7FC5B118}"/>
          </ac:spMkLst>
        </pc:spChg>
        <pc:spChg chg="add del mod">
          <ac:chgData name="Mahmoud" userId="7bf24d79-5b67-4251-b831-92e5f8c9b05a" providerId="ADAL" clId="{D1CAB0BC-DAA6-4683-91A8-CF1D596A8164}" dt="2023-09-13T02:16:47.264" v="2067"/>
          <ac:spMkLst>
            <pc:docMk/>
            <pc:sldMk cId="3138559417" sldId="338"/>
            <ac:spMk id="11" creationId="{091907BB-52B6-AF29-6F80-4B0EE262BBEB}"/>
          </ac:spMkLst>
        </pc:spChg>
        <pc:spChg chg="add del mod">
          <ac:chgData name="Mahmoud" userId="7bf24d79-5b67-4251-b831-92e5f8c9b05a" providerId="ADAL" clId="{D1CAB0BC-DAA6-4683-91A8-CF1D596A8164}" dt="2023-09-13T02:16:47.264" v="2067"/>
          <ac:spMkLst>
            <pc:docMk/>
            <pc:sldMk cId="3138559417" sldId="338"/>
            <ac:spMk id="12" creationId="{D7FC9DF0-3A4D-660D-779C-FB37658EF94F}"/>
          </ac:spMkLst>
        </pc:spChg>
      </pc:sldChg>
      <pc:sldChg chg="add">
        <pc:chgData name="Mahmoud" userId="7bf24d79-5b67-4251-b831-92e5f8c9b05a" providerId="ADAL" clId="{D1CAB0BC-DAA6-4683-91A8-CF1D596A8164}" dt="2023-09-13T02:30:49.006" v="2270"/>
        <pc:sldMkLst>
          <pc:docMk/>
          <pc:sldMk cId="771561726" sldId="339"/>
        </pc:sldMkLst>
      </pc:sldChg>
      <pc:sldChg chg="add del">
        <pc:chgData name="Mahmoud" userId="7bf24d79-5b67-4251-b831-92e5f8c9b05a" providerId="ADAL" clId="{D1CAB0BC-DAA6-4683-91A8-CF1D596A8164}" dt="2023-09-13T02:30:45.630" v="2269" actId="2696"/>
        <pc:sldMkLst>
          <pc:docMk/>
          <pc:sldMk cId="4145785719" sldId="339"/>
        </pc:sldMkLst>
      </pc:sldChg>
      <pc:sldChg chg="add del">
        <pc:chgData name="Mahmoud" userId="7bf24d79-5b67-4251-b831-92e5f8c9b05a" providerId="ADAL" clId="{D1CAB0BC-DAA6-4683-91A8-CF1D596A8164}" dt="2023-09-13T01:46:46.016" v="861" actId="2696"/>
        <pc:sldMkLst>
          <pc:docMk/>
          <pc:sldMk cId="868443648" sldId="340"/>
        </pc:sldMkLst>
      </pc:sldChg>
      <pc:sldChg chg="add del">
        <pc:chgData name="Mahmoud" userId="7bf24d79-5b67-4251-b831-92e5f8c9b05a" providerId="ADAL" clId="{D1CAB0BC-DAA6-4683-91A8-CF1D596A8164}" dt="2023-09-13T02:06:20.084" v="1794" actId="47"/>
        <pc:sldMkLst>
          <pc:docMk/>
          <pc:sldMk cId="1815662115" sldId="340"/>
        </pc:sldMkLst>
      </pc:sldChg>
      <pc:sldChg chg="add del">
        <pc:chgData name="Mahmoud" userId="7bf24d79-5b67-4251-b831-92e5f8c9b05a" providerId="ADAL" clId="{D1CAB0BC-DAA6-4683-91A8-CF1D596A8164}" dt="2023-09-13T02:06:21.963" v="1795" actId="47"/>
        <pc:sldMkLst>
          <pc:docMk/>
          <pc:sldMk cId="2508420497" sldId="341"/>
        </pc:sldMkLst>
      </pc:sldChg>
      <pc:sldChg chg="add del">
        <pc:chgData name="Mahmoud" userId="7bf24d79-5b67-4251-b831-92e5f8c9b05a" providerId="ADAL" clId="{D1CAB0BC-DAA6-4683-91A8-CF1D596A8164}" dt="2023-09-13T01:46:46.016" v="861" actId="2696"/>
        <pc:sldMkLst>
          <pc:docMk/>
          <pc:sldMk cId="3209167230" sldId="341"/>
        </pc:sldMkLst>
      </pc:sldChg>
      <pc:sldChg chg="modSp add del">
        <pc:chgData name="Mahmoud" userId="7bf24d79-5b67-4251-b831-92e5f8c9b05a" providerId="ADAL" clId="{D1CAB0BC-DAA6-4683-91A8-CF1D596A8164}" dt="2023-09-13T01:46:47.954" v="862" actId="47"/>
        <pc:sldMkLst>
          <pc:docMk/>
          <pc:sldMk cId="3936874793" sldId="342"/>
        </pc:sldMkLst>
        <pc:graphicFrameChg chg="mod">
          <ac:chgData name="Mahmoud" userId="7bf24d79-5b67-4251-b831-92e5f8c9b05a" providerId="ADAL" clId="{D1CAB0BC-DAA6-4683-91A8-CF1D596A8164}" dt="2023-09-13T01:26:50.304" v="313" actId="20577"/>
          <ac:graphicFrameMkLst>
            <pc:docMk/>
            <pc:sldMk cId="3936874793" sldId="342"/>
            <ac:graphicFrameMk id="7" creationId="{4563C09C-F815-CD7A-AE9D-EEF1B102EB1B}"/>
          </ac:graphicFrameMkLst>
        </pc:graphicFrameChg>
      </pc:sldChg>
      <pc:sldChg chg="modSp add">
        <pc:chgData name="Mahmoud" userId="7bf24d79-5b67-4251-b831-92e5f8c9b05a" providerId="ADAL" clId="{D1CAB0BC-DAA6-4683-91A8-CF1D596A8164}" dt="2023-09-13T01:26:42.424" v="311" actId="20577"/>
        <pc:sldMkLst>
          <pc:docMk/>
          <pc:sldMk cId="3649510849" sldId="343"/>
        </pc:sldMkLst>
        <pc:graphicFrameChg chg="mod">
          <ac:chgData name="Mahmoud" userId="7bf24d79-5b67-4251-b831-92e5f8c9b05a" providerId="ADAL" clId="{D1CAB0BC-DAA6-4683-91A8-CF1D596A8164}" dt="2023-09-13T01:26:42.424" v="311" actId="20577"/>
          <ac:graphicFrameMkLst>
            <pc:docMk/>
            <pc:sldMk cId="3649510849" sldId="343"/>
            <ac:graphicFrameMk id="7" creationId="{4563C09C-F815-CD7A-AE9D-EEF1B102EB1B}"/>
          </ac:graphicFrameMkLst>
        </pc:graphicFrameChg>
      </pc:sldChg>
      <pc:sldChg chg="modSp add">
        <pc:chgData name="Mahmoud" userId="7bf24d79-5b67-4251-b831-92e5f8c9b05a" providerId="ADAL" clId="{D1CAB0BC-DAA6-4683-91A8-CF1D596A8164}" dt="2023-09-13T01:26:33.241" v="310" actId="20577"/>
        <pc:sldMkLst>
          <pc:docMk/>
          <pc:sldMk cId="1328173489" sldId="344"/>
        </pc:sldMkLst>
        <pc:graphicFrameChg chg="mod">
          <ac:chgData name="Mahmoud" userId="7bf24d79-5b67-4251-b831-92e5f8c9b05a" providerId="ADAL" clId="{D1CAB0BC-DAA6-4683-91A8-CF1D596A8164}" dt="2023-09-13T01:26:33.241" v="310" actId="20577"/>
          <ac:graphicFrameMkLst>
            <pc:docMk/>
            <pc:sldMk cId="1328173489" sldId="344"/>
            <ac:graphicFrameMk id="7" creationId="{4563C09C-F815-CD7A-AE9D-EEF1B102EB1B}"/>
          </ac:graphicFrameMkLst>
        </pc:graphicFrameChg>
      </pc:sldChg>
      <pc:sldChg chg="addSp delSp modSp add del mod ord modClrScheme chgLayout">
        <pc:chgData name="Mahmoud" userId="7bf24d79-5b67-4251-b831-92e5f8c9b05a" providerId="ADAL" clId="{D1CAB0BC-DAA6-4683-91A8-CF1D596A8164}" dt="2023-09-13T02:19:31.094" v="2158" actId="47"/>
        <pc:sldMkLst>
          <pc:docMk/>
          <pc:sldMk cId="1298777719" sldId="345"/>
        </pc:sldMkLst>
        <pc:spChg chg="del mod ord">
          <ac:chgData name="Mahmoud" userId="7bf24d79-5b67-4251-b831-92e5f8c9b05a" providerId="ADAL" clId="{D1CAB0BC-DAA6-4683-91A8-CF1D596A8164}" dt="2023-09-13T02:19:18.191" v="2156" actId="478"/>
          <ac:spMkLst>
            <pc:docMk/>
            <pc:sldMk cId="1298777719" sldId="345"/>
            <ac:spMk id="2" creationId="{7E95B9FB-0E91-C3C1-29D3-91F8E3C21B26}"/>
          </ac:spMkLst>
        </pc:spChg>
        <pc:spChg chg="mod ord">
          <ac:chgData name="Mahmoud" userId="7bf24d79-5b67-4251-b831-92e5f8c9b05a" providerId="ADAL" clId="{D1CAB0BC-DAA6-4683-91A8-CF1D596A8164}" dt="2023-09-13T02:19:13.958" v="2155" actId="115"/>
          <ac:spMkLst>
            <pc:docMk/>
            <pc:sldMk cId="1298777719" sldId="345"/>
            <ac:spMk id="3" creationId="{1BAF52F9-F610-69DF-772A-71CE5295D92D}"/>
          </ac:spMkLst>
        </pc:spChg>
        <pc:spChg chg="add del mod ord">
          <ac:chgData name="Mahmoud" userId="7bf24d79-5b67-4251-b831-92e5f8c9b05a" providerId="ADAL" clId="{D1CAB0BC-DAA6-4683-91A8-CF1D596A8164}" dt="2023-09-13T02:18:55.717" v="2144" actId="478"/>
          <ac:spMkLst>
            <pc:docMk/>
            <pc:sldMk cId="1298777719" sldId="345"/>
            <ac:spMk id="4" creationId="{BE481584-2CD7-8B5E-E3F3-ABEDDB423B16}"/>
          </ac:spMkLst>
        </pc:spChg>
        <pc:spChg chg="add del mod">
          <ac:chgData name="Mahmoud" userId="7bf24d79-5b67-4251-b831-92e5f8c9b05a" providerId="ADAL" clId="{D1CAB0BC-DAA6-4683-91A8-CF1D596A8164}" dt="2023-09-13T02:19:03.435" v="2147" actId="478"/>
          <ac:spMkLst>
            <pc:docMk/>
            <pc:sldMk cId="1298777719" sldId="345"/>
            <ac:spMk id="5" creationId="{E112100F-62ED-9EE5-52EF-6D1D380E8331}"/>
          </ac:spMkLst>
        </pc:spChg>
        <pc:spChg chg="add del mod">
          <ac:chgData name="Mahmoud" userId="7bf24d79-5b67-4251-b831-92e5f8c9b05a" providerId="ADAL" clId="{D1CAB0BC-DAA6-4683-91A8-CF1D596A8164}" dt="2023-09-13T02:19:20.146" v="2157" actId="478"/>
          <ac:spMkLst>
            <pc:docMk/>
            <pc:sldMk cId="1298777719" sldId="345"/>
            <ac:spMk id="7" creationId="{74A65403-7EAA-E5C4-54A5-421890D83015}"/>
          </ac:spMkLst>
        </pc:spChg>
      </pc:sldChg>
      <pc:sldChg chg="modSp add mod modClrScheme chgLayout">
        <pc:chgData name="Mahmoud" userId="7bf24d79-5b67-4251-b831-92e5f8c9b05a" providerId="ADAL" clId="{D1CAB0BC-DAA6-4683-91A8-CF1D596A8164}" dt="2023-09-13T02:10:13.234" v="2047" actId="20577"/>
        <pc:sldMkLst>
          <pc:docMk/>
          <pc:sldMk cId="135639429" sldId="346"/>
        </pc:sldMkLst>
        <pc:spChg chg="mod ord">
          <ac:chgData name="Mahmoud" userId="7bf24d79-5b67-4251-b831-92e5f8c9b05a" providerId="ADAL" clId="{D1CAB0BC-DAA6-4683-91A8-CF1D596A8164}" dt="2023-09-13T02:09:10.072" v="1844" actId="700"/>
          <ac:spMkLst>
            <pc:docMk/>
            <pc:sldMk cId="135639429" sldId="346"/>
            <ac:spMk id="2" creationId="{7E95B9FB-0E91-C3C1-29D3-91F8E3C21B26}"/>
          </ac:spMkLst>
        </pc:spChg>
        <pc:spChg chg="mod ord">
          <ac:chgData name="Mahmoud" userId="7bf24d79-5b67-4251-b831-92e5f8c9b05a" providerId="ADAL" clId="{D1CAB0BC-DAA6-4683-91A8-CF1D596A8164}" dt="2023-09-13T02:10:13.234" v="2047" actId="20577"/>
          <ac:spMkLst>
            <pc:docMk/>
            <pc:sldMk cId="135639429" sldId="346"/>
            <ac:spMk id="3" creationId="{1BAF52F9-F610-69DF-772A-71CE5295D92D}"/>
          </ac:spMkLst>
        </pc:spChg>
      </pc:sldChg>
      <pc:sldChg chg="add">
        <pc:chgData name="Mahmoud" userId="7bf24d79-5b67-4251-b831-92e5f8c9b05a" providerId="ADAL" clId="{D1CAB0BC-DAA6-4683-91A8-CF1D596A8164}" dt="2023-09-13T02:28:51.076" v="2237"/>
        <pc:sldMkLst>
          <pc:docMk/>
          <pc:sldMk cId="4141365409" sldId="347"/>
        </pc:sldMkLst>
      </pc:sldChg>
      <pc:sldMasterChg chg="del delSldLayout">
        <pc:chgData name="Mahmoud" userId="7bf24d79-5b67-4251-b831-92e5f8c9b05a" providerId="ADAL" clId="{D1CAB0BC-DAA6-4683-91A8-CF1D596A8164}" dt="2023-09-12T23:54:32.908" v="48" actId="47"/>
        <pc:sldMasterMkLst>
          <pc:docMk/>
          <pc:sldMasterMk cId="0" sldId="2147483648"/>
        </pc:sldMasterMkLst>
        <pc:sldLayoutChg chg="del">
          <pc:chgData name="Mahmoud" userId="7bf24d79-5b67-4251-b831-92e5f8c9b05a" providerId="ADAL" clId="{D1CAB0BC-DAA6-4683-91A8-CF1D596A8164}" dt="2023-09-12T23:54:32.908" v="48" actId="47"/>
          <pc:sldLayoutMkLst>
            <pc:docMk/>
            <pc:sldMasterMk cId="0" sldId="2147483648"/>
            <pc:sldLayoutMk cId="0" sldId="2147483649"/>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0"/>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1"/>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2"/>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3"/>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4"/>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5"/>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6"/>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7"/>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8"/>
          </pc:sldLayoutMkLst>
        </pc:sldLayoutChg>
        <pc:sldLayoutChg chg="del">
          <pc:chgData name="Mahmoud" userId="7bf24d79-5b67-4251-b831-92e5f8c9b05a" providerId="ADAL" clId="{D1CAB0BC-DAA6-4683-91A8-CF1D596A8164}" dt="2023-09-12T23:54:32.908" v="48" actId="47"/>
          <pc:sldLayoutMkLst>
            <pc:docMk/>
            <pc:sldMasterMk cId="0" sldId="2147483648"/>
            <pc:sldLayoutMk cId="0" sldId="2147483659"/>
          </pc:sldLayoutMkLst>
        </pc:sldLayoutChg>
      </pc:sldMasterChg>
      <pc:sldMasterChg chg="del delSldLayout">
        <pc:chgData name="Mahmoud" userId="7bf24d79-5b67-4251-b831-92e5f8c9b05a" providerId="ADAL" clId="{D1CAB0BC-DAA6-4683-91A8-CF1D596A8164}" dt="2023-09-12T23:54:32.908" v="48" actId="47"/>
        <pc:sldMasterMkLst>
          <pc:docMk/>
          <pc:sldMasterMk cId="2522220789" sldId="2147483660"/>
        </pc:sldMasterMkLst>
        <pc:sldLayoutChg chg="del">
          <pc:chgData name="Mahmoud" userId="7bf24d79-5b67-4251-b831-92e5f8c9b05a" providerId="ADAL" clId="{D1CAB0BC-DAA6-4683-91A8-CF1D596A8164}" dt="2023-09-12T23:54:32.908" v="48" actId="47"/>
          <pc:sldLayoutMkLst>
            <pc:docMk/>
            <pc:sldMasterMk cId="2522220789" sldId="2147483660"/>
            <pc:sldLayoutMk cId="2774044489" sldId="2147483661"/>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3397247603" sldId="2147483662"/>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2106992153" sldId="2147483663"/>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4126721660" sldId="2147483664"/>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191782322" sldId="2147483665"/>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2562267661" sldId="2147483666"/>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1960496394" sldId="2147483667"/>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4059882272" sldId="2147483668"/>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1043074175" sldId="2147483669"/>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332057839" sldId="2147483670"/>
          </pc:sldLayoutMkLst>
        </pc:sldLayoutChg>
        <pc:sldLayoutChg chg="del">
          <pc:chgData name="Mahmoud" userId="7bf24d79-5b67-4251-b831-92e5f8c9b05a" providerId="ADAL" clId="{D1CAB0BC-DAA6-4683-91A8-CF1D596A8164}" dt="2023-09-12T23:54:32.908" v="48" actId="47"/>
          <pc:sldLayoutMkLst>
            <pc:docMk/>
            <pc:sldMasterMk cId="2522220789" sldId="2147483660"/>
            <pc:sldLayoutMk cId="387667743" sldId="2147483671"/>
          </pc:sldLayoutMkLst>
        </pc:sldLayoutChg>
      </pc:sldMasterChg>
    </pc:docChg>
  </pc:docChgLst>
  <pc:docChgLst>
    <pc:chgData name="Mahmoud Salem" userId="7bf24d79-5b67-4251-b831-92e5f8c9b05a" providerId="ADAL" clId="{B1192E37-EA03-4620-918B-92473BB3DB29}"/>
    <pc:docChg chg="custSel addSld delSld modSld sldOrd">
      <pc:chgData name="Mahmoud Salem" userId="7bf24d79-5b67-4251-b831-92e5f8c9b05a" providerId="ADAL" clId="{B1192E37-EA03-4620-918B-92473BB3DB29}" dt="2023-11-22T04:17:56.783" v="3514" actId="20577"/>
      <pc:docMkLst>
        <pc:docMk/>
      </pc:docMkLst>
      <pc:sldChg chg="del">
        <pc:chgData name="Mahmoud Salem" userId="7bf24d79-5b67-4251-b831-92e5f8c9b05a" providerId="ADAL" clId="{B1192E37-EA03-4620-918B-92473BB3DB29}" dt="2023-11-22T00:03:51.662" v="19" actId="47"/>
        <pc:sldMkLst>
          <pc:docMk/>
          <pc:sldMk cId="4262868419" sldId="256"/>
        </pc:sldMkLst>
      </pc:sldChg>
      <pc:sldChg chg="add del">
        <pc:chgData name="Mahmoud Salem" userId="7bf24d79-5b67-4251-b831-92e5f8c9b05a" providerId="ADAL" clId="{B1192E37-EA03-4620-918B-92473BB3DB29}" dt="2023-11-22T00:04:01.844" v="21" actId="47"/>
        <pc:sldMkLst>
          <pc:docMk/>
          <pc:sldMk cId="3657133794" sldId="257"/>
        </pc:sldMkLst>
      </pc:sldChg>
      <pc:sldChg chg="addSp delSp modSp add del mod chgLayout">
        <pc:chgData name="Mahmoud Salem" userId="7bf24d79-5b67-4251-b831-92e5f8c9b05a" providerId="ADAL" clId="{B1192E37-EA03-4620-918B-92473BB3DB29}" dt="2023-11-22T00:07:45.372" v="39" actId="14100"/>
        <pc:sldMkLst>
          <pc:docMk/>
          <pc:sldMk cId="4262167541" sldId="258"/>
        </pc:sldMkLst>
        <pc:spChg chg="mod ord">
          <ac:chgData name="Mahmoud Salem" userId="7bf24d79-5b67-4251-b831-92e5f8c9b05a" providerId="ADAL" clId="{B1192E37-EA03-4620-918B-92473BB3DB29}" dt="2023-11-22T00:07:42.262" v="38" actId="6264"/>
          <ac:spMkLst>
            <pc:docMk/>
            <pc:sldMk cId="4262167541" sldId="258"/>
            <ac:spMk id="2" creationId="{7E95B9FB-0E91-C3C1-29D3-91F8E3C21B26}"/>
          </ac:spMkLst>
        </pc:spChg>
        <pc:spChg chg="mod ord">
          <ac:chgData name="Mahmoud Salem" userId="7bf24d79-5b67-4251-b831-92e5f8c9b05a" providerId="ADAL" clId="{B1192E37-EA03-4620-918B-92473BB3DB29}" dt="2023-11-22T00:07:45.372" v="39" actId="14100"/>
          <ac:spMkLst>
            <pc:docMk/>
            <pc:sldMk cId="4262167541" sldId="258"/>
            <ac:spMk id="3" creationId="{1BAF52F9-F610-69DF-772A-71CE5295D92D}"/>
          </ac:spMkLst>
        </pc:spChg>
        <pc:spChg chg="add del mod">
          <ac:chgData name="Mahmoud Salem" userId="7bf24d79-5b67-4251-b831-92e5f8c9b05a" providerId="ADAL" clId="{B1192E37-EA03-4620-918B-92473BB3DB29}" dt="2023-11-22T00:07:42.262" v="38" actId="6264"/>
          <ac:spMkLst>
            <pc:docMk/>
            <pc:sldMk cId="4262167541" sldId="258"/>
            <ac:spMk id="4" creationId="{18CC2E0C-2B95-D225-D407-EA7C12391ABB}"/>
          </ac:spMkLst>
        </pc:spChg>
        <pc:spChg chg="add del mod">
          <ac:chgData name="Mahmoud Salem" userId="7bf24d79-5b67-4251-b831-92e5f8c9b05a" providerId="ADAL" clId="{B1192E37-EA03-4620-918B-92473BB3DB29}" dt="2023-11-22T00:07:42.262" v="38" actId="6264"/>
          <ac:spMkLst>
            <pc:docMk/>
            <pc:sldMk cId="4262167541" sldId="258"/>
            <ac:spMk id="5" creationId="{D1C86DFD-9F31-6F44-B2C2-EC2C736E2622}"/>
          </ac:spMkLst>
        </pc:spChg>
      </pc:sldChg>
      <pc:sldChg chg="addSp delSp modSp add del mod chgLayout">
        <pc:chgData name="Mahmoud Salem" userId="7bf24d79-5b67-4251-b831-92e5f8c9b05a" providerId="ADAL" clId="{B1192E37-EA03-4620-918B-92473BB3DB29}" dt="2023-11-22T00:05:29.448" v="30" actId="20577"/>
        <pc:sldMkLst>
          <pc:docMk/>
          <pc:sldMk cId="177477495" sldId="285"/>
        </pc:sldMkLst>
        <pc:spChg chg="mod ord">
          <ac:chgData name="Mahmoud Salem" userId="7bf24d79-5b67-4251-b831-92e5f8c9b05a" providerId="ADAL" clId="{B1192E37-EA03-4620-918B-92473BB3DB29}" dt="2023-11-22T00:05:06.464" v="28" actId="20577"/>
          <ac:spMkLst>
            <pc:docMk/>
            <pc:sldMk cId="177477495" sldId="285"/>
            <ac:spMk id="2" creationId="{E777E4B0-E03F-4F02-BDFE-7A4C6DA29131}"/>
          </ac:spMkLst>
        </pc:spChg>
        <pc:spChg chg="mod ord">
          <ac:chgData name="Mahmoud Salem" userId="7bf24d79-5b67-4251-b831-92e5f8c9b05a" providerId="ADAL" clId="{B1192E37-EA03-4620-918B-92473BB3DB29}" dt="2023-11-22T00:05:29.448" v="30" actId="20577"/>
          <ac:spMkLst>
            <pc:docMk/>
            <pc:sldMk cId="177477495" sldId="285"/>
            <ac:spMk id="3" creationId="{F3005794-BF65-410E-9225-F34791DBC010}"/>
          </ac:spMkLst>
        </pc:spChg>
        <pc:spChg chg="mod ord">
          <ac:chgData name="Mahmoud Salem" userId="7bf24d79-5b67-4251-b831-92e5f8c9b05a" providerId="ADAL" clId="{B1192E37-EA03-4620-918B-92473BB3DB29}" dt="2023-11-22T00:04:43.907" v="22" actId="6264"/>
          <ac:spMkLst>
            <pc:docMk/>
            <pc:sldMk cId="177477495" sldId="285"/>
            <ac:spMk id="4" creationId="{4E14A3A2-0881-4AA2-B724-688DC4391366}"/>
          </ac:spMkLst>
        </pc:spChg>
        <pc:spChg chg="add del mod">
          <ac:chgData name="Mahmoud Salem" userId="7bf24d79-5b67-4251-b831-92e5f8c9b05a" providerId="ADAL" clId="{B1192E37-EA03-4620-918B-92473BB3DB29}" dt="2023-11-22T00:04:43.907" v="22" actId="6264"/>
          <ac:spMkLst>
            <pc:docMk/>
            <pc:sldMk cId="177477495" sldId="285"/>
            <ac:spMk id="5" creationId="{500B20FB-F741-EF65-CA36-84AB110D5031}"/>
          </ac:spMkLst>
        </pc:spChg>
        <pc:spChg chg="add del mod">
          <ac:chgData name="Mahmoud Salem" userId="7bf24d79-5b67-4251-b831-92e5f8c9b05a" providerId="ADAL" clId="{B1192E37-EA03-4620-918B-92473BB3DB29}" dt="2023-11-22T00:04:43.907" v="22" actId="6264"/>
          <ac:spMkLst>
            <pc:docMk/>
            <pc:sldMk cId="177477495" sldId="285"/>
            <ac:spMk id="6" creationId="{BAA09618-EE8B-A45F-02BB-00C29E297F66}"/>
          </ac:spMkLst>
        </pc:spChg>
      </pc:sldChg>
      <pc:sldChg chg="delSp modSp add del mod setBg delDesignElem">
        <pc:chgData name="Mahmoud Salem" userId="7bf24d79-5b67-4251-b831-92e5f8c9b05a" providerId="ADAL" clId="{B1192E37-EA03-4620-918B-92473BB3DB29}" dt="2023-11-22T01:35:43.063" v="107" actId="1076"/>
        <pc:sldMkLst>
          <pc:docMk/>
          <pc:sldMk cId="2698832496" sldId="303"/>
        </pc:sldMkLst>
        <pc:spChg chg="mod">
          <ac:chgData name="Mahmoud Salem" userId="7bf24d79-5b67-4251-b831-92e5f8c9b05a" providerId="ADAL" clId="{B1192E37-EA03-4620-918B-92473BB3DB29}" dt="2023-11-22T01:35:43.063" v="107" actId="1076"/>
          <ac:spMkLst>
            <pc:docMk/>
            <pc:sldMk cId="2698832496" sldId="303"/>
            <ac:spMk id="3" creationId="{F3005794-BF65-410E-9225-F34791DBC010}"/>
          </ac:spMkLst>
        </pc:spChg>
        <pc:spChg chg="mod">
          <ac:chgData name="Mahmoud Salem" userId="7bf24d79-5b67-4251-b831-92e5f8c9b05a" providerId="ADAL" clId="{B1192E37-EA03-4620-918B-92473BB3DB29}" dt="2023-11-22T00:03:48.883" v="7"/>
          <ac:spMkLst>
            <pc:docMk/>
            <pc:sldMk cId="2698832496" sldId="303"/>
            <ac:spMk id="4" creationId="{4E14A3A2-0881-4AA2-B724-688DC4391366}"/>
          </ac:spMkLst>
        </pc:spChg>
        <pc:spChg chg="del">
          <ac:chgData name="Mahmoud Salem" userId="7bf24d79-5b67-4251-b831-92e5f8c9b05a" providerId="ADAL" clId="{B1192E37-EA03-4620-918B-92473BB3DB29}" dt="2023-11-22T00:03:48.883" v="7"/>
          <ac:spMkLst>
            <pc:docMk/>
            <pc:sldMk cId="2698832496" sldId="303"/>
            <ac:spMk id="10" creationId="{F94AA2BD-2E3F-4B1D-8127-5744B8115311}"/>
          </ac:spMkLst>
        </pc:spChg>
        <pc:spChg chg="del">
          <ac:chgData name="Mahmoud Salem" userId="7bf24d79-5b67-4251-b831-92e5f8c9b05a" providerId="ADAL" clId="{B1192E37-EA03-4620-918B-92473BB3DB29}" dt="2023-11-22T00:03:48.883" v="7"/>
          <ac:spMkLst>
            <pc:docMk/>
            <pc:sldMk cId="2698832496" sldId="303"/>
            <ac:spMk id="12" creationId="{4BD02261-2DC8-4AA8-9E16-7751AE892445}"/>
          </ac:spMkLst>
        </pc:spChg>
        <pc:spChg chg="del">
          <ac:chgData name="Mahmoud Salem" userId="7bf24d79-5b67-4251-b831-92e5f8c9b05a" providerId="ADAL" clId="{B1192E37-EA03-4620-918B-92473BB3DB29}" dt="2023-11-22T00:03:48.883" v="7"/>
          <ac:spMkLst>
            <pc:docMk/>
            <pc:sldMk cId="2698832496" sldId="303"/>
            <ac:spMk id="14" creationId="{3D752CF2-2291-40B5-B462-C17B174C10BC}"/>
          </ac:spMkLst>
        </pc:spChg>
      </pc:sldChg>
      <pc:sldChg chg="del">
        <pc:chgData name="Mahmoud Salem" userId="7bf24d79-5b67-4251-b831-92e5f8c9b05a" providerId="ADAL" clId="{B1192E37-EA03-4620-918B-92473BB3DB29}" dt="2023-11-22T00:03:38.179" v="0" actId="47"/>
        <pc:sldMkLst>
          <pc:docMk/>
          <pc:sldMk cId="3799807154" sldId="319"/>
        </pc:sldMkLst>
      </pc:sldChg>
      <pc:sldChg chg="del">
        <pc:chgData name="Mahmoud Salem" userId="7bf24d79-5b67-4251-b831-92e5f8c9b05a" providerId="ADAL" clId="{B1192E37-EA03-4620-918B-92473BB3DB29}" dt="2023-11-22T00:03:38.179" v="0" actId="47"/>
        <pc:sldMkLst>
          <pc:docMk/>
          <pc:sldMk cId="1079151901" sldId="320"/>
        </pc:sldMkLst>
      </pc:sldChg>
      <pc:sldChg chg="modSp add del mod ord chgLayout">
        <pc:chgData name="Mahmoud Salem" userId="7bf24d79-5b67-4251-b831-92e5f8c9b05a" providerId="ADAL" clId="{B1192E37-EA03-4620-918B-92473BB3DB29}" dt="2023-11-22T01:43:04.030" v="962"/>
        <pc:sldMkLst>
          <pc:docMk/>
          <pc:sldMk cId="1662058748" sldId="326"/>
        </pc:sldMkLst>
        <pc:spChg chg="mod ord">
          <ac:chgData name="Mahmoud Salem" userId="7bf24d79-5b67-4251-b831-92e5f8c9b05a" providerId="ADAL" clId="{B1192E37-EA03-4620-918B-92473BB3DB29}" dt="2023-11-22T00:06:23.007" v="35" actId="700"/>
          <ac:spMkLst>
            <pc:docMk/>
            <pc:sldMk cId="1662058748" sldId="326"/>
            <ac:spMk id="2" creationId="{C23F65B8-D81E-A1FD-0F11-29279744247E}"/>
          </ac:spMkLst>
        </pc:spChg>
        <pc:spChg chg="mod ord">
          <ac:chgData name="Mahmoud Salem" userId="7bf24d79-5b67-4251-b831-92e5f8c9b05a" providerId="ADAL" clId="{B1192E37-EA03-4620-918B-92473BB3DB29}" dt="2023-11-22T00:06:23.007" v="35" actId="700"/>
          <ac:spMkLst>
            <pc:docMk/>
            <pc:sldMk cId="1662058748" sldId="326"/>
            <ac:spMk id="3" creationId="{9C44EA3A-4FC0-26F8-04DB-3710AD0DCDB0}"/>
          </ac:spMkLst>
        </pc:spChg>
        <pc:spChg chg="mod ord">
          <ac:chgData name="Mahmoud Salem" userId="7bf24d79-5b67-4251-b831-92e5f8c9b05a" providerId="ADAL" clId="{B1192E37-EA03-4620-918B-92473BB3DB29}" dt="2023-11-22T00:06:23.007" v="35" actId="700"/>
          <ac:spMkLst>
            <pc:docMk/>
            <pc:sldMk cId="1662058748" sldId="326"/>
            <ac:spMk id="4" creationId="{8CA29608-CD7B-E64B-9D21-99DE13767C4C}"/>
          </ac:spMkLst>
        </pc:spChg>
        <pc:spChg chg="mod ord">
          <ac:chgData name="Mahmoud Salem" userId="7bf24d79-5b67-4251-b831-92e5f8c9b05a" providerId="ADAL" clId="{B1192E37-EA03-4620-918B-92473BB3DB29}" dt="2023-11-22T00:06:23.007" v="35" actId="700"/>
          <ac:spMkLst>
            <pc:docMk/>
            <pc:sldMk cId="1662058748" sldId="326"/>
            <ac:spMk id="5" creationId="{817C7663-BC39-8EA7-ACDF-6FB741949DEC}"/>
          </ac:spMkLst>
        </pc:spChg>
        <pc:spChg chg="mod ord">
          <ac:chgData name="Mahmoud Salem" userId="7bf24d79-5b67-4251-b831-92e5f8c9b05a" providerId="ADAL" clId="{B1192E37-EA03-4620-918B-92473BB3DB29}" dt="2023-11-22T00:07:32.820" v="37" actId="20577"/>
          <ac:spMkLst>
            <pc:docMk/>
            <pc:sldMk cId="1662058748" sldId="326"/>
            <ac:spMk id="6" creationId="{22F0562F-2239-EA49-7958-4244E2F22DB8}"/>
          </ac:spMkLst>
        </pc:spChg>
      </pc:sldChg>
      <pc:sldChg chg="delSp modSp add del mod setBg delDesignElem">
        <pc:chgData name="Mahmoud Salem" userId="7bf24d79-5b67-4251-b831-92e5f8c9b05a" providerId="ADAL" clId="{B1192E37-EA03-4620-918B-92473BB3DB29}" dt="2023-11-22T00:12:50.868" v="56" actId="14100"/>
        <pc:sldMkLst>
          <pc:docMk/>
          <pc:sldMk cId="2762817715" sldId="335"/>
        </pc:sldMkLst>
        <pc:spChg chg="mod">
          <ac:chgData name="Mahmoud Salem" userId="7bf24d79-5b67-4251-b831-92e5f8c9b05a" providerId="ADAL" clId="{B1192E37-EA03-4620-918B-92473BB3DB29}" dt="2023-11-22T00:12:44.725" v="53" actId="1076"/>
          <ac:spMkLst>
            <pc:docMk/>
            <pc:sldMk cId="2762817715" sldId="335"/>
            <ac:spMk id="2" creationId="{E777E4B0-E03F-4F02-BDFE-7A4C6DA29131}"/>
          </ac:spMkLst>
        </pc:spChg>
        <pc:spChg chg="mod">
          <ac:chgData name="Mahmoud Salem" userId="7bf24d79-5b67-4251-b831-92e5f8c9b05a" providerId="ADAL" clId="{B1192E37-EA03-4620-918B-92473BB3DB29}" dt="2023-11-22T00:03:48.883" v="7"/>
          <ac:spMkLst>
            <pc:docMk/>
            <pc:sldMk cId="2762817715" sldId="335"/>
            <ac:spMk id="4" creationId="{4E14A3A2-0881-4AA2-B724-688DC4391366}"/>
          </ac:spMkLst>
        </pc:spChg>
        <pc:spChg chg="mod">
          <ac:chgData name="Mahmoud Salem" userId="7bf24d79-5b67-4251-b831-92e5f8c9b05a" providerId="ADAL" clId="{B1192E37-EA03-4620-918B-92473BB3DB29}" dt="2023-11-22T00:12:50.868" v="56" actId="14100"/>
          <ac:spMkLst>
            <pc:docMk/>
            <pc:sldMk cId="2762817715" sldId="335"/>
            <ac:spMk id="10" creationId="{C6234F74-C3FC-5A7C-8EE7-FF16042EF114}"/>
          </ac:spMkLst>
        </pc:spChg>
        <pc:spChg chg="del">
          <ac:chgData name="Mahmoud Salem" userId="7bf24d79-5b67-4251-b831-92e5f8c9b05a" providerId="ADAL" clId="{B1192E37-EA03-4620-918B-92473BB3DB29}" dt="2023-11-22T00:03:48.883" v="7"/>
          <ac:spMkLst>
            <pc:docMk/>
            <pc:sldMk cId="2762817715" sldId="335"/>
            <ac:spMk id="22" creationId="{0288C6B4-AFC3-407F-A595-EFFD38D4CCAF}"/>
          </ac:spMkLst>
        </pc:spChg>
        <pc:spChg chg="del">
          <ac:chgData name="Mahmoud Salem" userId="7bf24d79-5b67-4251-b831-92e5f8c9b05a" providerId="ADAL" clId="{B1192E37-EA03-4620-918B-92473BB3DB29}" dt="2023-11-22T00:03:48.883" v="7"/>
          <ac:spMkLst>
            <pc:docMk/>
            <pc:sldMk cId="2762817715" sldId="335"/>
            <ac:spMk id="24" creationId="{CF236821-17FE-429B-8D2C-08E13A64EA40}"/>
          </ac:spMkLst>
        </pc:spChg>
        <pc:spChg chg="del">
          <ac:chgData name="Mahmoud Salem" userId="7bf24d79-5b67-4251-b831-92e5f8c9b05a" providerId="ADAL" clId="{B1192E37-EA03-4620-918B-92473BB3DB29}" dt="2023-11-22T00:03:48.883" v="7"/>
          <ac:spMkLst>
            <pc:docMk/>
            <pc:sldMk cId="2762817715" sldId="335"/>
            <ac:spMk id="26" creationId="{C0BDBCD2-E081-43AB-9119-C55465E59757}"/>
          </ac:spMkLst>
        </pc:spChg>
        <pc:spChg chg="del">
          <ac:chgData name="Mahmoud Salem" userId="7bf24d79-5b67-4251-b831-92e5f8c9b05a" providerId="ADAL" clId="{B1192E37-EA03-4620-918B-92473BB3DB29}" dt="2023-11-22T00:03:48.883" v="7"/>
          <ac:spMkLst>
            <pc:docMk/>
            <pc:sldMk cId="2762817715" sldId="335"/>
            <ac:spMk id="28" creationId="{98E79BE4-34FE-485A-98A5-92CE8F7C4743}"/>
          </ac:spMkLst>
        </pc:spChg>
        <pc:spChg chg="del">
          <ac:chgData name="Mahmoud Salem" userId="7bf24d79-5b67-4251-b831-92e5f8c9b05a" providerId="ADAL" clId="{B1192E37-EA03-4620-918B-92473BB3DB29}" dt="2023-11-22T00:03:48.883" v="7"/>
          <ac:spMkLst>
            <pc:docMk/>
            <pc:sldMk cId="2762817715" sldId="335"/>
            <ac:spMk id="30" creationId="{7A5F0580-5EE9-419F-96EE-B6529EF6E7D0}"/>
          </ac:spMkLst>
        </pc:spChg>
        <pc:picChg chg="mod">
          <ac:chgData name="Mahmoud Salem" userId="7bf24d79-5b67-4251-b831-92e5f8c9b05a" providerId="ADAL" clId="{B1192E37-EA03-4620-918B-92473BB3DB29}" dt="2023-11-22T00:12:05.261" v="52" actId="1076"/>
          <ac:picMkLst>
            <pc:docMk/>
            <pc:sldMk cId="2762817715" sldId="335"/>
            <ac:picMk id="3" creationId="{61B08B34-75A5-E4BF-D4A4-3945659A551A}"/>
          </ac:picMkLst>
        </pc:picChg>
      </pc:sldChg>
      <pc:sldChg chg="modSp add del mod">
        <pc:chgData name="Mahmoud Salem" userId="7bf24d79-5b67-4251-b831-92e5f8c9b05a" providerId="ADAL" clId="{B1192E37-EA03-4620-918B-92473BB3DB29}" dt="2023-11-22T01:29:53.353" v="75" actId="1076"/>
        <pc:sldMkLst>
          <pc:docMk/>
          <pc:sldMk cId="314413839" sldId="336"/>
        </pc:sldMkLst>
        <pc:spChg chg="mod">
          <ac:chgData name="Mahmoud Salem" userId="7bf24d79-5b67-4251-b831-92e5f8c9b05a" providerId="ADAL" clId="{B1192E37-EA03-4620-918B-92473BB3DB29}" dt="2023-11-22T01:29:53.353" v="75" actId="1076"/>
          <ac:spMkLst>
            <pc:docMk/>
            <pc:sldMk cId="314413839" sldId="336"/>
            <ac:spMk id="3" creationId="{F3005794-BF65-410E-9225-F34791DBC010}"/>
          </ac:spMkLst>
        </pc:spChg>
        <pc:spChg chg="mod">
          <ac:chgData name="Mahmoud Salem" userId="7bf24d79-5b67-4251-b831-92e5f8c9b05a" providerId="ADAL" clId="{B1192E37-EA03-4620-918B-92473BB3DB29}" dt="2023-11-22T00:03:48.883" v="7"/>
          <ac:spMkLst>
            <pc:docMk/>
            <pc:sldMk cId="314413839" sldId="336"/>
            <ac:spMk id="4" creationId="{4E14A3A2-0881-4AA2-B724-688DC4391366}"/>
          </ac:spMkLst>
        </pc:spChg>
      </pc:sldChg>
      <pc:sldChg chg="addSp delSp modSp add del mod chgLayout">
        <pc:chgData name="Mahmoud Salem" userId="7bf24d79-5b67-4251-b831-92e5f8c9b05a" providerId="ADAL" clId="{B1192E37-EA03-4620-918B-92473BB3DB29}" dt="2023-11-22T01:33:28.918" v="101" actId="1076"/>
        <pc:sldMkLst>
          <pc:docMk/>
          <pc:sldMk cId="1003864445" sldId="337"/>
        </pc:sldMkLst>
        <pc:spChg chg="mod ord">
          <ac:chgData name="Mahmoud Salem" userId="7bf24d79-5b67-4251-b831-92e5f8c9b05a" providerId="ADAL" clId="{B1192E37-EA03-4620-918B-92473BB3DB29}" dt="2023-11-22T01:33:20.436" v="97" actId="6264"/>
          <ac:spMkLst>
            <pc:docMk/>
            <pc:sldMk cId="1003864445" sldId="337"/>
            <ac:spMk id="2" creationId="{E777E4B0-E03F-4F02-BDFE-7A4C6DA29131}"/>
          </ac:spMkLst>
        </pc:spChg>
        <pc:spChg chg="add del mod">
          <ac:chgData name="Mahmoud Salem" userId="7bf24d79-5b67-4251-b831-92e5f8c9b05a" providerId="ADAL" clId="{B1192E37-EA03-4620-918B-92473BB3DB29}" dt="2023-11-22T01:33:20.436" v="97" actId="6264"/>
          <ac:spMkLst>
            <pc:docMk/>
            <pc:sldMk cId="1003864445" sldId="337"/>
            <ac:spMk id="3" creationId="{B17631B4-E657-579B-BF8E-09DB90E32E9F}"/>
          </ac:spMkLst>
        </pc:spChg>
        <pc:spChg chg="mod ord">
          <ac:chgData name="Mahmoud Salem" userId="7bf24d79-5b67-4251-b831-92e5f8c9b05a" providerId="ADAL" clId="{B1192E37-EA03-4620-918B-92473BB3DB29}" dt="2023-11-22T01:33:20.436" v="97" actId="6264"/>
          <ac:spMkLst>
            <pc:docMk/>
            <pc:sldMk cId="1003864445" sldId="337"/>
            <ac:spMk id="4" creationId="{4E14A3A2-0881-4AA2-B724-688DC4391366}"/>
          </ac:spMkLst>
        </pc:spChg>
        <pc:spChg chg="add del mod">
          <ac:chgData name="Mahmoud Salem" userId="7bf24d79-5b67-4251-b831-92e5f8c9b05a" providerId="ADAL" clId="{B1192E37-EA03-4620-918B-92473BB3DB29}" dt="2023-11-22T01:33:20.436" v="97" actId="6264"/>
          <ac:spMkLst>
            <pc:docMk/>
            <pc:sldMk cId="1003864445" sldId="337"/>
            <ac:spMk id="6" creationId="{9E195A8E-3029-2410-CF91-70BC79B07FE8}"/>
          </ac:spMkLst>
        </pc:spChg>
        <pc:picChg chg="mod ord">
          <ac:chgData name="Mahmoud Salem" userId="7bf24d79-5b67-4251-b831-92e5f8c9b05a" providerId="ADAL" clId="{B1192E37-EA03-4620-918B-92473BB3DB29}" dt="2023-11-22T01:33:28.918" v="101" actId="1076"/>
          <ac:picMkLst>
            <pc:docMk/>
            <pc:sldMk cId="1003864445" sldId="337"/>
            <ac:picMk id="5" creationId="{23E916F5-A102-EB21-4CE7-D678986C38C4}"/>
          </ac:picMkLst>
        </pc:picChg>
      </pc:sldChg>
      <pc:sldChg chg="modSp add del mod">
        <pc:chgData name="Mahmoud Salem" userId="7bf24d79-5b67-4251-b831-92e5f8c9b05a" providerId="ADAL" clId="{B1192E37-EA03-4620-918B-92473BB3DB29}" dt="2023-11-22T01:33:47.310" v="106" actId="1076"/>
        <pc:sldMkLst>
          <pc:docMk/>
          <pc:sldMk cId="698408817" sldId="338"/>
        </pc:sldMkLst>
        <pc:spChg chg="mod">
          <ac:chgData name="Mahmoud Salem" userId="7bf24d79-5b67-4251-b831-92e5f8c9b05a" providerId="ADAL" clId="{B1192E37-EA03-4620-918B-92473BB3DB29}" dt="2023-11-22T01:33:47.310" v="106" actId="1076"/>
          <ac:spMkLst>
            <pc:docMk/>
            <pc:sldMk cId="698408817" sldId="338"/>
            <ac:spMk id="3" creationId="{F3005794-BF65-410E-9225-F34791DBC010}"/>
          </ac:spMkLst>
        </pc:spChg>
        <pc:spChg chg="mod">
          <ac:chgData name="Mahmoud Salem" userId="7bf24d79-5b67-4251-b831-92e5f8c9b05a" providerId="ADAL" clId="{B1192E37-EA03-4620-918B-92473BB3DB29}" dt="2023-11-22T00:03:48.883" v="7"/>
          <ac:spMkLst>
            <pc:docMk/>
            <pc:sldMk cId="698408817" sldId="338"/>
            <ac:spMk id="4" creationId="{4E14A3A2-0881-4AA2-B724-688DC4391366}"/>
          </ac:spMkLst>
        </pc:spChg>
      </pc:sldChg>
      <pc:sldChg chg="del">
        <pc:chgData name="Mahmoud Salem" userId="7bf24d79-5b67-4251-b831-92e5f8c9b05a" providerId="ADAL" clId="{B1192E37-EA03-4620-918B-92473BB3DB29}" dt="2023-11-22T00:03:38.179" v="0" actId="47"/>
        <pc:sldMkLst>
          <pc:docMk/>
          <pc:sldMk cId="522358487" sldId="339"/>
        </pc:sldMkLst>
      </pc:sldChg>
      <pc:sldChg chg="del">
        <pc:chgData name="Mahmoud Salem" userId="7bf24d79-5b67-4251-b831-92e5f8c9b05a" providerId="ADAL" clId="{B1192E37-EA03-4620-918B-92473BB3DB29}" dt="2023-11-22T00:03:38.179" v="0" actId="47"/>
        <pc:sldMkLst>
          <pc:docMk/>
          <pc:sldMk cId="2229669696" sldId="340"/>
        </pc:sldMkLst>
      </pc:sldChg>
      <pc:sldChg chg="modSp add del mod">
        <pc:chgData name="Mahmoud Salem" userId="7bf24d79-5b67-4251-b831-92e5f8c9b05a" providerId="ADAL" clId="{B1192E37-EA03-4620-918B-92473BB3DB29}" dt="2023-11-22T00:08:47.911" v="41" actId="1076"/>
        <pc:sldMkLst>
          <pc:docMk/>
          <pc:sldMk cId="1050428887" sldId="348"/>
        </pc:sldMkLst>
        <pc:spChg chg="mod">
          <ac:chgData name="Mahmoud Salem" userId="7bf24d79-5b67-4251-b831-92e5f8c9b05a" providerId="ADAL" clId="{B1192E37-EA03-4620-918B-92473BB3DB29}" dt="2023-11-22T00:08:47.911" v="41" actId="1076"/>
          <ac:spMkLst>
            <pc:docMk/>
            <pc:sldMk cId="1050428887" sldId="348"/>
            <ac:spMk id="3" creationId="{F3005794-BF65-410E-9225-F34791DBC010}"/>
          </ac:spMkLst>
        </pc:spChg>
        <pc:spChg chg="mod">
          <ac:chgData name="Mahmoud Salem" userId="7bf24d79-5b67-4251-b831-92e5f8c9b05a" providerId="ADAL" clId="{B1192E37-EA03-4620-918B-92473BB3DB29}" dt="2023-11-22T00:03:48.883" v="7"/>
          <ac:spMkLst>
            <pc:docMk/>
            <pc:sldMk cId="1050428887" sldId="348"/>
            <ac:spMk id="4" creationId="{4E14A3A2-0881-4AA2-B724-688DC4391366}"/>
          </ac:spMkLst>
        </pc:spChg>
      </pc:sldChg>
      <pc:sldChg chg="del">
        <pc:chgData name="Mahmoud Salem" userId="7bf24d79-5b67-4251-b831-92e5f8c9b05a" providerId="ADAL" clId="{B1192E37-EA03-4620-918B-92473BB3DB29}" dt="2023-11-22T00:03:38.179" v="0" actId="47"/>
        <pc:sldMkLst>
          <pc:docMk/>
          <pc:sldMk cId="2039322187" sldId="349"/>
        </pc:sldMkLst>
      </pc:sldChg>
      <pc:sldChg chg="addSp delSp modSp add del mod setBg modClrScheme delDesignElem chgLayout">
        <pc:chgData name="Mahmoud Salem" userId="7bf24d79-5b67-4251-b831-92e5f8c9b05a" providerId="ADAL" clId="{B1192E37-EA03-4620-918B-92473BB3DB29}" dt="2023-11-22T01:29:40.658" v="73" actId="1076"/>
        <pc:sldMkLst>
          <pc:docMk/>
          <pc:sldMk cId="2877410539" sldId="350"/>
        </pc:sldMkLst>
        <pc:spChg chg="mod ord">
          <ac:chgData name="Mahmoud Salem" userId="7bf24d79-5b67-4251-b831-92e5f8c9b05a" providerId="ADAL" clId="{B1192E37-EA03-4620-918B-92473BB3DB29}" dt="2023-11-22T01:29:40.658" v="73" actId="1076"/>
          <ac:spMkLst>
            <pc:docMk/>
            <pc:sldMk cId="2877410539" sldId="350"/>
            <ac:spMk id="2" creationId="{7E95B9FB-0E91-C3C1-29D3-91F8E3C21B26}"/>
          </ac:spMkLst>
        </pc:spChg>
        <pc:spChg chg="del mod ord">
          <ac:chgData name="Mahmoud Salem" userId="7bf24d79-5b67-4251-b831-92e5f8c9b05a" providerId="ADAL" clId="{B1192E37-EA03-4620-918B-92473BB3DB29}" dt="2023-11-22T01:29:20.402" v="70" actId="478"/>
          <ac:spMkLst>
            <pc:docMk/>
            <pc:sldMk cId="2877410539" sldId="350"/>
            <ac:spMk id="3" creationId="{1BAF52F9-F610-69DF-772A-71CE5295D92D}"/>
          </ac:spMkLst>
        </pc:spChg>
        <pc:spChg chg="add del">
          <ac:chgData name="Mahmoud Salem" userId="7bf24d79-5b67-4251-b831-92e5f8c9b05a" providerId="ADAL" clId="{B1192E37-EA03-4620-918B-92473BB3DB29}" dt="2023-11-22T01:29:36.036" v="71" actId="478"/>
          <ac:spMkLst>
            <pc:docMk/>
            <pc:sldMk cId="2877410539" sldId="350"/>
            <ac:spMk id="5" creationId="{0F56B25D-D272-C845-4000-EBD9661D1B25}"/>
          </ac:spMkLst>
        </pc:spChg>
        <pc:spChg chg="add mod">
          <ac:chgData name="Mahmoud Salem" userId="7bf24d79-5b67-4251-b831-92e5f8c9b05a" providerId="ADAL" clId="{B1192E37-EA03-4620-918B-92473BB3DB29}" dt="2023-11-22T01:29:36.522" v="72"/>
          <ac:spMkLst>
            <pc:docMk/>
            <pc:sldMk cId="2877410539" sldId="350"/>
            <ac:spMk id="6" creationId="{8815E001-BFF5-4267-6E0B-068DCF764478}"/>
          </ac:spMkLst>
        </pc:spChg>
        <pc:spChg chg="del">
          <ac:chgData name="Mahmoud Salem" userId="7bf24d79-5b67-4251-b831-92e5f8c9b05a" providerId="ADAL" clId="{B1192E37-EA03-4620-918B-92473BB3DB29}" dt="2023-11-22T00:03:48.883" v="7"/>
          <ac:spMkLst>
            <pc:docMk/>
            <pc:sldMk cId="2877410539" sldId="350"/>
            <ac:spMk id="34" creationId="{6BDBA639-2A71-4A60-A71A-FF1836F546CE}"/>
          </ac:spMkLst>
        </pc:spChg>
        <pc:spChg chg="del">
          <ac:chgData name="Mahmoud Salem" userId="7bf24d79-5b67-4251-b831-92e5f8c9b05a" providerId="ADAL" clId="{B1192E37-EA03-4620-918B-92473BB3DB29}" dt="2023-11-22T00:03:48.883" v="7"/>
          <ac:spMkLst>
            <pc:docMk/>
            <pc:sldMk cId="2877410539" sldId="350"/>
            <ac:spMk id="57" creationId="{D9C506D7-84CB-4057-A44A-465313E78538}"/>
          </ac:spMkLst>
        </pc:spChg>
        <pc:spChg chg="del">
          <ac:chgData name="Mahmoud Salem" userId="7bf24d79-5b67-4251-b831-92e5f8c9b05a" providerId="ADAL" clId="{B1192E37-EA03-4620-918B-92473BB3DB29}" dt="2023-11-22T00:03:48.883" v="7"/>
          <ac:spMkLst>
            <pc:docMk/>
            <pc:sldMk cId="2877410539" sldId="350"/>
            <ac:spMk id="59" creationId="{7842FC68-61FD-4700-8A22-BB8B071884DB}"/>
          </ac:spMkLst>
        </pc:spChg>
        <pc:grpChg chg="del">
          <ac:chgData name="Mahmoud Salem" userId="7bf24d79-5b67-4251-b831-92e5f8c9b05a" providerId="ADAL" clId="{B1192E37-EA03-4620-918B-92473BB3DB29}" dt="2023-11-22T00:03:48.883" v="7"/>
          <ac:grpSpMkLst>
            <pc:docMk/>
            <pc:sldMk cId="2877410539" sldId="350"/>
            <ac:grpSpMk id="8" creationId="{84DB7353-7D7A-431B-A5B6-A3845E6F2BB2}"/>
          </ac:grpSpMkLst>
        </pc:grpChg>
        <pc:grpChg chg="del">
          <ac:chgData name="Mahmoud Salem" userId="7bf24d79-5b67-4251-b831-92e5f8c9b05a" providerId="ADAL" clId="{B1192E37-EA03-4620-918B-92473BB3DB29}" dt="2023-11-22T00:03:48.883" v="7"/>
          <ac:grpSpMkLst>
            <pc:docMk/>
            <pc:sldMk cId="2877410539" sldId="350"/>
            <ac:grpSpMk id="29" creationId="{1B24766B-81CA-44C7-BF11-77A12BA42411}"/>
          </ac:grpSpMkLst>
        </pc:grpChg>
        <pc:grpChg chg="del">
          <ac:chgData name="Mahmoud Salem" userId="7bf24d79-5b67-4251-b831-92e5f8c9b05a" providerId="ADAL" clId="{B1192E37-EA03-4620-918B-92473BB3DB29}" dt="2023-11-22T00:03:48.883" v="7"/>
          <ac:grpSpMkLst>
            <pc:docMk/>
            <pc:sldMk cId="2877410539" sldId="350"/>
            <ac:grpSpMk id="36" creationId="{5E208A8B-5EBD-4532-BE72-26414FA7CFF6}"/>
          </ac:grpSpMkLst>
        </pc:grpChg>
      </pc:sldChg>
      <pc:sldChg chg="addSp delSp modSp add del mod setBg delDesignElem chgLayout">
        <pc:chgData name="Mahmoud Salem" userId="7bf24d79-5b67-4251-b831-92e5f8c9b05a" providerId="ADAL" clId="{B1192E37-EA03-4620-918B-92473BB3DB29}" dt="2023-11-22T00:07:55.316" v="40" actId="6264"/>
        <pc:sldMkLst>
          <pc:docMk/>
          <pc:sldMk cId="3585320281" sldId="351"/>
        </pc:sldMkLst>
        <pc:spChg chg="mod ord">
          <ac:chgData name="Mahmoud Salem" userId="7bf24d79-5b67-4251-b831-92e5f8c9b05a" providerId="ADAL" clId="{B1192E37-EA03-4620-918B-92473BB3DB29}" dt="2023-11-22T00:07:55.316" v="40" actId="6264"/>
          <ac:spMkLst>
            <pc:docMk/>
            <pc:sldMk cId="3585320281" sldId="351"/>
            <ac:spMk id="2" creationId="{E777E4B0-E03F-4F02-BDFE-7A4C6DA29131}"/>
          </ac:spMkLst>
        </pc:spChg>
        <pc:spChg chg="add del mod">
          <ac:chgData name="Mahmoud Salem" userId="7bf24d79-5b67-4251-b831-92e5f8c9b05a" providerId="ADAL" clId="{B1192E37-EA03-4620-918B-92473BB3DB29}" dt="2023-11-22T00:07:55.316" v="40" actId="6264"/>
          <ac:spMkLst>
            <pc:docMk/>
            <pc:sldMk cId="3585320281" sldId="351"/>
            <ac:spMk id="3" creationId="{C64412ED-470D-031A-97A3-8635FE7E9C4B}"/>
          </ac:spMkLst>
        </pc:spChg>
        <pc:spChg chg="mod ord">
          <ac:chgData name="Mahmoud Salem" userId="7bf24d79-5b67-4251-b831-92e5f8c9b05a" providerId="ADAL" clId="{B1192E37-EA03-4620-918B-92473BB3DB29}" dt="2023-11-22T00:07:55.316" v="40" actId="6264"/>
          <ac:spMkLst>
            <pc:docMk/>
            <pc:sldMk cId="3585320281" sldId="351"/>
            <ac:spMk id="4" creationId="{4E14A3A2-0881-4AA2-B724-688DC4391366}"/>
          </ac:spMkLst>
        </pc:spChg>
        <pc:spChg chg="add del mod">
          <ac:chgData name="Mahmoud Salem" userId="7bf24d79-5b67-4251-b831-92e5f8c9b05a" providerId="ADAL" clId="{B1192E37-EA03-4620-918B-92473BB3DB29}" dt="2023-11-22T00:07:55.316" v="40" actId="6264"/>
          <ac:spMkLst>
            <pc:docMk/>
            <pc:sldMk cId="3585320281" sldId="351"/>
            <ac:spMk id="5" creationId="{E3B4D866-B947-D9EC-9144-114505B9EB88}"/>
          </ac:spMkLst>
        </pc:spChg>
        <pc:spChg chg="del">
          <ac:chgData name="Mahmoud Salem" userId="7bf24d79-5b67-4251-b831-92e5f8c9b05a" providerId="ADAL" clId="{B1192E37-EA03-4620-918B-92473BB3DB29}" dt="2023-11-22T00:03:48.883" v="7"/>
          <ac:spMkLst>
            <pc:docMk/>
            <pc:sldMk cId="3585320281" sldId="351"/>
            <ac:spMk id="10" creationId="{7517A47C-B2E5-4B79-8061-D74B1311AF6E}"/>
          </ac:spMkLst>
        </pc:spChg>
        <pc:spChg chg="del">
          <ac:chgData name="Mahmoud Salem" userId="7bf24d79-5b67-4251-b831-92e5f8c9b05a" providerId="ADAL" clId="{B1192E37-EA03-4620-918B-92473BB3DB29}" dt="2023-11-22T00:03:48.883" v="7"/>
          <ac:spMkLst>
            <pc:docMk/>
            <pc:sldMk cId="3585320281" sldId="351"/>
            <ac:spMk id="12" creationId="{C505E780-2083-4CB5-A42A-5E0E2908ECC3}"/>
          </ac:spMkLst>
        </pc:spChg>
        <pc:spChg chg="del">
          <ac:chgData name="Mahmoud Salem" userId="7bf24d79-5b67-4251-b831-92e5f8c9b05a" providerId="ADAL" clId="{B1192E37-EA03-4620-918B-92473BB3DB29}" dt="2023-11-22T00:03:48.883" v="7"/>
          <ac:spMkLst>
            <pc:docMk/>
            <pc:sldMk cId="3585320281" sldId="351"/>
            <ac:spMk id="14" creationId="{D2C0AE1C-0118-41AE-8A10-7CDCBF10E96F}"/>
          </ac:spMkLst>
        </pc:spChg>
        <pc:spChg chg="del">
          <ac:chgData name="Mahmoud Salem" userId="7bf24d79-5b67-4251-b831-92e5f8c9b05a" providerId="ADAL" clId="{B1192E37-EA03-4620-918B-92473BB3DB29}" dt="2023-11-22T00:03:48.883" v="7"/>
          <ac:spMkLst>
            <pc:docMk/>
            <pc:sldMk cId="3585320281" sldId="351"/>
            <ac:spMk id="16" creationId="{463EEC44-1BA3-44ED-81FC-A644B04B2A44}"/>
          </ac:spMkLst>
        </pc:spChg>
        <pc:graphicFrameChg chg="mod ord">
          <ac:chgData name="Mahmoud Salem" userId="7bf24d79-5b67-4251-b831-92e5f8c9b05a" providerId="ADAL" clId="{B1192E37-EA03-4620-918B-92473BB3DB29}" dt="2023-11-22T00:07:55.316" v="40" actId="6264"/>
          <ac:graphicFrameMkLst>
            <pc:docMk/>
            <pc:sldMk cId="3585320281" sldId="351"/>
            <ac:graphicFrameMk id="6" creationId="{D9D39551-8E31-39F8-E8B2-E9F013CEC5A8}"/>
          </ac:graphicFrameMkLst>
        </pc:graphicFrameChg>
      </pc:sldChg>
      <pc:sldChg chg="del">
        <pc:chgData name="Mahmoud Salem" userId="7bf24d79-5b67-4251-b831-92e5f8c9b05a" providerId="ADAL" clId="{B1192E37-EA03-4620-918B-92473BB3DB29}" dt="2023-11-22T00:03:38.179" v="0" actId="47"/>
        <pc:sldMkLst>
          <pc:docMk/>
          <pc:sldMk cId="4207899723" sldId="352"/>
        </pc:sldMkLst>
      </pc:sldChg>
      <pc:sldChg chg="del">
        <pc:chgData name="Mahmoud Salem" userId="7bf24d79-5b67-4251-b831-92e5f8c9b05a" providerId="ADAL" clId="{B1192E37-EA03-4620-918B-92473BB3DB29}" dt="2023-11-22T00:03:38.179" v="0" actId="47"/>
        <pc:sldMkLst>
          <pc:docMk/>
          <pc:sldMk cId="1450200541" sldId="353"/>
        </pc:sldMkLst>
      </pc:sldChg>
      <pc:sldChg chg="del">
        <pc:chgData name="Mahmoud Salem" userId="7bf24d79-5b67-4251-b831-92e5f8c9b05a" providerId="ADAL" clId="{B1192E37-EA03-4620-918B-92473BB3DB29}" dt="2023-11-22T00:03:38.179" v="0" actId="47"/>
        <pc:sldMkLst>
          <pc:docMk/>
          <pc:sldMk cId="2797647641" sldId="354"/>
        </pc:sldMkLst>
      </pc:sldChg>
      <pc:sldChg chg="modSp add mod">
        <pc:chgData name="Mahmoud Salem" userId="7bf24d79-5b67-4251-b831-92e5f8c9b05a" providerId="ADAL" clId="{B1192E37-EA03-4620-918B-92473BB3DB29}" dt="2023-11-22T00:03:56.438" v="20" actId="1076"/>
        <pc:sldMkLst>
          <pc:docMk/>
          <pc:sldMk cId="507349395" sldId="356"/>
        </pc:sldMkLst>
        <pc:spChg chg="mod">
          <ac:chgData name="Mahmoud Salem" userId="7bf24d79-5b67-4251-b831-92e5f8c9b05a" providerId="ADAL" clId="{B1192E37-EA03-4620-918B-92473BB3DB29}" dt="2023-11-22T00:03:56.438" v="20" actId="1076"/>
          <ac:spMkLst>
            <pc:docMk/>
            <pc:sldMk cId="507349395" sldId="356"/>
            <ac:spMk id="2" creationId="{70752FD7-76EF-4EBF-8807-5A08A9C8EA09}"/>
          </ac:spMkLst>
        </pc:spChg>
      </pc:sldChg>
      <pc:sldChg chg="del">
        <pc:chgData name="Mahmoud Salem" userId="7bf24d79-5b67-4251-b831-92e5f8c9b05a" providerId="ADAL" clId="{B1192E37-EA03-4620-918B-92473BB3DB29}" dt="2023-11-22T00:03:38.179" v="0" actId="47"/>
        <pc:sldMkLst>
          <pc:docMk/>
          <pc:sldMk cId="923332689" sldId="357"/>
        </pc:sldMkLst>
      </pc:sldChg>
      <pc:sldChg chg="del">
        <pc:chgData name="Mahmoud Salem" userId="7bf24d79-5b67-4251-b831-92e5f8c9b05a" providerId="ADAL" clId="{B1192E37-EA03-4620-918B-92473BB3DB29}" dt="2023-11-22T00:03:38.179" v="0" actId="47"/>
        <pc:sldMkLst>
          <pc:docMk/>
          <pc:sldMk cId="2222919490" sldId="358"/>
        </pc:sldMkLst>
      </pc:sldChg>
      <pc:sldChg chg="addSp delSp modSp add mod chgLayout">
        <pc:chgData name="Mahmoud Salem" userId="7bf24d79-5b67-4251-b831-92e5f8c9b05a" providerId="ADAL" clId="{B1192E37-EA03-4620-918B-92473BB3DB29}" dt="2023-11-22T00:06:06.613" v="33" actId="20577"/>
        <pc:sldMkLst>
          <pc:docMk/>
          <pc:sldMk cId="2641730845" sldId="358"/>
        </pc:sldMkLst>
        <pc:spChg chg="mod ord">
          <ac:chgData name="Mahmoud Salem" userId="7bf24d79-5b67-4251-b831-92e5f8c9b05a" providerId="ADAL" clId="{B1192E37-EA03-4620-918B-92473BB3DB29}" dt="2023-11-22T00:05:48.482" v="31" actId="6264"/>
          <ac:spMkLst>
            <pc:docMk/>
            <pc:sldMk cId="2641730845" sldId="358"/>
            <ac:spMk id="2" creationId="{E777E4B0-E03F-4F02-BDFE-7A4C6DA29131}"/>
          </ac:spMkLst>
        </pc:spChg>
        <pc:spChg chg="mod ord">
          <ac:chgData name="Mahmoud Salem" userId="7bf24d79-5b67-4251-b831-92e5f8c9b05a" providerId="ADAL" clId="{B1192E37-EA03-4620-918B-92473BB3DB29}" dt="2023-11-22T00:06:06.613" v="33" actId="20577"/>
          <ac:spMkLst>
            <pc:docMk/>
            <pc:sldMk cId="2641730845" sldId="358"/>
            <ac:spMk id="3" creationId="{F3005794-BF65-410E-9225-F34791DBC010}"/>
          </ac:spMkLst>
        </pc:spChg>
        <pc:spChg chg="mod ord">
          <ac:chgData name="Mahmoud Salem" userId="7bf24d79-5b67-4251-b831-92e5f8c9b05a" providerId="ADAL" clId="{B1192E37-EA03-4620-918B-92473BB3DB29}" dt="2023-11-22T00:05:48.482" v="31" actId="6264"/>
          <ac:spMkLst>
            <pc:docMk/>
            <pc:sldMk cId="2641730845" sldId="358"/>
            <ac:spMk id="4" creationId="{4E14A3A2-0881-4AA2-B724-688DC4391366}"/>
          </ac:spMkLst>
        </pc:spChg>
        <pc:spChg chg="add del mod">
          <ac:chgData name="Mahmoud Salem" userId="7bf24d79-5b67-4251-b831-92e5f8c9b05a" providerId="ADAL" clId="{B1192E37-EA03-4620-918B-92473BB3DB29}" dt="2023-11-22T00:04:49.954" v="24" actId="6264"/>
          <ac:spMkLst>
            <pc:docMk/>
            <pc:sldMk cId="2641730845" sldId="358"/>
            <ac:spMk id="5" creationId="{BD63FD9F-0330-BCF3-CDC7-39F155D4B7EB}"/>
          </ac:spMkLst>
        </pc:spChg>
        <pc:spChg chg="add del mod">
          <ac:chgData name="Mahmoud Salem" userId="7bf24d79-5b67-4251-b831-92e5f8c9b05a" providerId="ADAL" clId="{B1192E37-EA03-4620-918B-92473BB3DB29}" dt="2023-11-22T00:04:49.954" v="24" actId="6264"/>
          <ac:spMkLst>
            <pc:docMk/>
            <pc:sldMk cId="2641730845" sldId="358"/>
            <ac:spMk id="6" creationId="{B9AB97EE-F658-5267-A8B2-AF1C5D695430}"/>
          </ac:spMkLst>
        </pc:spChg>
        <pc:spChg chg="add del mod">
          <ac:chgData name="Mahmoud Salem" userId="7bf24d79-5b67-4251-b831-92e5f8c9b05a" providerId="ADAL" clId="{B1192E37-EA03-4620-918B-92473BB3DB29}" dt="2023-11-22T00:05:48.482" v="31" actId="6264"/>
          <ac:spMkLst>
            <pc:docMk/>
            <pc:sldMk cId="2641730845" sldId="358"/>
            <ac:spMk id="7" creationId="{369B117E-F7DF-B09B-94C8-DEC133649CF1}"/>
          </ac:spMkLst>
        </pc:spChg>
        <pc:spChg chg="add del mod">
          <ac:chgData name="Mahmoud Salem" userId="7bf24d79-5b67-4251-b831-92e5f8c9b05a" providerId="ADAL" clId="{B1192E37-EA03-4620-918B-92473BB3DB29}" dt="2023-11-22T00:05:48.482" v="31" actId="6264"/>
          <ac:spMkLst>
            <pc:docMk/>
            <pc:sldMk cId="2641730845" sldId="358"/>
            <ac:spMk id="8" creationId="{1260EC44-D0FD-54A3-427C-43D61F63106F}"/>
          </ac:spMkLst>
        </pc:spChg>
      </pc:sldChg>
      <pc:sldChg chg="modSp add del mod">
        <pc:chgData name="Mahmoud Salem" userId="7bf24d79-5b67-4251-b831-92e5f8c9b05a" providerId="ADAL" clId="{B1192E37-EA03-4620-918B-92473BB3DB29}" dt="2023-11-22T00:06:18.365" v="34" actId="47"/>
        <pc:sldMkLst>
          <pc:docMk/>
          <pc:sldMk cId="1881657722" sldId="359"/>
        </pc:sldMkLst>
        <pc:spChg chg="mod">
          <ac:chgData name="Mahmoud Salem" userId="7bf24d79-5b67-4251-b831-92e5f8c9b05a" providerId="ADAL" clId="{B1192E37-EA03-4620-918B-92473BB3DB29}" dt="2023-11-22T00:03:49.032" v="12" actId="27636"/>
          <ac:spMkLst>
            <pc:docMk/>
            <pc:sldMk cId="1881657722" sldId="359"/>
            <ac:spMk id="2" creationId="{E777E4B0-E03F-4F02-BDFE-7A4C6DA29131}"/>
          </ac:spMkLst>
        </pc:spChg>
        <pc:spChg chg="mod">
          <ac:chgData name="Mahmoud Salem" userId="7bf24d79-5b67-4251-b831-92e5f8c9b05a" providerId="ADAL" clId="{B1192E37-EA03-4620-918B-92473BB3DB29}" dt="2023-11-22T00:03:48.883" v="7"/>
          <ac:spMkLst>
            <pc:docMk/>
            <pc:sldMk cId="1881657722" sldId="359"/>
            <ac:spMk id="4" creationId="{4E14A3A2-0881-4AA2-B724-688DC4391366}"/>
          </ac:spMkLst>
        </pc:spChg>
      </pc:sldChg>
      <pc:sldChg chg="del">
        <pc:chgData name="Mahmoud Salem" userId="7bf24d79-5b67-4251-b831-92e5f8c9b05a" providerId="ADAL" clId="{B1192E37-EA03-4620-918B-92473BB3DB29}" dt="2023-11-22T00:03:38.179" v="0" actId="47"/>
        <pc:sldMkLst>
          <pc:docMk/>
          <pc:sldMk cId="3633920471" sldId="359"/>
        </pc:sldMkLst>
      </pc:sldChg>
      <pc:sldChg chg="del">
        <pc:chgData name="Mahmoud Salem" userId="7bf24d79-5b67-4251-b831-92e5f8c9b05a" providerId="ADAL" clId="{B1192E37-EA03-4620-918B-92473BB3DB29}" dt="2023-11-22T00:03:38.179" v="0" actId="47"/>
        <pc:sldMkLst>
          <pc:docMk/>
          <pc:sldMk cId="923516993" sldId="360"/>
        </pc:sldMkLst>
      </pc:sldChg>
      <pc:sldChg chg="modSp add mod">
        <pc:chgData name="Mahmoud Salem" userId="7bf24d79-5b67-4251-b831-92e5f8c9b05a" providerId="ADAL" clId="{B1192E37-EA03-4620-918B-92473BB3DB29}" dt="2023-11-22T00:08:59.141" v="42" actId="1076"/>
        <pc:sldMkLst>
          <pc:docMk/>
          <pc:sldMk cId="2952561836" sldId="360"/>
        </pc:sldMkLst>
        <pc:spChg chg="mod">
          <ac:chgData name="Mahmoud Salem" userId="7bf24d79-5b67-4251-b831-92e5f8c9b05a" providerId="ADAL" clId="{B1192E37-EA03-4620-918B-92473BB3DB29}" dt="2023-11-22T00:08:59.141" v="42" actId="1076"/>
          <ac:spMkLst>
            <pc:docMk/>
            <pc:sldMk cId="2952561836" sldId="360"/>
            <ac:spMk id="3" creationId="{F3005794-BF65-410E-9225-F34791DBC010}"/>
          </ac:spMkLst>
        </pc:spChg>
        <pc:spChg chg="mod">
          <ac:chgData name="Mahmoud Salem" userId="7bf24d79-5b67-4251-b831-92e5f8c9b05a" providerId="ADAL" clId="{B1192E37-EA03-4620-918B-92473BB3DB29}" dt="2023-11-22T00:03:48.883" v="7"/>
          <ac:spMkLst>
            <pc:docMk/>
            <pc:sldMk cId="2952561836" sldId="360"/>
            <ac:spMk id="4" creationId="{4E14A3A2-0881-4AA2-B724-688DC4391366}"/>
          </ac:spMkLst>
        </pc:spChg>
      </pc:sldChg>
      <pc:sldChg chg="modSp add mod">
        <pc:chgData name="Mahmoud Salem" userId="7bf24d79-5b67-4251-b831-92e5f8c9b05a" providerId="ADAL" clId="{B1192E37-EA03-4620-918B-92473BB3DB29}" dt="2023-11-22T00:09:39.455" v="43" actId="1076"/>
        <pc:sldMkLst>
          <pc:docMk/>
          <pc:sldMk cId="105712076" sldId="361"/>
        </pc:sldMkLst>
        <pc:spChg chg="mod">
          <ac:chgData name="Mahmoud Salem" userId="7bf24d79-5b67-4251-b831-92e5f8c9b05a" providerId="ADAL" clId="{B1192E37-EA03-4620-918B-92473BB3DB29}" dt="2023-11-22T00:09:39.455" v="43" actId="1076"/>
          <ac:spMkLst>
            <pc:docMk/>
            <pc:sldMk cId="105712076" sldId="361"/>
            <ac:spMk id="3" creationId="{F3005794-BF65-410E-9225-F34791DBC010}"/>
          </ac:spMkLst>
        </pc:spChg>
        <pc:spChg chg="mod">
          <ac:chgData name="Mahmoud Salem" userId="7bf24d79-5b67-4251-b831-92e5f8c9b05a" providerId="ADAL" clId="{B1192E37-EA03-4620-918B-92473BB3DB29}" dt="2023-11-22T00:03:48.883" v="7"/>
          <ac:spMkLst>
            <pc:docMk/>
            <pc:sldMk cId="105712076" sldId="361"/>
            <ac:spMk id="4" creationId="{4E14A3A2-0881-4AA2-B724-688DC4391366}"/>
          </ac:spMkLst>
        </pc:spChg>
      </pc:sldChg>
      <pc:sldChg chg="del">
        <pc:chgData name="Mahmoud Salem" userId="7bf24d79-5b67-4251-b831-92e5f8c9b05a" providerId="ADAL" clId="{B1192E37-EA03-4620-918B-92473BB3DB29}" dt="2023-11-22T00:03:38.179" v="0" actId="47"/>
        <pc:sldMkLst>
          <pc:docMk/>
          <pc:sldMk cId="256715139" sldId="361"/>
        </pc:sldMkLst>
      </pc:sldChg>
      <pc:sldChg chg="del">
        <pc:chgData name="Mahmoud Salem" userId="7bf24d79-5b67-4251-b831-92e5f8c9b05a" providerId="ADAL" clId="{B1192E37-EA03-4620-918B-92473BB3DB29}" dt="2023-11-22T00:03:38.179" v="0" actId="47"/>
        <pc:sldMkLst>
          <pc:docMk/>
          <pc:sldMk cId="304121286" sldId="362"/>
        </pc:sldMkLst>
      </pc:sldChg>
      <pc:sldChg chg="delSp modSp add del mod setBg delDesignElem">
        <pc:chgData name="Mahmoud Salem" userId="7bf24d79-5b67-4251-b831-92e5f8c9b05a" providerId="ADAL" clId="{B1192E37-EA03-4620-918B-92473BB3DB29}" dt="2023-11-22T00:10:47.664" v="45" actId="47"/>
        <pc:sldMkLst>
          <pc:docMk/>
          <pc:sldMk cId="2398550535" sldId="362"/>
        </pc:sldMkLst>
        <pc:spChg chg="mod">
          <ac:chgData name="Mahmoud Salem" userId="7bf24d79-5b67-4251-b831-92e5f8c9b05a" providerId="ADAL" clId="{B1192E37-EA03-4620-918B-92473BB3DB29}" dt="2023-11-22T00:10:08.214" v="44" actId="1076"/>
          <ac:spMkLst>
            <pc:docMk/>
            <pc:sldMk cId="2398550535" sldId="362"/>
            <ac:spMk id="3" creationId="{F3005794-BF65-410E-9225-F34791DBC010}"/>
          </ac:spMkLst>
        </pc:spChg>
        <pc:spChg chg="mod">
          <ac:chgData name="Mahmoud Salem" userId="7bf24d79-5b67-4251-b831-92e5f8c9b05a" providerId="ADAL" clId="{B1192E37-EA03-4620-918B-92473BB3DB29}" dt="2023-11-22T00:03:48.883" v="7"/>
          <ac:spMkLst>
            <pc:docMk/>
            <pc:sldMk cId="2398550535" sldId="362"/>
            <ac:spMk id="4" creationId="{4E14A3A2-0881-4AA2-B724-688DC4391366}"/>
          </ac:spMkLst>
        </pc:spChg>
        <pc:spChg chg="del">
          <ac:chgData name="Mahmoud Salem" userId="7bf24d79-5b67-4251-b831-92e5f8c9b05a" providerId="ADAL" clId="{B1192E37-EA03-4620-918B-92473BB3DB29}" dt="2023-11-22T00:03:48.883" v="7"/>
          <ac:spMkLst>
            <pc:docMk/>
            <pc:sldMk cId="2398550535" sldId="362"/>
            <ac:spMk id="10" creationId="{8380AD67-C5CA-4918-B4BB-C359BB03EEDD}"/>
          </ac:spMkLst>
        </pc:spChg>
        <pc:spChg chg="del">
          <ac:chgData name="Mahmoud Salem" userId="7bf24d79-5b67-4251-b831-92e5f8c9b05a" providerId="ADAL" clId="{B1192E37-EA03-4620-918B-92473BB3DB29}" dt="2023-11-22T00:03:48.883" v="7"/>
          <ac:spMkLst>
            <pc:docMk/>
            <pc:sldMk cId="2398550535" sldId="362"/>
            <ac:spMk id="12" creationId="{EABAD4DA-87BA-4F70-9EF0-45C6BCF17823}"/>
          </ac:spMkLst>
        </pc:spChg>
        <pc:spChg chg="del">
          <ac:chgData name="Mahmoud Salem" userId="7bf24d79-5b67-4251-b831-92e5f8c9b05a" providerId="ADAL" clId="{B1192E37-EA03-4620-918B-92473BB3DB29}" dt="2023-11-22T00:03:48.883" v="7"/>
          <ac:spMkLst>
            <pc:docMk/>
            <pc:sldMk cId="2398550535" sldId="362"/>
            <ac:spMk id="14" creationId="{915128D9-2797-47FA-B6FE-EC24E6B8437A}"/>
          </ac:spMkLst>
        </pc:spChg>
      </pc:sldChg>
      <pc:sldChg chg="modSp add mod">
        <pc:chgData name="Mahmoud Salem" userId="7bf24d79-5b67-4251-b831-92e5f8c9b05a" providerId="ADAL" clId="{B1192E37-EA03-4620-918B-92473BB3DB29}" dt="2023-11-22T00:11:06.564" v="47" actId="1076"/>
        <pc:sldMkLst>
          <pc:docMk/>
          <pc:sldMk cId="1347180932" sldId="363"/>
        </pc:sldMkLst>
        <pc:spChg chg="mod">
          <ac:chgData name="Mahmoud Salem" userId="7bf24d79-5b67-4251-b831-92e5f8c9b05a" providerId="ADAL" clId="{B1192E37-EA03-4620-918B-92473BB3DB29}" dt="2023-11-22T00:11:06.564" v="47" actId="1076"/>
          <ac:spMkLst>
            <pc:docMk/>
            <pc:sldMk cId="1347180932" sldId="363"/>
            <ac:spMk id="2" creationId="{E777E4B0-E03F-4F02-BDFE-7A4C6DA29131}"/>
          </ac:spMkLst>
        </pc:spChg>
        <pc:spChg chg="mod">
          <ac:chgData name="Mahmoud Salem" userId="7bf24d79-5b67-4251-b831-92e5f8c9b05a" providerId="ADAL" clId="{B1192E37-EA03-4620-918B-92473BB3DB29}" dt="2023-11-22T00:03:48.883" v="7"/>
          <ac:spMkLst>
            <pc:docMk/>
            <pc:sldMk cId="1347180932" sldId="363"/>
            <ac:spMk id="4" creationId="{4E14A3A2-0881-4AA2-B724-688DC4391366}"/>
          </ac:spMkLst>
        </pc:spChg>
        <pc:graphicFrameChg chg="mod">
          <ac:chgData name="Mahmoud Salem" userId="7bf24d79-5b67-4251-b831-92e5f8c9b05a" providerId="ADAL" clId="{B1192E37-EA03-4620-918B-92473BB3DB29}" dt="2023-11-22T00:11:03.905" v="46" actId="1076"/>
          <ac:graphicFrameMkLst>
            <pc:docMk/>
            <pc:sldMk cId="1347180932" sldId="363"/>
            <ac:graphicFrameMk id="8" creationId="{B5A542E2-5E9B-036C-6B2A-87E251746E27}"/>
          </ac:graphicFrameMkLst>
        </pc:graphicFrameChg>
        <pc:picChg chg="mod">
          <ac:chgData name="Mahmoud Salem" userId="7bf24d79-5b67-4251-b831-92e5f8c9b05a" providerId="ADAL" clId="{B1192E37-EA03-4620-918B-92473BB3DB29}" dt="2023-11-22T00:11:03.905" v="46" actId="1076"/>
          <ac:picMkLst>
            <pc:docMk/>
            <pc:sldMk cId="1347180932" sldId="363"/>
            <ac:picMk id="5" creationId="{04A2FA14-E269-7AA9-0734-09FA0AC8676A}"/>
          </ac:picMkLst>
        </pc:picChg>
        <pc:picChg chg="mod">
          <ac:chgData name="Mahmoud Salem" userId="7bf24d79-5b67-4251-b831-92e5f8c9b05a" providerId="ADAL" clId="{B1192E37-EA03-4620-918B-92473BB3DB29}" dt="2023-11-22T00:11:03.905" v="46" actId="1076"/>
          <ac:picMkLst>
            <pc:docMk/>
            <pc:sldMk cId="1347180932" sldId="363"/>
            <ac:picMk id="6" creationId="{43831FAF-3282-1F7A-11B4-44DC88851647}"/>
          </ac:picMkLst>
        </pc:picChg>
      </pc:sldChg>
      <pc:sldChg chg="del">
        <pc:chgData name="Mahmoud Salem" userId="7bf24d79-5b67-4251-b831-92e5f8c9b05a" providerId="ADAL" clId="{B1192E37-EA03-4620-918B-92473BB3DB29}" dt="2023-11-22T00:03:38.179" v="0" actId="47"/>
        <pc:sldMkLst>
          <pc:docMk/>
          <pc:sldMk cId="2872650386" sldId="363"/>
        </pc:sldMkLst>
      </pc:sldChg>
      <pc:sldChg chg="modSp add mod">
        <pc:chgData name="Mahmoud Salem" userId="7bf24d79-5b67-4251-b831-92e5f8c9b05a" providerId="ADAL" clId="{B1192E37-EA03-4620-918B-92473BB3DB29}" dt="2023-11-22T01:50:51.082" v="1488" actId="20577"/>
        <pc:sldMkLst>
          <pc:docMk/>
          <pc:sldMk cId="1302135742" sldId="364"/>
        </pc:sldMkLst>
        <pc:spChg chg="mod">
          <ac:chgData name="Mahmoud Salem" userId="7bf24d79-5b67-4251-b831-92e5f8c9b05a" providerId="ADAL" clId="{B1192E37-EA03-4620-918B-92473BB3DB29}" dt="2023-11-22T01:50:51.082" v="1488" actId="20577"/>
          <ac:spMkLst>
            <pc:docMk/>
            <pc:sldMk cId="1302135742" sldId="364"/>
            <ac:spMk id="2" creationId="{E777E4B0-E03F-4F02-BDFE-7A4C6DA29131}"/>
          </ac:spMkLst>
        </pc:spChg>
        <pc:spChg chg="mod">
          <ac:chgData name="Mahmoud Salem" userId="7bf24d79-5b67-4251-b831-92e5f8c9b05a" providerId="ADAL" clId="{B1192E37-EA03-4620-918B-92473BB3DB29}" dt="2023-11-22T00:03:48.883" v="7"/>
          <ac:spMkLst>
            <pc:docMk/>
            <pc:sldMk cId="1302135742" sldId="364"/>
            <ac:spMk id="4" creationId="{4E14A3A2-0881-4AA2-B724-688DC4391366}"/>
          </ac:spMkLst>
        </pc:spChg>
        <pc:picChg chg="mod">
          <ac:chgData name="Mahmoud Salem" userId="7bf24d79-5b67-4251-b831-92e5f8c9b05a" providerId="ADAL" clId="{B1192E37-EA03-4620-918B-92473BB3DB29}" dt="2023-11-22T00:11:22.756" v="48" actId="1076"/>
          <ac:picMkLst>
            <pc:docMk/>
            <pc:sldMk cId="1302135742" sldId="364"/>
            <ac:picMk id="22" creationId="{6F0EAC34-3F83-636E-ED3A-07C0363B74C6}"/>
          </ac:picMkLst>
        </pc:picChg>
      </pc:sldChg>
      <pc:sldChg chg="del">
        <pc:chgData name="Mahmoud Salem" userId="7bf24d79-5b67-4251-b831-92e5f8c9b05a" providerId="ADAL" clId="{B1192E37-EA03-4620-918B-92473BB3DB29}" dt="2023-11-22T00:03:38.179" v="0" actId="47"/>
        <pc:sldMkLst>
          <pc:docMk/>
          <pc:sldMk cId="2602317404" sldId="364"/>
        </pc:sldMkLst>
      </pc:sldChg>
      <pc:sldChg chg="modSp add mod">
        <pc:chgData name="Mahmoud Salem" userId="7bf24d79-5b67-4251-b831-92e5f8c9b05a" providerId="ADAL" clId="{B1192E37-EA03-4620-918B-92473BB3DB29}" dt="2023-11-22T00:11:43.126" v="51" actId="1076"/>
        <pc:sldMkLst>
          <pc:docMk/>
          <pc:sldMk cId="3148845266" sldId="365"/>
        </pc:sldMkLst>
        <pc:spChg chg="mod">
          <ac:chgData name="Mahmoud Salem" userId="7bf24d79-5b67-4251-b831-92e5f8c9b05a" providerId="ADAL" clId="{B1192E37-EA03-4620-918B-92473BB3DB29}" dt="2023-11-22T00:03:48.883" v="7"/>
          <ac:spMkLst>
            <pc:docMk/>
            <pc:sldMk cId="3148845266" sldId="365"/>
            <ac:spMk id="4" creationId="{4E14A3A2-0881-4AA2-B724-688DC4391366}"/>
          </ac:spMkLst>
        </pc:spChg>
        <pc:spChg chg="mod">
          <ac:chgData name="Mahmoud Salem" userId="7bf24d79-5b67-4251-b831-92e5f8c9b05a" providerId="ADAL" clId="{B1192E37-EA03-4620-918B-92473BB3DB29}" dt="2023-11-22T00:11:43.126" v="51" actId="1076"/>
          <ac:spMkLst>
            <pc:docMk/>
            <pc:sldMk cId="3148845266" sldId="365"/>
            <ac:spMk id="37" creationId="{07862199-C0B1-6135-090F-6E9B6022B218}"/>
          </ac:spMkLst>
        </pc:spChg>
        <pc:picChg chg="mod">
          <ac:chgData name="Mahmoud Salem" userId="7bf24d79-5b67-4251-b831-92e5f8c9b05a" providerId="ADAL" clId="{B1192E37-EA03-4620-918B-92473BB3DB29}" dt="2023-11-22T00:11:36.028" v="49" actId="1076"/>
          <ac:picMkLst>
            <pc:docMk/>
            <pc:sldMk cId="3148845266" sldId="365"/>
            <ac:picMk id="6" creationId="{E35E9AEC-50CA-C27D-118E-A82511FB5447}"/>
          </ac:picMkLst>
        </pc:picChg>
        <pc:picChg chg="mod">
          <ac:chgData name="Mahmoud Salem" userId="7bf24d79-5b67-4251-b831-92e5f8c9b05a" providerId="ADAL" clId="{B1192E37-EA03-4620-918B-92473BB3DB29}" dt="2023-11-22T00:11:40.780" v="50" actId="1076"/>
          <ac:picMkLst>
            <pc:docMk/>
            <pc:sldMk cId="3148845266" sldId="365"/>
            <ac:picMk id="36" creationId="{FEB2B991-24BB-AC66-9A93-896481DE681C}"/>
          </ac:picMkLst>
        </pc:picChg>
      </pc:sldChg>
      <pc:sldChg chg="del">
        <pc:chgData name="Mahmoud Salem" userId="7bf24d79-5b67-4251-b831-92e5f8c9b05a" providerId="ADAL" clId="{B1192E37-EA03-4620-918B-92473BB3DB29}" dt="2023-11-22T00:03:38.179" v="0" actId="47"/>
        <pc:sldMkLst>
          <pc:docMk/>
          <pc:sldMk cId="4085724139" sldId="365"/>
        </pc:sldMkLst>
      </pc:sldChg>
      <pc:sldChg chg="add del">
        <pc:chgData name="Mahmoud Salem" userId="7bf24d79-5b67-4251-b831-92e5f8c9b05a" providerId="ADAL" clId="{B1192E37-EA03-4620-918B-92473BB3DB29}" dt="2023-11-22T01:29:46.298" v="74" actId="47"/>
        <pc:sldMkLst>
          <pc:docMk/>
          <pc:sldMk cId="14505632" sldId="366"/>
        </pc:sldMkLst>
      </pc:sldChg>
      <pc:sldChg chg="modSp add mod">
        <pc:chgData name="Mahmoud Salem" userId="7bf24d79-5b67-4251-b831-92e5f8c9b05a" providerId="ADAL" clId="{B1192E37-EA03-4620-918B-92473BB3DB29}" dt="2023-11-22T01:32:14.234" v="77" actId="20577"/>
        <pc:sldMkLst>
          <pc:docMk/>
          <pc:sldMk cId="1979631122" sldId="367"/>
        </pc:sldMkLst>
        <pc:spChg chg="mod">
          <ac:chgData name="Mahmoud Salem" userId="7bf24d79-5b67-4251-b831-92e5f8c9b05a" providerId="ADAL" clId="{B1192E37-EA03-4620-918B-92473BB3DB29}" dt="2023-11-22T01:32:14.234" v="77" actId="20577"/>
          <ac:spMkLst>
            <pc:docMk/>
            <pc:sldMk cId="1979631122" sldId="367"/>
            <ac:spMk id="3" creationId="{F3005794-BF65-410E-9225-F34791DBC010}"/>
          </ac:spMkLst>
        </pc:spChg>
        <pc:spChg chg="mod">
          <ac:chgData name="Mahmoud Salem" userId="7bf24d79-5b67-4251-b831-92e5f8c9b05a" providerId="ADAL" clId="{B1192E37-EA03-4620-918B-92473BB3DB29}" dt="2023-11-22T00:03:48.883" v="7"/>
          <ac:spMkLst>
            <pc:docMk/>
            <pc:sldMk cId="1979631122" sldId="367"/>
            <ac:spMk id="4" creationId="{4E14A3A2-0881-4AA2-B724-688DC4391366}"/>
          </ac:spMkLst>
        </pc:spChg>
      </pc:sldChg>
      <pc:sldChg chg="modSp add mod">
        <pc:chgData name="Mahmoud Salem" userId="7bf24d79-5b67-4251-b831-92e5f8c9b05a" providerId="ADAL" clId="{B1192E37-EA03-4620-918B-92473BB3DB29}" dt="2023-11-22T01:32:34.680" v="83" actId="20577"/>
        <pc:sldMkLst>
          <pc:docMk/>
          <pc:sldMk cId="2464396789" sldId="368"/>
        </pc:sldMkLst>
        <pc:spChg chg="mod">
          <ac:chgData name="Mahmoud Salem" userId="7bf24d79-5b67-4251-b831-92e5f8c9b05a" providerId="ADAL" clId="{B1192E37-EA03-4620-918B-92473BB3DB29}" dt="2023-11-22T01:32:34.680" v="83" actId="20577"/>
          <ac:spMkLst>
            <pc:docMk/>
            <pc:sldMk cId="2464396789" sldId="368"/>
            <ac:spMk id="2" creationId="{E777E4B0-E03F-4F02-BDFE-7A4C6DA29131}"/>
          </ac:spMkLst>
        </pc:spChg>
        <pc:spChg chg="mod">
          <ac:chgData name="Mahmoud Salem" userId="7bf24d79-5b67-4251-b831-92e5f8c9b05a" providerId="ADAL" clId="{B1192E37-EA03-4620-918B-92473BB3DB29}" dt="2023-11-22T01:32:25.649" v="78" actId="1076"/>
          <ac:spMkLst>
            <pc:docMk/>
            <pc:sldMk cId="2464396789" sldId="368"/>
            <ac:spMk id="3" creationId="{F3005794-BF65-410E-9225-F34791DBC010}"/>
          </ac:spMkLst>
        </pc:spChg>
        <pc:spChg chg="mod">
          <ac:chgData name="Mahmoud Salem" userId="7bf24d79-5b67-4251-b831-92e5f8c9b05a" providerId="ADAL" clId="{B1192E37-EA03-4620-918B-92473BB3DB29}" dt="2023-11-22T00:03:48.883" v="7"/>
          <ac:spMkLst>
            <pc:docMk/>
            <pc:sldMk cId="2464396789" sldId="368"/>
            <ac:spMk id="4" creationId="{4E14A3A2-0881-4AA2-B724-688DC4391366}"/>
          </ac:spMkLst>
        </pc:spChg>
      </pc:sldChg>
      <pc:sldChg chg="modSp add mod">
        <pc:chgData name="Mahmoud Salem" userId="7bf24d79-5b67-4251-b831-92e5f8c9b05a" providerId="ADAL" clId="{B1192E37-EA03-4620-918B-92473BB3DB29}" dt="2023-11-22T01:32:49.992" v="95" actId="20577"/>
        <pc:sldMkLst>
          <pc:docMk/>
          <pc:sldMk cId="4262550231" sldId="369"/>
        </pc:sldMkLst>
        <pc:spChg chg="mod">
          <ac:chgData name="Mahmoud Salem" userId="7bf24d79-5b67-4251-b831-92e5f8c9b05a" providerId="ADAL" clId="{B1192E37-EA03-4620-918B-92473BB3DB29}" dt="2023-11-22T01:32:49.992" v="95" actId="20577"/>
          <ac:spMkLst>
            <pc:docMk/>
            <pc:sldMk cId="4262550231" sldId="369"/>
            <ac:spMk id="2" creationId="{E777E4B0-E03F-4F02-BDFE-7A4C6DA29131}"/>
          </ac:spMkLst>
        </pc:spChg>
        <pc:spChg chg="mod">
          <ac:chgData name="Mahmoud Salem" userId="7bf24d79-5b67-4251-b831-92e5f8c9b05a" providerId="ADAL" clId="{B1192E37-EA03-4620-918B-92473BB3DB29}" dt="2023-11-22T01:32:45.096" v="84" actId="1076"/>
          <ac:spMkLst>
            <pc:docMk/>
            <pc:sldMk cId="4262550231" sldId="369"/>
            <ac:spMk id="3" creationId="{F3005794-BF65-410E-9225-F34791DBC010}"/>
          </ac:spMkLst>
        </pc:spChg>
        <pc:spChg chg="mod">
          <ac:chgData name="Mahmoud Salem" userId="7bf24d79-5b67-4251-b831-92e5f8c9b05a" providerId="ADAL" clId="{B1192E37-EA03-4620-918B-92473BB3DB29}" dt="2023-11-22T00:03:48.883" v="7"/>
          <ac:spMkLst>
            <pc:docMk/>
            <pc:sldMk cId="4262550231" sldId="369"/>
            <ac:spMk id="4" creationId="{4E14A3A2-0881-4AA2-B724-688DC4391366}"/>
          </ac:spMkLst>
        </pc:spChg>
      </pc:sldChg>
      <pc:sldChg chg="delSp modSp add mod setBg delDesignElem">
        <pc:chgData name="Mahmoud Salem" userId="7bf24d79-5b67-4251-b831-92e5f8c9b05a" providerId="ADAL" clId="{B1192E37-EA03-4620-918B-92473BB3DB29}" dt="2023-11-22T01:33:42.374" v="105" actId="1076"/>
        <pc:sldMkLst>
          <pc:docMk/>
          <pc:sldMk cId="4177174290" sldId="370"/>
        </pc:sldMkLst>
        <pc:spChg chg="mod">
          <ac:chgData name="Mahmoud Salem" userId="7bf24d79-5b67-4251-b831-92e5f8c9b05a" providerId="ADAL" clId="{B1192E37-EA03-4620-918B-92473BB3DB29}" dt="2023-11-22T00:03:48.883" v="7"/>
          <ac:spMkLst>
            <pc:docMk/>
            <pc:sldMk cId="4177174290" sldId="370"/>
            <ac:spMk id="4" creationId="{4E14A3A2-0881-4AA2-B724-688DC4391366}"/>
          </ac:spMkLst>
        </pc:spChg>
        <pc:spChg chg="del">
          <ac:chgData name="Mahmoud Salem" userId="7bf24d79-5b67-4251-b831-92e5f8c9b05a" providerId="ADAL" clId="{B1192E37-EA03-4620-918B-92473BB3DB29}" dt="2023-11-22T00:03:48.883" v="7"/>
          <ac:spMkLst>
            <pc:docMk/>
            <pc:sldMk cId="4177174290" sldId="370"/>
            <ac:spMk id="12" creationId="{8D06CE56-3881-4ADA-8CEF-D18B02C242A3}"/>
          </ac:spMkLst>
        </pc:spChg>
        <pc:spChg chg="del">
          <ac:chgData name="Mahmoud Salem" userId="7bf24d79-5b67-4251-b831-92e5f8c9b05a" providerId="ADAL" clId="{B1192E37-EA03-4620-918B-92473BB3DB29}" dt="2023-11-22T00:03:48.883" v="7"/>
          <ac:spMkLst>
            <pc:docMk/>
            <pc:sldMk cId="4177174290" sldId="370"/>
            <ac:spMk id="24" creationId="{08C9B587-E65E-4B52-B37C-ABEBB6E87928}"/>
          </ac:spMkLst>
        </pc:spChg>
        <pc:spChg chg="del">
          <ac:chgData name="Mahmoud Salem" userId="7bf24d79-5b67-4251-b831-92e5f8c9b05a" providerId="ADAL" clId="{B1192E37-EA03-4620-918B-92473BB3DB29}" dt="2023-11-22T00:03:48.883" v="7"/>
          <ac:spMkLst>
            <pc:docMk/>
            <pc:sldMk cId="4177174290" sldId="370"/>
            <ac:spMk id="25" creationId="{79F3C543-62EC-4433-9C93-A2CD8764E9B4}"/>
          </ac:spMkLst>
        </pc:spChg>
        <pc:spChg chg="del">
          <ac:chgData name="Mahmoud Salem" userId="7bf24d79-5b67-4251-b831-92e5f8c9b05a" providerId="ADAL" clId="{B1192E37-EA03-4620-918B-92473BB3DB29}" dt="2023-11-22T00:03:48.883" v="7"/>
          <ac:spMkLst>
            <pc:docMk/>
            <pc:sldMk cId="4177174290" sldId="370"/>
            <ac:spMk id="26" creationId="{5DCB5928-DC7D-4612-9922-441966E15627}"/>
          </ac:spMkLst>
        </pc:spChg>
        <pc:spChg chg="del">
          <ac:chgData name="Mahmoud Salem" userId="7bf24d79-5b67-4251-b831-92e5f8c9b05a" providerId="ADAL" clId="{B1192E37-EA03-4620-918B-92473BB3DB29}" dt="2023-11-22T00:03:48.883" v="7"/>
          <ac:spMkLst>
            <pc:docMk/>
            <pc:sldMk cId="4177174290" sldId="370"/>
            <ac:spMk id="27" creationId="{682C1161-1736-45EC-99B7-33F3CAE9D517}"/>
          </ac:spMkLst>
        </pc:spChg>
        <pc:spChg chg="del">
          <ac:chgData name="Mahmoud Salem" userId="7bf24d79-5b67-4251-b831-92e5f8c9b05a" providerId="ADAL" clId="{B1192E37-EA03-4620-918B-92473BB3DB29}" dt="2023-11-22T00:03:48.883" v="7"/>
          <ac:spMkLst>
            <pc:docMk/>
            <pc:sldMk cId="4177174290" sldId="370"/>
            <ac:spMk id="28" creationId="{84D4DDB8-B68F-45B0-9F62-C4279996F672}"/>
          </ac:spMkLst>
        </pc:spChg>
        <pc:spChg chg="del">
          <ac:chgData name="Mahmoud Salem" userId="7bf24d79-5b67-4251-b831-92e5f8c9b05a" providerId="ADAL" clId="{B1192E37-EA03-4620-918B-92473BB3DB29}" dt="2023-11-22T00:03:48.883" v="7"/>
          <ac:spMkLst>
            <pc:docMk/>
            <pc:sldMk cId="4177174290" sldId="370"/>
            <ac:spMk id="29" creationId="{AF2F604E-43BE-4DC3-B983-E071523364F8}"/>
          </ac:spMkLst>
        </pc:spChg>
        <pc:picChg chg="mod">
          <ac:chgData name="Mahmoud Salem" userId="7bf24d79-5b67-4251-b831-92e5f8c9b05a" providerId="ADAL" clId="{B1192E37-EA03-4620-918B-92473BB3DB29}" dt="2023-11-22T01:33:42.374" v="105" actId="1076"/>
          <ac:picMkLst>
            <pc:docMk/>
            <pc:sldMk cId="4177174290" sldId="370"/>
            <ac:picMk id="7" creationId="{CE2503CA-034D-11A8-9B7A-89EDA205E99C}"/>
          </ac:picMkLst>
        </pc:picChg>
      </pc:sldChg>
      <pc:sldChg chg="addSp delSp modSp new mod modClrScheme chgLayout">
        <pc:chgData name="Mahmoud Salem" userId="7bf24d79-5b67-4251-b831-92e5f8c9b05a" providerId="ADAL" clId="{B1192E37-EA03-4620-918B-92473BB3DB29}" dt="2023-11-22T01:39:51.933" v="708" actId="20577"/>
        <pc:sldMkLst>
          <pc:docMk/>
          <pc:sldMk cId="3191515671" sldId="371"/>
        </pc:sldMkLst>
        <pc:spChg chg="del mod ord">
          <ac:chgData name="Mahmoud Salem" userId="7bf24d79-5b67-4251-b831-92e5f8c9b05a" providerId="ADAL" clId="{B1192E37-EA03-4620-918B-92473BB3DB29}" dt="2023-11-22T01:35:57.624" v="109" actId="700"/>
          <ac:spMkLst>
            <pc:docMk/>
            <pc:sldMk cId="3191515671" sldId="371"/>
            <ac:spMk id="2" creationId="{53032DF6-FCE5-637D-9878-37019A0E6209}"/>
          </ac:spMkLst>
        </pc:spChg>
        <pc:spChg chg="del">
          <ac:chgData name="Mahmoud Salem" userId="7bf24d79-5b67-4251-b831-92e5f8c9b05a" providerId="ADAL" clId="{B1192E37-EA03-4620-918B-92473BB3DB29}" dt="2023-11-22T01:35:57.624" v="109" actId="700"/>
          <ac:spMkLst>
            <pc:docMk/>
            <pc:sldMk cId="3191515671" sldId="371"/>
            <ac:spMk id="3" creationId="{AADFE7A8-75EC-6487-35C7-6B9BF4A06664}"/>
          </ac:spMkLst>
        </pc:spChg>
        <pc:spChg chg="del mod ord">
          <ac:chgData name="Mahmoud Salem" userId="7bf24d79-5b67-4251-b831-92e5f8c9b05a" providerId="ADAL" clId="{B1192E37-EA03-4620-918B-92473BB3DB29}" dt="2023-11-22T01:35:57.624" v="109" actId="700"/>
          <ac:spMkLst>
            <pc:docMk/>
            <pc:sldMk cId="3191515671" sldId="371"/>
            <ac:spMk id="4" creationId="{14BB8B9D-2DDC-2C87-732F-97D0B95C16FF}"/>
          </ac:spMkLst>
        </pc:spChg>
        <pc:spChg chg="del">
          <ac:chgData name="Mahmoud Salem" userId="7bf24d79-5b67-4251-b831-92e5f8c9b05a" providerId="ADAL" clId="{B1192E37-EA03-4620-918B-92473BB3DB29}" dt="2023-11-22T01:35:57.624" v="109" actId="700"/>
          <ac:spMkLst>
            <pc:docMk/>
            <pc:sldMk cId="3191515671" sldId="371"/>
            <ac:spMk id="5" creationId="{21692BE9-EAEA-3AD6-C411-93504F9913C7}"/>
          </ac:spMkLst>
        </pc:spChg>
        <pc:spChg chg="del">
          <ac:chgData name="Mahmoud Salem" userId="7bf24d79-5b67-4251-b831-92e5f8c9b05a" providerId="ADAL" clId="{B1192E37-EA03-4620-918B-92473BB3DB29}" dt="2023-11-22T01:35:57.624" v="109" actId="700"/>
          <ac:spMkLst>
            <pc:docMk/>
            <pc:sldMk cId="3191515671" sldId="371"/>
            <ac:spMk id="6" creationId="{8EA408F3-4B34-D577-27AF-9C06538F370E}"/>
          </ac:spMkLst>
        </pc:spChg>
        <pc:spChg chg="add mod ord">
          <ac:chgData name="Mahmoud Salem" userId="7bf24d79-5b67-4251-b831-92e5f8c9b05a" providerId="ADAL" clId="{B1192E37-EA03-4620-918B-92473BB3DB29}" dt="2023-11-22T01:36:30.338" v="173" actId="20577"/>
          <ac:spMkLst>
            <pc:docMk/>
            <pc:sldMk cId="3191515671" sldId="371"/>
            <ac:spMk id="7" creationId="{4989A460-59A2-3BB1-FBA5-F1789C6D53C9}"/>
          </ac:spMkLst>
        </pc:spChg>
        <pc:spChg chg="add mod ord">
          <ac:chgData name="Mahmoud Salem" userId="7bf24d79-5b67-4251-b831-92e5f8c9b05a" providerId="ADAL" clId="{B1192E37-EA03-4620-918B-92473BB3DB29}" dt="2023-11-22T01:39:51.933" v="708" actId="20577"/>
          <ac:spMkLst>
            <pc:docMk/>
            <pc:sldMk cId="3191515671" sldId="371"/>
            <ac:spMk id="8" creationId="{4BCB1C8C-B7CA-EBED-F80F-0FA6334CD73E}"/>
          </ac:spMkLst>
        </pc:spChg>
      </pc:sldChg>
      <pc:sldChg chg="modSp add mod">
        <pc:chgData name="Mahmoud Salem" userId="7bf24d79-5b67-4251-b831-92e5f8c9b05a" providerId="ADAL" clId="{B1192E37-EA03-4620-918B-92473BB3DB29}" dt="2023-11-22T01:42:47.239" v="960" actId="20577"/>
        <pc:sldMkLst>
          <pc:docMk/>
          <pc:sldMk cId="506016936" sldId="372"/>
        </pc:sldMkLst>
        <pc:spChg chg="mod">
          <ac:chgData name="Mahmoud Salem" userId="7bf24d79-5b67-4251-b831-92e5f8c9b05a" providerId="ADAL" clId="{B1192E37-EA03-4620-918B-92473BB3DB29}" dt="2023-11-22T01:41:14.271" v="765" actId="20577"/>
          <ac:spMkLst>
            <pc:docMk/>
            <pc:sldMk cId="506016936" sldId="372"/>
            <ac:spMk id="7" creationId="{4989A460-59A2-3BB1-FBA5-F1789C6D53C9}"/>
          </ac:spMkLst>
        </pc:spChg>
        <pc:spChg chg="mod">
          <ac:chgData name="Mahmoud Salem" userId="7bf24d79-5b67-4251-b831-92e5f8c9b05a" providerId="ADAL" clId="{B1192E37-EA03-4620-918B-92473BB3DB29}" dt="2023-11-22T01:42:47.239" v="960" actId="20577"/>
          <ac:spMkLst>
            <pc:docMk/>
            <pc:sldMk cId="506016936" sldId="372"/>
            <ac:spMk id="8" creationId="{4BCB1C8C-B7CA-EBED-F80F-0FA6334CD73E}"/>
          </ac:spMkLst>
        </pc:spChg>
      </pc:sldChg>
      <pc:sldChg chg="addSp delSp modSp new mod modClrScheme chgLayout">
        <pc:chgData name="Mahmoud Salem" userId="7bf24d79-5b67-4251-b831-92e5f8c9b05a" providerId="ADAL" clId="{B1192E37-EA03-4620-918B-92473BB3DB29}" dt="2023-11-22T01:44:15.806" v="1140" actId="20577"/>
        <pc:sldMkLst>
          <pc:docMk/>
          <pc:sldMk cId="119342812" sldId="373"/>
        </pc:sldMkLst>
        <pc:spChg chg="del mod ord">
          <ac:chgData name="Mahmoud Salem" userId="7bf24d79-5b67-4251-b831-92e5f8c9b05a" providerId="ADAL" clId="{B1192E37-EA03-4620-918B-92473BB3DB29}" dt="2023-11-22T01:43:42.383" v="967" actId="700"/>
          <ac:spMkLst>
            <pc:docMk/>
            <pc:sldMk cId="119342812" sldId="373"/>
            <ac:spMk id="2" creationId="{601CF64B-77A4-FF11-761F-EB19FF388FD0}"/>
          </ac:spMkLst>
        </pc:spChg>
        <pc:spChg chg="del">
          <ac:chgData name="Mahmoud Salem" userId="7bf24d79-5b67-4251-b831-92e5f8c9b05a" providerId="ADAL" clId="{B1192E37-EA03-4620-918B-92473BB3DB29}" dt="2023-11-22T01:43:42.383" v="967" actId="700"/>
          <ac:spMkLst>
            <pc:docMk/>
            <pc:sldMk cId="119342812" sldId="373"/>
            <ac:spMk id="3" creationId="{61AFBD5F-EA5F-3636-8560-6C3D16AD7381}"/>
          </ac:spMkLst>
        </pc:spChg>
        <pc:spChg chg="del mod ord">
          <ac:chgData name="Mahmoud Salem" userId="7bf24d79-5b67-4251-b831-92e5f8c9b05a" providerId="ADAL" clId="{B1192E37-EA03-4620-918B-92473BB3DB29}" dt="2023-11-22T01:43:42.383" v="967" actId="700"/>
          <ac:spMkLst>
            <pc:docMk/>
            <pc:sldMk cId="119342812" sldId="373"/>
            <ac:spMk id="4" creationId="{EA90D133-7E48-0DA9-C8F1-CCBBAE2955E5}"/>
          </ac:spMkLst>
        </pc:spChg>
        <pc:spChg chg="del">
          <ac:chgData name="Mahmoud Salem" userId="7bf24d79-5b67-4251-b831-92e5f8c9b05a" providerId="ADAL" clId="{B1192E37-EA03-4620-918B-92473BB3DB29}" dt="2023-11-22T01:43:42.383" v="967" actId="700"/>
          <ac:spMkLst>
            <pc:docMk/>
            <pc:sldMk cId="119342812" sldId="373"/>
            <ac:spMk id="5" creationId="{13F89743-9E26-1758-90DC-2442620FE9FE}"/>
          </ac:spMkLst>
        </pc:spChg>
        <pc:spChg chg="del">
          <ac:chgData name="Mahmoud Salem" userId="7bf24d79-5b67-4251-b831-92e5f8c9b05a" providerId="ADAL" clId="{B1192E37-EA03-4620-918B-92473BB3DB29}" dt="2023-11-22T01:43:42.383" v="967" actId="700"/>
          <ac:spMkLst>
            <pc:docMk/>
            <pc:sldMk cId="119342812" sldId="373"/>
            <ac:spMk id="6" creationId="{5B5F8767-724C-5DE2-1F4D-E6C0DA0599DB}"/>
          </ac:spMkLst>
        </pc:spChg>
        <pc:spChg chg="add mod ord">
          <ac:chgData name="Mahmoud Salem" userId="7bf24d79-5b67-4251-b831-92e5f8c9b05a" providerId="ADAL" clId="{B1192E37-EA03-4620-918B-92473BB3DB29}" dt="2023-11-22T01:43:49.597" v="1010" actId="20577"/>
          <ac:spMkLst>
            <pc:docMk/>
            <pc:sldMk cId="119342812" sldId="373"/>
            <ac:spMk id="7" creationId="{2CB651AF-0238-AE9D-427C-48B1471B50D8}"/>
          </ac:spMkLst>
        </pc:spChg>
        <pc:spChg chg="add mod ord">
          <ac:chgData name="Mahmoud Salem" userId="7bf24d79-5b67-4251-b831-92e5f8c9b05a" providerId="ADAL" clId="{B1192E37-EA03-4620-918B-92473BB3DB29}" dt="2023-11-22T01:44:15.806" v="1140" actId="20577"/>
          <ac:spMkLst>
            <pc:docMk/>
            <pc:sldMk cId="119342812" sldId="373"/>
            <ac:spMk id="8" creationId="{D5588E97-47B0-1B5D-891B-1B16F2BA0610}"/>
          </ac:spMkLst>
        </pc:spChg>
      </pc:sldChg>
      <pc:sldChg chg="addSp delSp modSp new del mod modClrScheme chgLayout">
        <pc:chgData name="Mahmoud Salem" userId="7bf24d79-5b67-4251-b831-92e5f8c9b05a" providerId="ADAL" clId="{B1192E37-EA03-4620-918B-92473BB3DB29}" dt="2023-11-22T01:43:34.041" v="965" actId="47"/>
        <pc:sldMkLst>
          <pc:docMk/>
          <pc:sldMk cId="2001045577" sldId="373"/>
        </pc:sldMkLst>
        <pc:spChg chg="del mod ord">
          <ac:chgData name="Mahmoud Salem" userId="7bf24d79-5b67-4251-b831-92e5f8c9b05a" providerId="ADAL" clId="{B1192E37-EA03-4620-918B-92473BB3DB29}" dt="2023-11-22T01:43:25.194" v="964" actId="700"/>
          <ac:spMkLst>
            <pc:docMk/>
            <pc:sldMk cId="2001045577" sldId="373"/>
            <ac:spMk id="2" creationId="{DA8026A6-C93B-8BB1-9BE7-3C51525ED1C5}"/>
          </ac:spMkLst>
        </pc:spChg>
        <pc:spChg chg="del">
          <ac:chgData name="Mahmoud Salem" userId="7bf24d79-5b67-4251-b831-92e5f8c9b05a" providerId="ADAL" clId="{B1192E37-EA03-4620-918B-92473BB3DB29}" dt="2023-11-22T01:43:25.194" v="964" actId="700"/>
          <ac:spMkLst>
            <pc:docMk/>
            <pc:sldMk cId="2001045577" sldId="373"/>
            <ac:spMk id="3" creationId="{DC329ABB-F6C6-714E-E594-02BE02C0F33A}"/>
          </ac:spMkLst>
        </pc:spChg>
        <pc:spChg chg="del mod ord">
          <ac:chgData name="Mahmoud Salem" userId="7bf24d79-5b67-4251-b831-92e5f8c9b05a" providerId="ADAL" clId="{B1192E37-EA03-4620-918B-92473BB3DB29}" dt="2023-11-22T01:43:25.194" v="964" actId="700"/>
          <ac:spMkLst>
            <pc:docMk/>
            <pc:sldMk cId="2001045577" sldId="373"/>
            <ac:spMk id="4" creationId="{86217B65-6BC4-41D8-AC93-02BA589BCB45}"/>
          </ac:spMkLst>
        </pc:spChg>
        <pc:spChg chg="del">
          <ac:chgData name="Mahmoud Salem" userId="7bf24d79-5b67-4251-b831-92e5f8c9b05a" providerId="ADAL" clId="{B1192E37-EA03-4620-918B-92473BB3DB29}" dt="2023-11-22T01:43:25.194" v="964" actId="700"/>
          <ac:spMkLst>
            <pc:docMk/>
            <pc:sldMk cId="2001045577" sldId="373"/>
            <ac:spMk id="5" creationId="{EB2EEC95-848A-CC2A-62E7-432D78E39BB3}"/>
          </ac:spMkLst>
        </pc:spChg>
        <pc:spChg chg="del">
          <ac:chgData name="Mahmoud Salem" userId="7bf24d79-5b67-4251-b831-92e5f8c9b05a" providerId="ADAL" clId="{B1192E37-EA03-4620-918B-92473BB3DB29}" dt="2023-11-22T01:43:25.194" v="964" actId="700"/>
          <ac:spMkLst>
            <pc:docMk/>
            <pc:sldMk cId="2001045577" sldId="373"/>
            <ac:spMk id="6" creationId="{C0BADC07-FC8D-0205-8422-0717CB92AE0F}"/>
          </ac:spMkLst>
        </pc:spChg>
        <pc:spChg chg="add mod ord">
          <ac:chgData name="Mahmoud Salem" userId="7bf24d79-5b67-4251-b831-92e5f8c9b05a" providerId="ADAL" clId="{B1192E37-EA03-4620-918B-92473BB3DB29}" dt="2023-11-22T01:43:25.194" v="964" actId="700"/>
          <ac:spMkLst>
            <pc:docMk/>
            <pc:sldMk cId="2001045577" sldId="373"/>
            <ac:spMk id="7" creationId="{7EA23AA0-F9C3-7767-5CEF-45B414066BDD}"/>
          </ac:spMkLst>
        </pc:spChg>
        <pc:spChg chg="add mod ord">
          <ac:chgData name="Mahmoud Salem" userId="7bf24d79-5b67-4251-b831-92e5f8c9b05a" providerId="ADAL" clId="{B1192E37-EA03-4620-918B-92473BB3DB29}" dt="2023-11-22T01:43:25.194" v="964" actId="700"/>
          <ac:spMkLst>
            <pc:docMk/>
            <pc:sldMk cId="2001045577" sldId="373"/>
            <ac:spMk id="8" creationId="{763D9BD1-5172-5865-0313-23F18CB838B6}"/>
          </ac:spMkLst>
        </pc:spChg>
      </pc:sldChg>
      <pc:sldChg chg="modSp new mod">
        <pc:chgData name="Mahmoud Salem" userId="7bf24d79-5b67-4251-b831-92e5f8c9b05a" providerId="ADAL" clId="{B1192E37-EA03-4620-918B-92473BB3DB29}" dt="2023-11-22T01:50:01.699" v="1455" actId="20577"/>
        <pc:sldMkLst>
          <pc:docMk/>
          <pc:sldMk cId="1369369531" sldId="374"/>
        </pc:sldMkLst>
        <pc:spChg chg="mod">
          <ac:chgData name="Mahmoud Salem" userId="7bf24d79-5b67-4251-b831-92e5f8c9b05a" providerId="ADAL" clId="{B1192E37-EA03-4620-918B-92473BB3DB29}" dt="2023-11-22T01:48:24.156" v="1182" actId="20577"/>
          <ac:spMkLst>
            <pc:docMk/>
            <pc:sldMk cId="1369369531" sldId="374"/>
            <ac:spMk id="2" creationId="{3260E3DC-706A-08ED-4918-ED179AAAEE8D}"/>
          </ac:spMkLst>
        </pc:spChg>
        <pc:spChg chg="mod">
          <ac:chgData name="Mahmoud Salem" userId="7bf24d79-5b67-4251-b831-92e5f8c9b05a" providerId="ADAL" clId="{B1192E37-EA03-4620-918B-92473BB3DB29}" dt="2023-11-22T01:50:01.699" v="1455" actId="20577"/>
          <ac:spMkLst>
            <pc:docMk/>
            <pc:sldMk cId="1369369531" sldId="374"/>
            <ac:spMk id="3" creationId="{350BF667-EA26-FD27-54EF-A94F2B3876C6}"/>
          </ac:spMkLst>
        </pc:spChg>
      </pc:sldChg>
      <pc:sldChg chg="modSp new del mod">
        <pc:chgData name="Mahmoud Salem" userId="7bf24d79-5b67-4251-b831-92e5f8c9b05a" providerId="ADAL" clId="{B1192E37-EA03-4620-918B-92473BB3DB29}" dt="2023-11-22T01:50:53.056" v="1489" actId="47"/>
        <pc:sldMkLst>
          <pc:docMk/>
          <pc:sldMk cId="1265611496" sldId="375"/>
        </pc:sldMkLst>
        <pc:spChg chg="mod">
          <ac:chgData name="Mahmoud Salem" userId="7bf24d79-5b67-4251-b831-92e5f8c9b05a" providerId="ADAL" clId="{B1192E37-EA03-4620-918B-92473BB3DB29}" dt="2023-11-22T01:50:44.188" v="1472" actId="20577"/>
          <ac:spMkLst>
            <pc:docMk/>
            <pc:sldMk cId="1265611496" sldId="375"/>
            <ac:spMk id="2" creationId="{77EE31D3-46A7-AD66-3FD5-0BC9519A2E64}"/>
          </ac:spMkLst>
        </pc:spChg>
      </pc:sldChg>
      <pc:sldChg chg="modSp new mod">
        <pc:chgData name="Mahmoud Salem" userId="7bf24d79-5b67-4251-b831-92e5f8c9b05a" providerId="ADAL" clId="{B1192E37-EA03-4620-918B-92473BB3DB29}" dt="2023-11-22T01:54:34.955" v="2013" actId="20577"/>
        <pc:sldMkLst>
          <pc:docMk/>
          <pc:sldMk cId="2714502496" sldId="375"/>
        </pc:sldMkLst>
        <pc:spChg chg="mod">
          <ac:chgData name="Mahmoud Salem" userId="7bf24d79-5b67-4251-b831-92e5f8c9b05a" providerId="ADAL" clId="{B1192E37-EA03-4620-918B-92473BB3DB29}" dt="2023-11-22T01:52:27.771" v="1522" actId="20577"/>
          <ac:spMkLst>
            <pc:docMk/>
            <pc:sldMk cId="2714502496" sldId="375"/>
            <ac:spMk id="2" creationId="{916E5ECF-A64C-5BA0-3EE7-5E50721773CA}"/>
          </ac:spMkLst>
        </pc:spChg>
        <pc:spChg chg="mod">
          <ac:chgData name="Mahmoud Salem" userId="7bf24d79-5b67-4251-b831-92e5f8c9b05a" providerId="ADAL" clId="{B1192E37-EA03-4620-918B-92473BB3DB29}" dt="2023-11-22T01:54:34.955" v="2013" actId="20577"/>
          <ac:spMkLst>
            <pc:docMk/>
            <pc:sldMk cId="2714502496" sldId="375"/>
            <ac:spMk id="3" creationId="{063441AE-67BC-8B60-A971-1AE0037BA70D}"/>
          </ac:spMkLst>
        </pc:spChg>
      </pc:sldChg>
      <pc:sldChg chg="modSp new mod">
        <pc:chgData name="Mahmoud Salem" userId="7bf24d79-5b67-4251-b831-92e5f8c9b05a" providerId="ADAL" clId="{B1192E37-EA03-4620-918B-92473BB3DB29}" dt="2023-11-22T01:56:57.644" v="2303" actId="20577"/>
        <pc:sldMkLst>
          <pc:docMk/>
          <pc:sldMk cId="2981297349" sldId="376"/>
        </pc:sldMkLst>
        <pc:spChg chg="mod">
          <ac:chgData name="Mahmoud Salem" userId="7bf24d79-5b67-4251-b831-92e5f8c9b05a" providerId="ADAL" clId="{B1192E37-EA03-4620-918B-92473BB3DB29}" dt="2023-11-22T01:55:31.226" v="2054" actId="20577"/>
          <ac:spMkLst>
            <pc:docMk/>
            <pc:sldMk cId="2981297349" sldId="376"/>
            <ac:spMk id="2" creationId="{649E7E93-C5DD-8FB2-0EAD-854D1AFF5E64}"/>
          </ac:spMkLst>
        </pc:spChg>
        <pc:spChg chg="mod">
          <ac:chgData name="Mahmoud Salem" userId="7bf24d79-5b67-4251-b831-92e5f8c9b05a" providerId="ADAL" clId="{B1192E37-EA03-4620-918B-92473BB3DB29}" dt="2023-11-22T01:56:57.644" v="2303" actId="20577"/>
          <ac:spMkLst>
            <pc:docMk/>
            <pc:sldMk cId="2981297349" sldId="376"/>
            <ac:spMk id="3" creationId="{A07F4756-51FE-488D-7AA7-837A7E0BCFA0}"/>
          </ac:spMkLst>
        </pc:spChg>
      </pc:sldChg>
      <pc:sldChg chg="modSp new mod">
        <pc:chgData name="Mahmoud Salem" userId="7bf24d79-5b67-4251-b831-92e5f8c9b05a" providerId="ADAL" clId="{B1192E37-EA03-4620-918B-92473BB3DB29}" dt="2023-11-22T01:57:18.331" v="2360" actId="20577"/>
        <pc:sldMkLst>
          <pc:docMk/>
          <pc:sldMk cId="3071058528" sldId="377"/>
        </pc:sldMkLst>
        <pc:spChg chg="mod">
          <ac:chgData name="Mahmoud Salem" userId="7bf24d79-5b67-4251-b831-92e5f8c9b05a" providerId="ADAL" clId="{B1192E37-EA03-4620-918B-92473BB3DB29}" dt="2023-11-22T01:57:13.569" v="2333" actId="20577"/>
          <ac:spMkLst>
            <pc:docMk/>
            <pc:sldMk cId="3071058528" sldId="377"/>
            <ac:spMk id="2" creationId="{6AC7C35A-FBC3-0779-B17A-890AFB175746}"/>
          </ac:spMkLst>
        </pc:spChg>
        <pc:spChg chg="mod">
          <ac:chgData name="Mahmoud Salem" userId="7bf24d79-5b67-4251-b831-92e5f8c9b05a" providerId="ADAL" clId="{B1192E37-EA03-4620-918B-92473BB3DB29}" dt="2023-11-22T01:57:18.331" v="2360" actId="20577"/>
          <ac:spMkLst>
            <pc:docMk/>
            <pc:sldMk cId="3071058528" sldId="377"/>
            <ac:spMk id="3" creationId="{A624133B-F0F9-6473-4366-E85B207D6F0C}"/>
          </ac:spMkLst>
        </pc:spChg>
      </pc:sldChg>
      <pc:sldChg chg="modSp new mod">
        <pc:chgData name="Mahmoud Salem" userId="7bf24d79-5b67-4251-b831-92e5f8c9b05a" providerId="ADAL" clId="{B1192E37-EA03-4620-918B-92473BB3DB29}" dt="2023-11-22T04:08:58.962" v="3417" actId="20577"/>
        <pc:sldMkLst>
          <pc:docMk/>
          <pc:sldMk cId="1284234908" sldId="378"/>
        </pc:sldMkLst>
        <pc:spChg chg="mod">
          <ac:chgData name="Mahmoud Salem" userId="7bf24d79-5b67-4251-b831-92e5f8c9b05a" providerId="ADAL" clId="{B1192E37-EA03-4620-918B-92473BB3DB29}" dt="2023-11-22T01:57:33.114" v="2391" actId="20577"/>
          <ac:spMkLst>
            <pc:docMk/>
            <pc:sldMk cId="1284234908" sldId="378"/>
            <ac:spMk id="2" creationId="{E9E1963A-5225-B722-04F0-0D218E0B3D8B}"/>
          </ac:spMkLst>
        </pc:spChg>
        <pc:spChg chg="mod">
          <ac:chgData name="Mahmoud Salem" userId="7bf24d79-5b67-4251-b831-92e5f8c9b05a" providerId="ADAL" clId="{B1192E37-EA03-4620-918B-92473BB3DB29}" dt="2023-11-22T04:08:58.962" v="3417" actId="20577"/>
          <ac:spMkLst>
            <pc:docMk/>
            <pc:sldMk cId="1284234908" sldId="378"/>
            <ac:spMk id="3" creationId="{1A2DC033-F394-C7E4-2478-3882D19DED96}"/>
          </ac:spMkLst>
        </pc:spChg>
      </pc:sldChg>
      <pc:sldChg chg="modSp new mod">
        <pc:chgData name="Mahmoud Salem" userId="7bf24d79-5b67-4251-b831-92e5f8c9b05a" providerId="ADAL" clId="{B1192E37-EA03-4620-918B-92473BB3DB29}" dt="2023-11-22T02:04:43.826" v="2643" actId="20577"/>
        <pc:sldMkLst>
          <pc:docMk/>
          <pc:sldMk cId="518066005" sldId="379"/>
        </pc:sldMkLst>
        <pc:spChg chg="mod">
          <ac:chgData name="Mahmoud Salem" userId="7bf24d79-5b67-4251-b831-92e5f8c9b05a" providerId="ADAL" clId="{B1192E37-EA03-4620-918B-92473BB3DB29}" dt="2023-11-22T02:03:27.779" v="2419" actId="20577"/>
          <ac:spMkLst>
            <pc:docMk/>
            <pc:sldMk cId="518066005" sldId="379"/>
            <ac:spMk id="2" creationId="{A59EABF4-E178-EC8A-6924-AB634F34EA9F}"/>
          </ac:spMkLst>
        </pc:spChg>
        <pc:spChg chg="mod">
          <ac:chgData name="Mahmoud Salem" userId="7bf24d79-5b67-4251-b831-92e5f8c9b05a" providerId="ADAL" clId="{B1192E37-EA03-4620-918B-92473BB3DB29}" dt="2023-11-22T02:04:43.826" v="2643" actId="20577"/>
          <ac:spMkLst>
            <pc:docMk/>
            <pc:sldMk cId="518066005" sldId="379"/>
            <ac:spMk id="3" creationId="{45611B36-9352-00F7-7221-EF2917257A8C}"/>
          </ac:spMkLst>
        </pc:spChg>
      </pc:sldChg>
      <pc:sldChg chg="modSp new mod">
        <pc:chgData name="Mahmoud Salem" userId="7bf24d79-5b67-4251-b831-92e5f8c9b05a" providerId="ADAL" clId="{B1192E37-EA03-4620-918B-92473BB3DB29}" dt="2023-11-22T02:06:14.350" v="2936" actId="20577"/>
        <pc:sldMkLst>
          <pc:docMk/>
          <pc:sldMk cId="893224096" sldId="380"/>
        </pc:sldMkLst>
        <pc:spChg chg="mod">
          <ac:chgData name="Mahmoud Salem" userId="7bf24d79-5b67-4251-b831-92e5f8c9b05a" providerId="ADAL" clId="{B1192E37-EA03-4620-918B-92473BB3DB29}" dt="2023-11-22T02:04:57.639" v="2667" actId="20577"/>
          <ac:spMkLst>
            <pc:docMk/>
            <pc:sldMk cId="893224096" sldId="380"/>
            <ac:spMk id="2" creationId="{92A26168-D05E-2383-567C-F9B225357CF5}"/>
          </ac:spMkLst>
        </pc:spChg>
        <pc:spChg chg="mod">
          <ac:chgData name="Mahmoud Salem" userId="7bf24d79-5b67-4251-b831-92e5f8c9b05a" providerId="ADAL" clId="{B1192E37-EA03-4620-918B-92473BB3DB29}" dt="2023-11-22T02:06:14.350" v="2936" actId="20577"/>
          <ac:spMkLst>
            <pc:docMk/>
            <pc:sldMk cId="893224096" sldId="380"/>
            <ac:spMk id="3" creationId="{F45D13BD-2760-1BC0-B5B0-6BBBBE872029}"/>
          </ac:spMkLst>
        </pc:spChg>
      </pc:sldChg>
      <pc:sldChg chg="modSp new mod">
        <pc:chgData name="Mahmoud Salem" userId="7bf24d79-5b67-4251-b831-92e5f8c9b05a" providerId="ADAL" clId="{B1192E37-EA03-4620-918B-92473BB3DB29}" dt="2023-11-22T02:08:53.026" v="3197" actId="113"/>
        <pc:sldMkLst>
          <pc:docMk/>
          <pc:sldMk cId="1371428646" sldId="381"/>
        </pc:sldMkLst>
        <pc:spChg chg="mod">
          <ac:chgData name="Mahmoud Salem" userId="7bf24d79-5b67-4251-b831-92e5f8c9b05a" providerId="ADAL" clId="{B1192E37-EA03-4620-918B-92473BB3DB29}" dt="2023-11-22T02:07:20.921" v="2967" actId="20577"/>
          <ac:spMkLst>
            <pc:docMk/>
            <pc:sldMk cId="1371428646" sldId="381"/>
            <ac:spMk id="2" creationId="{D634F870-B41F-9FC1-393A-80DB4FD3C341}"/>
          </ac:spMkLst>
        </pc:spChg>
        <pc:spChg chg="mod">
          <ac:chgData name="Mahmoud Salem" userId="7bf24d79-5b67-4251-b831-92e5f8c9b05a" providerId="ADAL" clId="{B1192E37-EA03-4620-918B-92473BB3DB29}" dt="2023-11-22T02:08:53.026" v="3197" actId="113"/>
          <ac:spMkLst>
            <pc:docMk/>
            <pc:sldMk cId="1371428646" sldId="381"/>
            <ac:spMk id="3" creationId="{C836400B-6A9D-FE95-5425-9332E1EED049}"/>
          </ac:spMkLst>
        </pc:spChg>
      </pc:sldChg>
      <pc:sldChg chg="modSp new del mod">
        <pc:chgData name="Mahmoud Salem" userId="7bf24d79-5b67-4251-b831-92e5f8c9b05a" providerId="ADAL" clId="{B1192E37-EA03-4620-918B-92473BB3DB29}" dt="2023-11-22T04:08:32.573" v="3405" actId="47"/>
        <pc:sldMkLst>
          <pc:docMk/>
          <pc:sldMk cId="420806278" sldId="382"/>
        </pc:sldMkLst>
        <pc:spChg chg="mod">
          <ac:chgData name="Mahmoud Salem" userId="7bf24d79-5b67-4251-b831-92e5f8c9b05a" providerId="ADAL" clId="{B1192E37-EA03-4620-918B-92473BB3DB29}" dt="2023-11-22T02:09:52.293" v="3229" actId="20577"/>
          <ac:spMkLst>
            <pc:docMk/>
            <pc:sldMk cId="420806278" sldId="382"/>
            <ac:spMk id="2" creationId="{4091770A-C490-03BD-CFED-76FEC9CC881E}"/>
          </ac:spMkLst>
        </pc:spChg>
        <pc:spChg chg="mod">
          <ac:chgData name="Mahmoud Salem" userId="7bf24d79-5b67-4251-b831-92e5f8c9b05a" providerId="ADAL" clId="{B1192E37-EA03-4620-918B-92473BB3DB29}" dt="2023-11-22T02:10:18.094" v="3375" actId="20577"/>
          <ac:spMkLst>
            <pc:docMk/>
            <pc:sldMk cId="420806278" sldId="382"/>
            <ac:spMk id="3" creationId="{FD46221C-5199-9D53-4DB0-C62F76AFE5AD}"/>
          </ac:spMkLst>
        </pc:spChg>
      </pc:sldChg>
      <pc:sldChg chg="addSp delSp modSp new mod setBg">
        <pc:chgData name="Mahmoud Salem" userId="7bf24d79-5b67-4251-b831-92e5f8c9b05a" providerId="ADAL" clId="{B1192E37-EA03-4620-918B-92473BB3DB29}" dt="2023-11-22T04:07:52.364" v="3404" actId="26606"/>
        <pc:sldMkLst>
          <pc:docMk/>
          <pc:sldMk cId="2464250971" sldId="383"/>
        </pc:sldMkLst>
        <pc:spChg chg="mod">
          <ac:chgData name="Mahmoud Salem" userId="7bf24d79-5b67-4251-b831-92e5f8c9b05a" providerId="ADAL" clId="{B1192E37-EA03-4620-918B-92473BB3DB29}" dt="2023-11-22T04:07:52.364" v="3404" actId="26606"/>
          <ac:spMkLst>
            <pc:docMk/>
            <pc:sldMk cId="2464250971" sldId="383"/>
            <ac:spMk id="2" creationId="{FA149634-2259-3540-152A-9AE5C56DC75E}"/>
          </ac:spMkLst>
        </pc:spChg>
        <pc:spChg chg="del">
          <ac:chgData name="Mahmoud Salem" userId="7bf24d79-5b67-4251-b831-92e5f8c9b05a" providerId="ADAL" clId="{B1192E37-EA03-4620-918B-92473BB3DB29}" dt="2023-11-22T04:07:52.364" v="3404" actId="26606"/>
          <ac:spMkLst>
            <pc:docMk/>
            <pc:sldMk cId="2464250971" sldId="383"/>
            <ac:spMk id="3" creationId="{6FF3C494-572D-198D-F611-5BCE937553BC}"/>
          </ac:spMkLst>
        </pc:spChg>
        <pc:spChg chg="add">
          <ac:chgData name="Mahmoud Salem" userId="7bf24d79-5b67-4251-b831-92e5f8c9b05a" providerId="ADAL" clId="{B1192E37-EA03-4620-918B-92473BB3DB29}" dt="2023-11-22T04:07:52.364" v="3404" actId="26606"/>
          <ac:spMkLst>
            <pc:docMk/>
            <pc:sldMk cId="2464250971" sldId="383"/>
            <ac:spMk id="9" creationId="{0671A8AE-40A1-4631-A6B8-581AFF065482}"/>
          </ac:spMkLst>
        </pc:spChg>
        <pc:spChg chg="add">
          <ac:chgData name="Mahmoud Salem" userId="7bf24d79-5b67-4251-b831-92e5f8c9b05a" providerId="ADAL" clId="{B1192E37-EA03-4620-918B-92473BB3DB29}" dt="2023-11-22T04:07:52.364" v="3404" actId="26606"/>
          <ac:spMkLst>
            <pc:docMk/>
            <pc:sldMk cId="2464250971" sldId="383"/>
            <ac:spMk id="11" creationId="{AB58EF07-17C2-48CF-ABB0-EEF1F17CB8F0}"/>
          </ac:spMkLst>
        </pc:spChg>
        <pc:spChg chg="add">
          <ac:chgData name="Mahmoud Salem" userId="7bf24d79-5b67-4251-b831-92e5f8c9b05a" providerId="ADAL" clId="{B1192E37-EA03-4620-918B-92473BB3DB29}" dt="2023-11-22T04:07:52.364" v="3404" actId="26606"/>
          <ac:spMkLst>
            <pc:docMk/>
            <pc:sldMk cId="2464250971" sldId="383"/>
            <ac:spMk id="13" creationId="{AF2F604E-43BE-4DC3-B983-E071523364F8}"/>
          </ac:spMkLst>
        </pc:spChg>
        <pc:spChg chg="add">
          <ac:chgData name="Mahmoud Salem" userId="7bf24d79-5b67-4251-b831-92e5f8c9b05a" providerId="ADAL" clId="{B1192E37-EA03-4620-918B-92473BB3DB29}" dt="2023-11-22T04:07:52.364" v="3404" actId="26606"/>
          <ac:spMkLst>
            <pc:docMk/>
            <pc:sldMk cId="2464250971" sldId="383"/>
            <ac:spMk id="15" creationId="{08C9B587-E65E-4B52-B37C-ABEBB6E87928}"/>
          </ac:spMkLst>
        </pc:spChg>
        <pc:picChg chg="add">
          <ac:chgData name="Mahmoud Salem" userId="7bf24d79-5b67-4251-b831-92e5f8c9b05a" providerId="ADAL" clId="{B1192E37-EA03-4620-918B-92473BB3DB29}" dt="2023-11-22T04:07:52.364" v="3404" actId="26606"/>
          <ac:picMkLst>
            <pc:docMk/>
            <pc:sldMk cId="2464250971" sldId="383"/>
            <ac:picMk id="5" creationId="{FCC904CA-CBF5-DF68-111E-42311400418E}"/>
          </ac:picMkLst>
        </pc:picChg>
      </pc:sldChg>
      <pc:sldChg chg="modSp add mod">
        <pc:chgData name="Mahmoud Salem" userId="7bf24d79-5b67-4251-b831-92e5f8c9b05a" providerId="ADAL" clId="{B1192E37-EA03-4620-918B-92473BB3DB29}" dt="2023-11-22T04:09:10.226" v="3457" actId="20577"/>
        <pc:sldMkLst>
          <pc:docMk/>
          <pc:sldMk cId="675647151" sldId="384"/>
        </pc:sldMkLst>
        <pc:spChg chg="mod">
          <ac:chgData name="Mahmoud Salem" userId="7bf24d79-5b67-4251-b831-92e5f8c9b05a" providerId="ADAL" clId="{B1192E37-EA03-4620-918B-92473BB3DB29}" dt="2023-11-22T04:09:10.226" v="3457" actId="20577"/>
          <ac:spMkLst>
            <pc:docMk/>
            <pc:sldMk cId="675647151" sldId="384"/>
            <ac:spMk id="3" creationId="{1A2DC033-F394-C7E4-2478-3882D19DED96}"/>
          </ac:spMkLst>
        </pc:spChg>
      </pc:sldChg>
      <pc:sldChg chg="addSp delSp modSp new mod setBg">
        <pc:chgData name="Mahmoud Salem" userId="7bf24d79-5b67-4251-b831-92e5f8c9b05a" providerId="ADAL" clId="{B1192E37-EA03-4620-918B-92473BB3DB29}" dt="2023-11-22T04:17:44.661" v="3480" actId="20577"/>
        <pc:sldMkLst>
          <pc:docMk/>
          <pc:sldMk cId="310945479" sldId="385"/>
        </pc:sldMkLst>
        <pc:spChg chg="mod">
          <ac:chgData name="Mahmoud Salem" userId="7bf24d79-5b67-4251-b831-92e5f8c9b05a" providerId="ADAL" clId="{B1192E37-EA03-4620-918B-92473BB3DB29}" dt="2023-11-22T04:17:44.661" v="3480" actId="20577"/>
          <ac:spMkLst>
            <pc:docMk/>
            <pc:sldMk cId="310945479" sldId="385"/>
            <ac:spMk id="2" creationId="{9E967DC1-7F2E-9E39-B8D3-794FEC4A3E0D}"/>
          </ac:spMkLst>
        </pc:spChg>
        <pc:spChg chg="del">
          <ac:chgData name="Mahmoud Salem" userId="7bf24d79-5b67-4251-b831-92e5f8c9b05a" providerId="ADAL" clId="{B1192E37-EA03-4620-918B-92473BB3DB29}" dt="2023-11-22T04:17:27.708" v="3463" actId="931"/>
          <ac:spMkLst>
            <pc:docMk/>
            <pc:sldMk cId="310945479" sldId="385"/>
            <ac:spMk id="3" creationId="{6B9DC617-CD4F-C245-0E18-8842BA4FB092}"/>
          </ac:spMkLst>
        </pc:spChg>
        <pc:spChg chg="add">
          <ac:chgData name="Mahmoud Salem" userId="7bf24d79-5b67-4251-b831-92e5f8c9b05a" providerId="ADAL" clId="{B1192E37-EA03-4620-918B-92473BB3DB29}" dt="2023-11-22T04:17:37.771" v="3465" actId="26606"/>
          <ac:spMkLst>
            <pc:docMk/>
            <pc:sldMk cId="310945479" sldId="385"/>
            <ac:spMk id="10" creationId="{D4771268-CB57-404A-9271-370EB28F6090}"/>
          </ac:spMkLst>
        </pc:spChg>
        <pc:picChg chg="add mod">
          <ac:chgData name="Mahmoud Salem" userId="7bf24d79-5b67-4251-b831-92e5f8c9b05a" providerId="ADAL" clId="{B1192E37-EA03-4620-918B-92473BB3DB29}" dt="2023-11-22T04:17:41.452" v="3467" actId="14100"/>
          <ac:picMkLst>
            <pc:docMk/>
            <pc:sldMk cId="310945479" sldId="385"/>
            <ac:picMk id="5" creationId="{E41B3284-5D0D-1BCA-4203-4DA545B4A156}"/>
          </ac:picMkLst>
        </pc:picChg>
      </pc:sldChg>
      <pc:sldChg chg="addSp delSp modSp new mod">
        <pc:chgData name="Mahmoud Salem" userId="7bf24d79-5b67-4251-b831-92e5f8c9b05a" providerId="ADAL" clId="{B1192E37-EA03-4620-918B-92473BB3DB29}" dt="2023-11-22T04:17:56.783" v="3514" actId="20577"/>
        <pc:sldMkLst>
          <pc:docMk/>
          <pc:sldMk cId="3181013081" sldId="386"/>
        </pc:sldMkLst>
        <pc:spChg chg="mod">
          <ac:chgData name="Mahmoud Salem" userId="7bf24d79-5b67-4251-b831-92e5f8c9b05a" providerId="ADAL" clId="{B1192E37-EA03-4620-918B-92473BB3DB29}" dt="2023-11-22T04:17:56.783" v="3514" actId="20577"/>
          <ac:spMkLst>
            <pc:docMk/>
            <pc:sldMk cId="3181013081" sldId="386"/>
            <ac:spMk id="2" creationId="{9D661D7A-D8FE-E400-C6AA-8B184BDEE786}"/>
          </ac:spMkLst>
        </pc:spChg>
        <pc:spChg chg="del">
          <ac:chgData name="Mahmoud Salem" userId="7bf24d79-5b67-4251-b831-92e5f8c9b05a" providerId="ADAL" clId="{B1192E37-EA03-4620-918B-92473BB3DB29}" dt="2023-11-22T04:17:17.547" v="3460" actId="931"/>
          <ac:spMkLst>
            <pc:docMk/>
            <pc:sldMk cId="3181013081" sldId="386"/>
            <ac:spMk id="3" creationId="{A9FED6DD-C641-D82B-94F8-AA3BB46C040A}"/>
          </ac:spMkLst>
        </pc:spChg>
        <pc:picChg chg="add mod">
          <ac:chgData name="Mahmoud Salem" userId="7bf24d79-5b67-4251-b831-92e5f8c9b05a" providerId="ADAL" clId="{B1192E37-EA03-4620-918B-92473BB3DB29}" dt="2023-11-22T04:17:18.549" v="3462" actId="962"/>
          <ac:picMkLst>
            <pc:docMk/>
            <pc:sldMk cId="3181013081" sldId="386"/>
            <ac:picMk id="5" creationId="{D04C8D69-9CD0-37B3-70ED-B2F1D27A1943}"/>
          </ac:picMkLst>
        </pc:picChg>
      </pc:sldChg>
    </pc:docChg>
  </pc:docChgLst>
  <pc:docChgLst>
    <pc:chgData name="Mahmoud Salem" userId="S::msalem@conestogac.on.ca::7bf24d79-5b67-4251-b831-92e5f8c9b05a" providerId="AD" clId="Web-{D44B274D-E38B-D1EF-8795-89E9438742E6}"/>
    <pc:docChg chg="modSld">
      <pc:chgData name="Mahmoud Salem" userId="S::msalem@conestogac.on.ca::7bf24d79-5b67-4251-b831-92e5f8c9b05a" providerId="AD" clId="Web-{D44B274D-E38B-D1EF-8795-89E9438742E6}" dt="2023-11-10T19:30:55.116" v="0" actId="20577"/>
      <pc:docMkLst>
        <pc:docMk/>
      </pc:docMkLst>
      <pc:sldChg chg="modSp">
        <pc:chgData name="Mahmoud Salem" userId="S::msalem@conestogac.on.ca::7bf24d79-5b67-4251-b831-92e5f8c9b05a" providerId="AD" clId="Web-{D44B274D-E38B-D1EF-8795-89E9438742E6}" dt="2023-11-10T19:30:55.116" v="0" actId="20577"/>
        <pc:sldMkLst>
          <pc:docMk/>
          <pc:sldMk cId="2131866063" sldId="359"/>
        </pc:sldMkLst>
        <pc:spChg chg="mod">
          <ac:chgData name="Mahmoud Salem" userId="S::msalem@conestogac.on.ca::7bf24d79-5b67-4251-b831-92e5f8c9b05a" providerId="AD" clId="Web-{D44B274D-E38B-D1EF-8795-89E9438742E6}" dt="2023-11-10T19:30:55.116" v="0" actId="20577"/>
          <ac:spMkLst>
            <pc:docMk/>
            <pc:sldMk cId="2131866063" sldId="359"/>
            <ac:spMk id="8" creationId="{7C6D3044-3B1E-D6F0-5358-DB2F673EC16B}"/>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A1CFF3-176B-4ADB-8230-56D02517F27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6476301-8089-466F-AAFA-74868643D413}">
      <dgm:prSet/>
      <dgm:spPr/>
      <dgm:t>
        <a:bodyPr/>
        <a:lstStyle/>
        <a:p>
          <a:pPr rtl="0">
            <a:lnSpc>
              <a:spcPct val="100000"/>
            </a:lnSpc>
          </a:pPr>
          <a:r>
            <a:rPr lang="en-US" b="1" dirty="0">
              <a:latin typeface="Neue Haas Grotesk Text Pro"/>
            </a:rPr>
            <a:t>Capacity</a:t>
          </a:r>
          <a:r>
            <a:rPr lang="en-US" dirty="0">
              <a:latin typeface="Neue Haas Grotesk Text Pro"/>
            </a:rPr>
            <a:t> – Response time for individual requests is acceptable based on max throughput for a given workload. Linked to . . . </a:t>
          </a:r>
          <a:endParaRPr lang="en-US" dirty="0"/>
        </a:p>
      </dgm:t>
    </dgm:pt>
    <dgm:pt modelId="{9FFB6873-3CDF-4206-AD0E-E1B4649FD307}" type="parTrans" cxnId="{1B755B37-53AA-4CC6-B1A9-D761B405F1FC}">
      <dgm:prSet/>
      <dgm:spPr/>
      <dgm:t>
        <a:bodyPr/>
        <a:lstStyle/>
        <a:p>
          <a:endParaRPr lang="en-US"/>
        </a:p>
      </dgm:t>
    </dgm:pt>
    <dgm:pt modelId="{7E4A31C2-5C9D-4A58-A5BC-C52D37C76F32}" type="sibTrans" cxnId="{1B755B37-53AA-4CC6-B1A9-D761B405F1FC}">
      <dgm:prSet/>
      <dgm:spPr/>
      <dgm:t>
        <a:bodyPr/>
        <a:lstStyle/>
        <a:p>
          <a:endParaRPr lang="en-US"/>
        </a:p>
      </dgm:t>
    </dgm:pt>
    <dgm:pt modelId="{FD2DA7D3-F18C-4B32-8487-55A4C44B1961}">
      <dgm:prSet/>
      <dgm:spPr/>
      <dgm:t>
        <a:bodyPr/>
        <a:lstStyle/>
        <a:p>
          <a:pPr rtl="0">
            <a:lnSpc>
              <a:spcPct val="100000"/>
            </a:lnSpc>
          </a:pPr>
          <a:r>
            <a:rPr lang="en-US" b="1" dirty="0">
              <a:latin typeface="Neue Haas Grotesk Text Pro"/>
            </a:rPr>
            <a:t>Throughput</a:t>
          </a:r>
          <a:r>
            <a:rPr lang="en-US" dirty="0">
              <a:latin typeface="Neue Haas Grotesk Text Pro"/>
            </a:rPr>
            <a:t> - Number of transactions that are processed in a unit of time</a:t>
          </a:r>
          <a:endParaRPr lang="en-US" dirty="0"/>
        </a:p>
      </dgm:t>
    </dgm:pt>
    <dgm:pt modelId="{F9CA9778-0CEA-4A41-865B-6922BEE26251}" type="parTrans" cxnId="{B373B878-2328-4D6D-86E2-2448A5F53233}">
      <dgm:prSet/>
      <dgm:spPr/>
      <dgm:t>
        <a:bodyPr/>
        <a:lstStyle/>
        <a:p>
          <a:endParaRPr lang="en-US"/>
        </a:p>
      </dgm:t>
    </dgm:pt>
    <dgm:pt modelId="{00FD5F95-6827-49DF-87A7-3DB0C7964F00}" type="sibTrans" cxnId="{B373B878-2328-4D6D-86E2-2448A5F53233}">
      <dgm:prSet/>
      <dgm:spPr/>
      <dgm:t>
        <a:bodyPr/>
        <a:lstStyle/>
        <a:p>
          <a:endParaRPr lang="en-US"/>
        </a:p>
      </dgm:t>
    </dgm:pt>
    <dgm:pt modelId="{5558A83D-5C1B-430F-8A72-A579BB6F28B6}">
      <dgm:prSet/>
      <dgm:spPr/>
      <dgm:t>
        <a:bodyPr/>
        <a:lstStyle/>
        <a:p>
          <a:pPr rtl="0">
            <a:lnSpc>
              <a:spcPct val="100000"/>
            </a:lnSpc>
          </a:pPr>
          <a:r>
            <a:rPr lang="en-US" b="1" dirty="0">
              <a:latin typeface="Neue Haas Grotesk Text Pro"/>
            </a:rPr>
            <a:t>Performance</a:t>
          </a:r>
          <a:r>
            <a:rPr lang="en-US" dirty="0">
              <a:latin typeface="Neue Haas Grotesk Text Pro"/>
            </a:rPr>
            <a:t> - How long does it take to process a single transaction. </a:t>
          </a:r>
          <a:endParaRPr lang="en-US" dirty="0"/>
        </a:p>
      </dgm:t>
    </dgm:pt>
    <dgm:pt modelId="{F9F63421-6C9B-4F76-A8B0-EBBE7C0B143C}" type="parTrans" cxnId="{6F811D9A-415D-47AF-B287-8AF8C47FDE79}">
      <dgm:prSet/>
      <dgm:spPr/>
      <dgm:t>
        <a:bodyPr/>
        <a:lstStyle/>
        <a:p>
          <a:endParaRPr lang="en-US"/>
        </a:p>
      </dgm:t>
    </dgm:pt>
    <dgm:pt modelId="{64BBFF4A-5946-43D7-B045-B959AF271F3A}" type="sibTrans" cxnId="{6F811D9A-415D-47AF-B287-8AF8C47FDE79}">
      <dgm:prSet/>
      <dgm:spPr/>
      <dgm:t>
        <a:bodyPr/>
        <a:lstStyle/>
        <a:p>
          <a:endParaRPr lang="en-US"/>
        </a:p>
      </dgm:t>
    </dgm:pt>
    <dgm:pt modelId="{00481836-AB48-4389-85A5-A38DD8657F1F}" type="pres">
      <dgm:prSet presAssocID="{DEA1CFF3-176B-4ADB-8230-56D02517F272}" presName="root" presStyleCnt="0">
        <dgm:presLayoutVars>
          <dgm:dir/>
          <dgm:resizeHandles val="exact"/>
        </dgm:presLayoutVars>
      </dgm:prSet>
      <dgm:spPr/>
    </dgm:pt>
    <dgm:pt modelId="{4DBD73FC-32A9-4024-84B9-3D94A802F34F}" type="pres">
      <dgm:prSet presAssocID="{16476301-8089-466F-AAFA-74868643D413}" presName="compNode" presStyleCnt="0"/>
      <dgm:spPr/>
    </dgm:pt>
    <dgm:pt modelId="{841088A7-CE51-403C-8522-A192E6826D27}" type="pres">
      <dgm:prSet presAssocID="{16476301-8089-466F-AAFA-74868643D413}" presName="bgRect" presStyleLbl="bgShp" presStyleIdx="0" presStyleCnt="3"/>
      <dgm:spPr/>
    </dgm:pt>
    <dgm:pt modelId="{81A383F6-8373-4DA6-86DA-32887A41C378}" type="pres">
      <dgm:prSet presAssocID="{16476301-8089-466F-AAFA-74868643D41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89A9B62F-DF34-4192-9AD3-3391DA1FBE78}" type="pres">
      <dgm:prSet presAssocID="{16476301-8089-466F-AAFA-74868643D413}" presName="spaceRect" presStyleCnt="0"/>
      <dgm:spPr/>
    </dgm:pt>
    <dgm:pt modelId="{97A380E7-4A81-4B0D-A861-1A000FE96BB8}" type="pres">
      <dgm:prSet presAssocID="{16476301-8089-466F-AAFA-74868643D413}" presName="parTx" presStyleLbl="revTx" presStyleIdx="0" presStyleCnt="3">
        <dgm:presLayoutVars>
          <dgm:chMax val="0"/>
          <dgm:chPref val="0"/>
        </dgm:presLayoutVars>
      </dgm:prSet>
      <dgm:spPr/>
    </dgm:pt>
    <dgm:pt modelId="{DFA0F8FA-F894-4F20-9881-8A57085E56F6}" type="pres">
      <dgm:prSet presAssocID="{7E4A31C2-5C9D-4A58-A5BC-C52D37C76F32}" presName="sibTrans" presStyleCnt="0"/>
      <dgm:spPr/>
    </dgm:pt>
    <dgm:pt modelId="{2A5B36C9-76D4-42A9-A30A-FB8575A768D8}" type="pres">
      <dgm:prSet presAssocID="{FD2DA7D3-F18C-4B32-8487-55A4C44B1961}" presName="compNode" presStyleCnt="0"/>
      <dgm:spPr/>
    </dgm:pt>
    <dgm:pt modelId="{052FF5B0-88F5-448C-AD53-4318C91BDE6C}" type="pres">
      <dgm:prSet presAssocID="{FD2DA7D3-F18C-4B32-8487-55A4C44B1961}" presName="bgRect" presStyleLbl="bgShp" presStyleIdx="1" presStyleCnt="3"/>
      <dgm:spPr/>
    </dgm:pt>
    <dgm:pt modelId="{B1B6AAA9-232C-4515-9A71-BBBE174396ED}" type="pres">
      <dgm:prSet presAssocID="{FD2DA7D3-F18C-4B32-8487-55A4C44B196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xclamation Mark"/>
        </a:ext>
      </dgm:extLst>
    </dgm:pt>
    <dgm:pt modelId="{906A1B3D-1C94-4964-8D62-4603E041B0AF}" type="pres">
      <dgm:prSet presAssocID="{FD2DA7D3-F18C-4B32-8487-55A4C44B1961}" presName="spaceRect" presStyleCnt="0"/>
      <dgm:spPr/>
    </dgm:pt>
    <dgm:pt modelId="{5DE59650-09F6-4CF5-AA9A-2DE7FB038708}" type="pres">
      <dgm:prSet presAssocID="{FD2DA7D3-F18C-4B32-8487-55A4C44B1961}" presName="parTx" presStyleLbl="revTx" presStyleIdx="1" presStyleCnt="3">
        <dgm:presLayoutVars>
          <dgm:chMax val="0"/>
          <dgm:chPref val="0"/>
        </dgm:presLayoutVars>
      </dgm:prSet>
      <dgm:spPr/>
    </dgm:pt>
    <dgm:pt modelId="{848EC14F-8FA4-493B-AD29-AA9E1758F5B1}" type="pres">
      <dgm:prSet presAssocID="{00FD5F95-6827-49DF-87A7-3DB0C7964F00}" presName="sibTrans" presStyleCnt="0"/>
      <dgm:spPr/>
    </dgm:pt>
    <dgm:pt modelId="{A3173113-70E5-4069-AAB6-9CE3AB76C3C8}" type="pres">
      <dgm:prSet presAssocID="{5558A83D-5C1B-430F-8A72-A579BB6F28B6}" presName="compNode" presStyleCnt="0"/>
      <dgm:spPr/>
    </dgm:pt>
    <dgm:pt modelId="{4B1055D1-7560-40B4-95D5-9EA1A247D37F}" type="pres">
      <dgm:prSet presAssocID="{5558A83D-5C1B-430F-8A72-A579BB6F28B6}" presName="bgRect" presStyleLbl="bgShp" presStyleIdx="2" presStyleCnt="3"/>
      <dgm:spPr/>
    </dgm:pt>
    <dgm:pt modelId="{7C58EF9C-A6D7-476F-99F3-F24D3EF4DA1E}" type="pres">
      <dgm:prSet presAssocID="{5558A83D-5C1B-430F-8A72-A579BB6F28B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5DD71BA2-10B5-4F0D-A7E2-4148FA56B9A3}" type="pres">
      <dgm:prSet presAssocID="{5558A83D-5C1B-430F-8A72-A579BB6F28B6}" presName="spaceRect" presStyleCnt="0"/>
      <dgm:spPr/>
    </dgm:pt>
    <dgm:pt modelId="{33F44AE2-6D6C-4AA9-8C4E-62D8E63CDCC0}" type="pres">
      <dgm:prSet presAssocID="{5558A83D-5C1B-430F-8A72-A579BB6F28B6}" presName="parTx" presStyleLbl="revTx" presStyleIdx="2" presStyleCnt="3">
        <dgm:presLayoutVars>
          <dgm:chMax val="0"/>
          <dgm:chPref val="0"/>
        </dgm:presLayoutVars>
      </dgm:prSet>
      <dgm:spPr/>
    </dgm:pt>
  </dgm:ptLst>
  <dgm:cxnLst>
    <dgm:cxn modelId="{1B755B37-53AA-4CC6-B1A9-D761B405F1FC}" srcId="{DEA1CFF3-176B-4ADB-8230-56D02517F272}" destId="{16476301-8089-466F-AAFA-74868643D413}" srcOrd="0" destOrd="0" parTransId="{9FFB6873-3CDF-4206-AD0E-E1B4649FD307}" sibTransId="{7E4A31C2-5C9D-4A58-A5BC-C52D37C76F32}"/>
    <dgm:cxn modelId="{DCF67038-7170-444D-A630-E8609D981442}" type="presOf" srcId="{FD2DA7D3-F18C-4B32-8487-55A4C44B1961}" destId="{5DE59650-09F6-4CF5-AA9A-2DE7FB038708}" srcOrd="0" destOrd="0" presId="urn:microsoft.com/office/officeart/2018/2/layout/IconVerticalSolidList"/>
    <dgm:cxn modelId="{4A24B170-F5C6-4493-BBF7-4D9B7F649A7D}" type="presOf" srcId="{16476301-8089-466F-AAFA-74868643D413}" destId="{97A380E7-4A81-4B0D-A861-1A000FE96BB8}" srcOrd="0" destOrd="0" presId="urn:microsoft.com/office/officeart/2018/2/layout/IconVerticalSolidList"/>
    <dgm:cxn modelId="{EE70F151-B7BB-4F8B-98FB-30A48B2B88D0}" type="presOf" srcId="{DEA1CFF3-176B-4ADB-8230-56D02517F272}" destId="{00481836-AB48-4389-85A5-A38DD8657F1F}" srcOrd="0" destOrd="0" presId="urn:microsoft.com/office/officeart/2018/2/layout/IconVerticalSolidList"/>
    <dgm:cxn modelId="{B373B878-2328-4D6D-86E2-2448A5F53233}" srcId="{DEA1CFF3-176B-4ADB-8230-56D02517F272}" destId="{FD2DA7D3-F18C-4B32-8487-55A4C44B1961}" srcOrd="1" destOrd="0" parTransId="{F9CA9778-0CEA-4A41-865B-6922BEE26251}" sibTransId="{00FD5F95-6827-49DF-87A7-3DB0C7964F00}"/>
    <dgm:cxn modelId="{6F811D9A-415D-47AF-B287-8AF8C47FDE79}" srcId="{DEA1CFF3-176B-4ADB-8230-56D02517F272}" destId="{5558A83D-5C1B-430F-8A72-A579BB6F28B6}" srcOrd="2" destOrd="0" parTransId="{F9F63421-6C9B-4F76-A8B0-EBBE7C0B143C}" sibTransId="{64BBFF4A-5946-43D7-B045-B959AF271F3A}"/>
    <dgm:cxn modelId="{442EA5DB-7E1A-4646-8B1D-945AD24A23AD}" type="presOf" srcId="{5558A83D-5C1B-430F-8A72-A579BB6F28B6}" destId="{33F44AE2-6D6C-4AA9-8C4E-62D8E63CDCC0}" srcOrd="0" destOrd="0" presId="urn:microsoft.com/office/officeart/2018/2/layout/IconVerticalSolidList"/>
    <dgm:cxn modelId="{2DE8CF8B-EE8E-40C0-8BF9-34C727CD5FCF}" type="presParOf" srcId="{00481836-AB48-4389-85A5-A38DD8657F1F}" destId="{4DBD73FC-32A9-4024-84B9-3D94A802F34F}" srcOrd="0" destOrd="0" presId="urn:microsoft.com/office/officeart/2018/2/layout/IconVerticalSolidList"/>
    <dgm:cxn modelId="{46E89DB4-2333-48B4-8B7D-9511F8624012}" type="presParOf" srcId="{4DBD73FC-32A9-4024-84B9-3D94A802F34F}" destId="{841088A7-CE51-403C-8522-A192E6826D27}" srcOrd="0" destOrd="0" presId="urn:microsoft.com/office/officeart/2018/2/layout/IconVerticalSolidList"/>
    <dgm:cxn modelId="{F401D697-2CDE-4613-BF54-3A0BC547C233}" type="presParOf" srcId="{4DBD73FC-32A9-4024-84B9-3D94A802F34F}" destId="{81A383F6-8373-4DA6-86DA-32887A41C378}" srcOrd="1" destOrd="0" presId="urn:microsoft.com/office/officeart/2018/2/layout/IconVerticalSolidList"/>
    <dgm:cxn modelId="{AFBC7E20-4832-4EB4-B3B0-94EE4E32BED9}" type="presParOf" srcId="{4DBD73FC-32A9-4024-84B9-3D94A802F34F}" destId="{89A9B62F-DF34-4192-9AD3-3391DA1FBE78}" srcOrd="2" destOrd="0" presId="urn:microsoft.com/office/officeart/2018/2/layout/IconVerticalSolidList"/>
    <dgm:cxn modelId="{59040572-CEAB-4DA2-98B9-C09FCFF7FB68}" type="presParOf" srcId="{4DBD73FC-32A9-4024-84B9-3D94A802F34F}" destId="{97A380E7-4A81-4B0D-A861-1A000FE96BB8}" srcOrd="3" destOrd="0" presId="urn:microsoft.com/office/officeart/2018/2/layout/IconVerticalSolidList"/>
    <dgm:cxn modelId="{AB6EC405-673B-4C5E-88FF-214598E8B9F0}" type="presParOf" srcId="{00481836-AB48-4389-85A5-A38DD8657F1F}" destId="{DFA0F8FA-F894-4F20-9881-8A57085E56F6}" srcOrd="1" destOrd="0" presId="urn:microsoft.com/office/officeart/2018/2/layout/IconVerticalSolidList"/>
    <dgm:cxn modelId="{45276485-23D1-45F0-8BFF-D0FC83327480}" type="presParOf" srcId="{00481836-AB48-4389-85A5-A38DD8657F1F}" destId="{2A5B36C9-76D4-42A9-A30A-FB8575A768D8}" srcOrd="2" destOrd="0" presId="urn:microsoft.com/office/officeart/2018/2/layout/IconVerticalSolidList"/>
    <dgm:cxn modelId="{F672B166-1414-4958-918F-3E7791B0EC30}" type="presParOf" srcId="{2A5B36C9-76D4-42A9-A30A-FB8575A768D8}" destId="{052FF5B0-88F5-448C-AD53-4318C91BDE6C}" srcOrd="0" destOrd="0" presId="urn:microsoft.com/office/officeart/2018/2/layout/IconVerticalSolidList"/>
    <dgm:cxn modelId="{CEA947D2-7FBB-417D-A339-AC8CA2DAE21F}" type="presParOf" srcId="{2A5B36C9-76D4-42A9-A30A-FB8575A768D8}" destId="{B1B6AAA9-232C-4515-9A71-BBBE174396ED}" srcOrd="1" destOrd="0" presId="urn:microsoft.com/office/officeart/2018/2/layout/IconVerticalSolidList"/>
    <dgm:cxn modelId="{52DB1042-C14F-4F28-898F-1B9F8E060184}" type="presParOf" srcId="{2A5B36C9-76D4-42A9-A30A-FB8575A768D8}" destId="{906A1B3D-1C94-4964-8D62-4603E041B0AF}" srcOrd="2" destOrd="0" presId="urn:microsoft.com/office/officeart/2018/2/layout/IconVerticalSolidList"/>
    <dgm:cxn modelId="{9E8D2C30-1D7D-4325-B209-946B8CF4FEB9}" type="presParOf" srcId="{2A5B36C9-76D4-42A9-A30A-FB8575A768D8}" destId="{5DE59650-09F6-4CF5-AA9A-2DE7FB038708}" srcOrd="3" destOrd="0" presId="urn:microsoft.com/office/officeart/2018/2/layout/IconVerticalSolidList"/>
    <dgm:cxn modelId="{B0DD720F-E484-4D94-B8BA-70427BEC1826}" type="presParOf" srcId="{00481836-AB48-4389-85A5-A38DD8657F1F}" destId="{848EC14F-8FA4-493B-AD29-AA9E1758F5B1}" srcOrd="3" destOrd="0" presId="urn:microsoft.com/office/officeart/2018/2/layout/IconVerticalSolidList"/>
    <dgm:cxn modelId="{87BCFFB4-707D-4631-A365-ED226126DA13}" type="presParOf" srcId="{00481836-AB48-4389-85A5-A38DD8657F1F}" destId="{A3173113-70E5-4069-AAB6-9CE3AB76C3C8}" srcOrd="4" destOrd="0" presId="urn:microsoft.com/office/officeart/2018/2/layout/IconVerticalSolidList"/>
    <dgm:cxn modelId="{4369B551-918F-4567-AE01-2947989B6486}" type="presParOf" srcId="{A3173113-70E5-4069-AAB6-9CE3AB76C3C8}" destId="{4B1055D1-7560-40B4-95D5-9EA1A247D37F}" srcOrd="0" destOrd="0" presId="urn:microsoft.com/office/officeart/2018/2/layout/IconVerticalSolidList"/>
    <dgm:cxn modelId="{4A32FA82-4716-4901-9A39-B99434390EB2}" type="presParOf" srcId="{A3173113-70E5-4069-AAB6-9CE3AB76C3C8}" destId="{7C58EF9C-A6D7-476F-99F3-F24D3EF4DA1E}" srcOrd="1" destOrd="0" presId="urn:microsoft.com/office/officeart/2018/2/layout/IconVerticalSolidList"/>
    <dgm:cxn modelId="{D369BCAC-0054-4A25-92F3-69DDA37938DC}" type="presParOf" srcId="{A3173113-70E5-4069-AAB6-9CE3AB76C3C8}" destId="{5DD71BA2-10B5-4F0D-A7E2-4148FA56B9A3}" srcOrd="2" destOrd="0" presId="urn:microsoft.com/office/officeart/2018/2/layout/IconVerticalSolidList"/>
    <dgm:cxn modelId="{4F4110AB-0C28-4D0A-9553-71FBB191A756}" type="presParOf" srcId="{A3173113-70E5-4069-AAB6-9CE3AB76C3C8}" destId="{33F44AE2-6D6C-4AA9-8C4E-62D8E63CDCC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8A0EC3-9D57-4C97-B93B-1D916903B8E8}" type="doc">
      <dgm:prSet loTypeId="urn:microsoft.com/office/officeart/2005/8/layout/hProcess3" loCatId="process" qsTypeId="urn:microsoft.com/office/officeart/2005/8/quickstyle/simple1" qsCatId="simple" csTypeId="urn:microsoft.com/office/officeart/2005/8/colors/accent1_2" csCatId="accent1" phldr="1"/>
      <dgm:spPr/>
    </dgm:pt>
    <dgm:pt modelId="{B36F6A5D-929C-444D-AC91-638B5EB98A58}">
      <dgm:prSet phldrT="[Text]" phldr="0"/>
      <dgm:spPr/>
      <dgm:t>
        <a:bodyPr/>
        <a:lstStyle/>
        <a:p>
          <a:r>
            <a:rPr lang="en-US" dirty="0">
              <a:latin typeface="Neue Haas Grotesk Text Pro"/>
            </a:rPr>
            <a:t>Scaling</a:t>
          </a:r>
          <a:endParaRPr lang="en-US" dirty="0"/>
        </a:p>
      </dgm:t>
    </dgm:pt>
    <dgm:pt modelId="{9DB7ECD2-4800-4AAB-944A-13BADA0F5495}" type="parTrans" cxnId="{476AFE51-90DF-425D-95B3-25D73BE357D1}">
      <dgm:prSet/>
      <dgm:spPr/>
    </dgm:pt>
    <dgm:pt modelId="{ABCB375D-FF0B-4054-A220-2F61E4DC6A7D}" type="sibTrans" cxnId="{476AFE51-90DF-425D-95B3-25D73BE357D1}">
      <dgm:prSet/>
      <dgm:spPr/>
    </dgm:pt>
    <dgm:pt modelId="{92D37599-CE31-4263-A383-C17C1DFB6833}" type="pres">
      <dgm:prSet presAssocID="{228A0EC3-9D57-4C97-B93B-1D916903B8E8}" presName="Name0" presStyleCnt="0">
        <dgm:presLayoutVars>
          <dgm:dir/>
          <dgm:animLvl val="lvl"/>
          <dgm:resizeHandles val="exact"/>
        </dgm:presLayoutVars>
      </dgm:prSet>
      <dgm:spPr/>
    </dgm:pt>
    <dgm:pt modelId="{7F369E53-AF39-45F8-9A71-A16167CB2600}" type="pres">
      <dgm:prSet presAssocID="{228A0EC3-9D57-4C97-B93B-1D916903B8E8}" presName="dummy" presStyleCnt="0"/>
      <dgm:spPr/>
    </dgm:pt>
    <dgm:pt modelId="{5DCE226A-01E7-431F-9B30-B8B97DCA6277}" type="pres">
      <dgm:prSet presAssocID="{228A0EC3-9D57-4C97-B93B-1D916903B8E8}" presName="linH" presStyleCnt="0"/>
      <dgm:spPr/>
    </dgm:pt>
    <dgm:pt modelId="{499703B4-32D2-4795-94F6-8A74727BC7BD}" type="pres">
      <dgm:prSet presAssocID="{228A0EC3-9D57-4C97-B93B-1D916903B8E8}" presName="padding1" presStyleCnt="0"/>
      <dgm:spPr/>
    </dgm:pt>
    <dgm:pt modelId="{8E0C8C9A-7144-4D75-A417-8A2F9EE93E95}" type="pres">
      <dgm:prSet presAssocID="{B36F6A5D-929C-444D-AC91-638B5EB98A58}" presName="linV" presStyleCnt="0"/>
      <dgm:spPr/>
    </dgm:pt>
    <dgm:pt modelId="{E742FF64-330A-4BD3-883D-2656A20D61CA}" type="pres">
      <dgm:prSet presAssocID="{B36F6A5D-929C-444D-AC91-638B5EB98A58}" presName="spVertical1" presStyleCnt="0"/>
      <dgm:spPr/>
    </dgm:pt>
    <dgm:pt modelId="{4293CE4B-82C3-4553-840D-70849686441D}" type="pres">
      <dgm:prSet presAssocID="{B36F6A5D-929C-444D-AC91-638B5EB98A58}" presName="parTx" presStyleLbl="revTx" presStyleIdx="0" presStyleCnt="1">
        <dgm:presLayoutVars>
          <dgm:chMax val="0"/>
          <dgm:chPref val="0"/>
          <dgm:bulletEnabled val="1"/>
        </dgm:presLayoutVars>
      </dgm:prSet>
      <dgm:spPr/>
    </dgm:pt>
    <dgm:pt modelId="{904275EF-8E3A-45AE-B60F-6117349454ED}" type="pres">
      <dgm:prSet presAssocID="{B36F6A5D-929C-444D-AC91-638B5EB98A58}" presName="spVertical2" presStyleCnt="0"/>
      <dgm:spPr/>
    </dgm:pt>
    <dgm:pt modelId="{A0CE1857-CEF0-4BA3-AA07-2355CCD2CADA}" type="pres">
      <dgm:prSet presAssocID="{B36F6A5D-929C-444D-AC91-638B5EB98A58}" presName="spVertical3" presStyleCnt="0"/>
      <dgm:spPr/>
    </dgm:pt>
    <dgm:pt modelId="{E4B8A2D6-42F8-4D79-9208-A33668245059}" type="pres">
      <dgm:prSet presAssocID="{228A0EC3-9D57-4C97-B93B-1D916903B8E8}" presName="padding2" presStyleCnt="0"/>
      <dgm:spPr/>
    </dgm:pt>
    <dgm:pt modelId="{A3FDBA0A-B928-4B27-91A6-82B7DA222E35}" type="pres">
      <dgm:prSet presAssocID="{228A0EC3-9D57-4C97-B93B-1D916903B8E8}" presName="negArrow" presStyleCnt="0"/>
      <dgm:spPr/>
    </dgm:pt>
    <dgm:pt modelId="{2F459C94-E839-4623-A047-397FE84C0056}" type="pres">
      <dgm:prSet presAssocID="{228A0EC3-9D57-4C97-B93B-1D916903B8E8}" presName="backgroundArrow" presStyleLbl="node1" presStyleIdx="0" presStyleCnt="1"/>
      <dgm:spPr/>
    </dgm:pt>
  </dgm:ptLst>
  <dgm:cxnLst>
    <dgm:cxn modelId="{47BE2D4B-7F55-478B-894D-4470D29837B0}" type="presOf" srcId="{B36F6A5D-929C-444D-AC91-638B5EB98A58}" destId="{4293CE4B-82C3-4553-840D-70849686441D}" srcOrd="0" destOrd="0" presId="urn:microsoft.com/office/officeart/2005/8/layout/hProcess3"/>
    <dgm:cxn modelId="{F7FB1F6C-9359-4575-A1B7-ED60AD853EE1}" type="presOf" srcId="{228A0EC3-9D57-4C97-B93B-1D916903B8E8}" destId="{92D37599-CE31-4263-A383-C17C1DFB6833}" srcOrd="0" destOrd="0" presId="urn:microsoft.com/office/officeart/2005/8/layout/hProcess3"/>
    <dgm:cxn modelId="{476AFE51-90DF-425D-95B3-25D73BE357D1}" srcId="{228A0EC3-9D57-4C97-B93B-1D916903B8E8}" destId="{B36F6A5D-929C-444D-AC91-638B5EB98A58}" srcOrd="0" destOrd="0" parTransId="{9DB7ECD2-4800-4AAB-944A-13BADA0F5495}" sibTransId="{ABCB375D-FF0B-4054-A220-2F61E4DC6A7D}"/>
    <dgm:cxn modelId="{C06FE9F4-8DD7-4904-97EF-A0D0DA3CFF22}" type="presParOf" srcId="{92D37599-CE31-4263-A383-C17C1DFB6833}" destId="{7F369E53-AF39-45F8-9A71-A16167CB2600}" srcOrd="0" destOrd="0" presId="urn:microsoft.com/office/officeart/2005/8/layout/hProcess3"/>
    <dgm:cxn modelId="{51DDAA46-E182-48DC-ABFA-02BF21E7CF49}" type="presParOf" srcId="{92D37599-CE31-4263-A383-C17C1DFB6833}" destId="{5DCE226A-01E7-431F-9B30-B8B97DCA6277}" srcOrd="1" destOrd="0" presId="urn:microsoft.com/office/officeart/2005/8/layout/hProcess3"/>
    <dgm:cxn modelId="{40FF5073-80F0-47DA-BD28-67DF1E0B0363}" type="presParOf" srcId="{5DCE226A-01E7-431F-9B30-B8B97DCA6277}" destId="{499703B4-32D2-4795-94F6-8A74727BC7BD}" srcOrd="0" destOrd="0" presId="urn:microsoft.com/office/officeart/2005/8/layout/hProcess3"/>
    <dgm:cxn modelId="{89716C2E-AB0D-418B-9DF4-17511BF51283}" type="presParOf" srcId="{5DCE226A-01E7-431F-9B30-B8B97DCA6277}" destId="{8E0C8C9A-7144-4D75-A417-8A2F9EE93E95}" srcOrd="1" destOrd="0" presId="urn:microsoft.com/office/officeart/2005/8/layout/hProcess3"/>
    <dgm:cxn modelId="{CA8AF495-625E-4829-99F5-EE5862FAC029}" type="presParOf" srcId="{8E0C8C9A-7144-4D75-A417-8A2F9EE93E95}" destId="{E742FF64-330A-4BD3-883D-2656A20D61CA}" srcOrd="0" destOrd="0" presId="urn:microsoft.com/office/officeart/2005/8/layout/hProcess3"/>
    <dgm:cxn modelId="{168F265C-5BF3-424F-AEE8-8790BC0B3F7D}" type="presParOf" srcId="{8E0C8C9A-7144-4D75-A417-8A2F9EE93E95}" destId="{4293CE4B-82C3-4553-840D-70849686441D}" srcOrd="1" destOrd="0" presId="urn:microsoft.com/office/officeart/2005/8/layout/hProcess3"/>
    <dgm:cxn modelId="{77F64E94-1081-43D3-B09E-02AE5D8D625B}" type="presParOf" srcId="{8E0C8C9A-7144-4D75-A417-8A2F9EE93E95}" destId="{904275EF-8E3A-45AE-B60F-6117349454ED}" srcOrd="2" destOrd="0" presId="urn:microsoft.com/office/officeart/2005/8/layout/hProcess3"/>
    <dgm:cxn modelId="{C4A1E476-E259-4747-A0C0-0F39BA08D6D5}" type="presParOf" srcId="{8E0C8C9A-7144-4D75-A417-8A2F9EE93E95}" destId="{A0CE1857-CEF0-4BA3-AA07-2355CCD2CADA}" srcOrd="3" destOrd="0" presId="urn:microsoft.com/office/officeart/2005/8/layout/hProcess3"/>
    <dgm:cxn modelId="{1006C7AA-D90B-4265-BE8F-1638D6FB4E11}" type="presParOf" srcId="{5DCE226A-01E7-431F-9B30-B8B97DCA6277}" destId="{E4B8A2D6-42F8-4D79-9208-A33668245059}" srcOrd="2" destOrd="0" presId="urn:microsoft.com/office/officeart/2005/8/layout/hProcess3"/>
    <dgm:cxn modelId="{A7F5006C-ADAB-4B21-B5E4-E061A0863053}" type="presParOf" srcId="{5DCE226A-01E7-431F-9B30-B8B97DCA6277}" destId="{A3FDBA0A-B928-4B27-91A6-82B7DA222E35}" srcOrd="3" destOrd="0" presId="urn:microsoft.com/office/officeart/2005/8/layout/hProcess3"/>
    <dgm:cxn modelId="{416812E5-7F1B-468D-B0DF-6A15DB470113}" type="presParOf" srcId="{5DCE226A-01E7-431F-9B30-B8B97DCA6277}" destId="{2F459C94-E839-4623-A047-397FE84C0056}" srcOrd="4" destOrd="0" presId="urn:microsoft.com/office/officeart/2005/8/layout/h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1088A7-CE51-403C-8522-A192E6826D27}">
      <dsp:nvSpPr>
        <dsp:cNvPr id="0" name=""/>
        <dsp:cNvSpPr/>
      </dsp:nvSpPr>
      <dsp:spPr>
        <a:xfrm>
          <a:off x="0" y="485"/>
          <a:ext cx="11583988" cy="11350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A383F6-8373-4DA6-86DA-32887A41C378}">
      <dsp:nvSpPr>
        <dsp:cNvPr id="0" name=""/>
        <dsp:cNvSpPr/>
      </dsp:nvSpPr>
      <dsp:spPr>
        <a:xfrm>
          <a:off x="343341" y="255862"/>
          <a:ext cx="624256" cy="6242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A380E7-4A81-4B0D-A861-1A000FE96BB8}">
      <dsp:nvSpPr>
        <dsp:cNvPr id="0" name=""/>
        <dsp:cNvSpPr/>
      </dsp:nvSpPr>
      <dsp:spPr>
        <a:xfrm>
          <a:off x="1310938" y="485"/>
          <a:ext cx="10273049" cy="1135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22" tIns="120122" rIns="120122" bIns="120122" numCol="1" spcCol="1270" anchor="ctr" anchorCtr="0">
          <a:noAutofit/>
        </a:bodyPr>
        <a:lstStyle/>
        <a:p>
          <a:pPr marL="0" lvl="0" indent="0" algn="l" defTabSz="1111250" rtl="0">
            <a:lnSpc>
              <a:spcPct val="100000"/>
            </a:lnSpc>
            <a:spcBef>
              <a:spcPct val="0"/>
            </a:spcBef>
            <a:spcAft>
              <a:spcPct val="35000"/>
            </a:spcAft>
            <a:buNone/>
          </a:pPr>
          <a:r>
            <a:rPr lang="en-US" sz="2500" b="1" kern="1200" dirty="0">
              <a:latin typeface="Neue Haas Grotesk Text Pro"/>
            </a:rPr>
            <a:t>Capacity</a:t>
          </a:r>
          <a:r>
            <a:rPr lang="en-US" sz="2500" kern="1200" dirty="0">
              <a:latin typeface="Neue Haas Grotesk Text Pro"/>
            </a:rPr>
            <a:t> – Response time for individual requests is acceptable based on max throughput for a given workload. Linked to . . . </a:t>
          </a:r>
          <a:endParaRPr lang="en-US" sz="2500" kern="1200" dirty="0"/>
        </a:p>
      </dsp:txBody>
      <dsp:txXfrm>
        <a:off x="1310938" y="485"/>
        <a:ext cx="10273049" cy="1135011"/>
      </dsp:txXfrm>
    </dsp:sp>
    <dsp:sp modelId="{052FF5B0-88F5-448C-AD53-4318C91BDE6C}">
      <dsp:nvSpPr>
        <dsp:cNvPr id="0" name=""/>
        <dsp:cNvSpPr/>
      </dsp:nvSpPr>
      <dsp:spPr>
        <a:xfrm>
          <a:off x="0" y="1419250"/>
          <a:ext cx="11583988" cy="11350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B6AAA9-232C-4515-9A71-BBBE174396ED}">
      <dsp:nvSpPr>
        <dsp:cNvPr id="0" name=""/>
        <dsp:cNvSpPr/>
      </dsp:nvSpPr>
      <dsp:spPr>
        <a:xfrm>
          <a:off x="343341" y="1674627"/>
          <a:ext cx="624256" cy="6242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E59650-09F6-4CF5-AA9A-2DE7FB038708}">
      <dsp:nvSpPr>
        <dsp:cNvPr id="0" name=""/>
        <dsp:cNvSpPr/>
      </dsp:nvSpPr>
      <dsp:spPr>
        <a:xfrm>
          <a:off x="1310938" y="1419250"/>
          <a:ext cx="10273049" cy="1135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22" tIns="120122" rIns="120122" bIns="120122" numCol="1" spcCol="1270" anchor="ctr" anchorCtr="0">
          <a:noAutofit/>
        </a:bodyPr>
        <a:lstStyle/>
        <a:p>
          <a:pPr marL="0" lvl="0" indent="0" algn="l" defTabSz="1111250" rtl="0">
            <a:lnSpc>
              <a:spcPct val="100000"/>
            </a:lnSpc>
            <a:spcBef>
              <a:spcPct val="0"/>
            </a:spcBef>
            <a:spcAft>
              <a:spcPct val="35000"/>
            </a:spcAft>
            <a:buNone/>
          </a:pPr>
          <a:r>
            <a:rPr lang="en-US" sz="2500" b="1" kern="1200" dirty="0">
              <a:latin typeface="Neue Haas Grotesk Text Pro"/>
            </a:rPr>
            <a:t>Throughput</a:t>
          </a:r>
          <a:r>
            <a:rPr lang="en-US" sz="2500" kern="1200" dirty="0">
              <a:latin typeface="Neue Haas Grotesk Text Pro"/>
            </a:rPr>
            <a:t> - Number of transactions that are processed in a unit of time</a:t>
          </a:r>
          <a:endParaRPr lang="en-US" sz="2500" kern="1200" dirty="0"/>
        </a:p>
      </dsp:txBody>
      <dsp:txXfrm>
        <a:off x="1310938" y="1419250"/>
        <a:ext cx="10273049" cy="1135011"/>
      </dsp:txXfrm>
    </dsp:sp>
    <dsp:sp modelId="{4B1055D1-7560-40B4-95D5-9EA1A247D37F}">
      <dsp:nvSpPr>
        <dsp:cNvPr id="0" name=""/>
        <dsp:cNvSpPr/>
      </dsp:nvSpPr>
      <dsp:spPr>
        <a:xfrm>
          <a:off x="0" y="2838014"/>
          <a:ext cx="11583988" cy="11350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58EF9C-A6D7-476F-99F3-F24D3EF4DA1E}">
      <dsp:nvSpPr>
        <dsp:cNvPr id="0" name=""/>
        <dsp:cNvSpPr/>
      </dsp:nvSpPr>
      <dsp:spPr>
        <a:xfrm>
          <a:off x="343341" y="3093392"/>
          <a:ext cx="624256" cy="6242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F44AE2-6D6C-4AA9-8C4E-62D8E63CDCC0}">
      <dsp:nvSpPr>
        <dsp:cNvPr id="0" name=""/>
        <dsp:cNvSpPr/>
      </dsp:nvSpPr>
      <dsp:spPr>
        <a:xfrm>
          <a:off x="1310938" y="2838014"/>
          <a:ext cx="10273049" cy="1135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22" tIns="120122" rIns="120122" bIns="120122" numCol="1" spcCol="1270" anchor="ctr" anchorCtr="0">
          <a:noAutofit/>
        </a:bodyPr>
        <a:lstStyle/>
        <a:p>
          <a:pPr marL="0" lvl="0" indent="0" algn="l" defTabSz="1111250" rtl="0">
            <a:lnSpc>
              <a:spcPct val="100000"/>
            </a:lnSpc>
            <a:spcBef>
              <a:spcPct val="0"/>
            </a:spcBef>
            <a:spcAft>
              <a:spcPct val="35000"/>
            </a:spcAft>
            <a:buNone/>
          </a:pPr>
          <a:r>
            <a:rPr lang="en-US" sz="2500" b="1" kern="1200" dirty="0">
              <a:latin typeface="Neue Haas Grotesk Text Pro"/>
            </a:rPr>
            <a:t>Performance</a:t>
          </a:r>
          <a:r>
            <a:rPr lang="en-US" sz="2500" kern="1200" dirty="0">
              <a:latin typeface="Neue Haas Grotesk Text Pro"/>
            </a:rPr>
            <a:t> - How long does it take to process a single transaction. </a:t>
          </a:r>
          <a:endParaRPr lang="en-US" sz="2500" kern="1200" dirty="0"/>
        </a:p>
      </dsp:txBody>
      <dsp:txXfrm>
        <a:off x="1310938" y="2838014"/>
        <a:ext cx="10273049" cy="11350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59C94-E839-4623-A047-397FE84C0056}">
      <dsp:nvSpPr>
        <dsp:cNvPr id="0" name=""/>
        <dsp:cNvSpPr/>
      </dsp:nvSpPr>
      <dsp:spPr>
        <a:xfrm>
          <a:off x="0" y="6204"/>
          <a:ext cx="1954162" cy="1224000"/>
        </a:xfrm>
        <a:prstGeom prst="right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93CE4B-82C3-4553-840D-70849686441D}">
      <dsp:nvSpPr>
        <dsp:cNvPr id="0" name=""/>
        <dsp:cNvSpPr/>
      </dsp:nvSpPr>
      <dsp:spPr>
        <a:xfrm>
          <a:off x="157630" y="312204"/>
          <a:ext cx="1601115" cy="61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2720" rIns="0" bIns="17272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Neue Haas Grotesk Text Pro"/>
            </a:rPr>
            <a:t>Scaling</a:t>
          </a:r>
          <a:endParaRPr lang="en-US" sz="1700" kern="1200" dirty="0"/>
        </a:p>
      </dsp:txBody>
      <dsp:txXfrm>
        <a:off x="157630" y="312204"/>
        <a:ext cx="1601115" cy="612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76F12D-2985-47C3-A07C-9F03DD159D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F83A19-1DC2-46DB-B3A1-ECF7C417E9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9919E1-43AC-4CED-9500-DF4C100BDBF7}" type="datetimeFigureOut">
              <a:rPr lang="en-US" smtClean="0"/>
              <a:t>11/15/2025</a:t>
            </a:fld>
            <a:endParaRPr lang="en-US"/>
          </a:p>
        </p:txBody>
      </p:sp>
      <p:sp>
        <p:nvSpPr>
          <p:cNvPr id="4" name="Footer Placeholder 3">
            <a:extLst>
              <a:ext uri="{FF2B5EF4-FFF2-40B4-BE49-F238E27FC236}">
                <a16:creationId xmlns:a16="http://schemas.microsoft.com/office/drawing/2014/main" id="{6A3D6289-F1C3-4041-A186-E428808BD1C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17ECA2-D3CC-4290-9914-977FED6D365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0D98A85-43CB-4CDC-8FF1-647F52B29F1B}" type="slidenum">
              <a:rPr lang="en-US" smtClean="0"/>
              <a:t>‹#›</a:t>
            </a:fld>
            <a:endParaRPr lang="en-US"/>
          </a:p>
        </p:txBody>
      </p:sp>
    </p:spTree>
    <p:extLst>
      <p:ext uri="{BB962C8B-B14F-4D97-AF65-F5344CB8AC3E}">
        <p14:creationId xmlns:p14="http://schemas.microsoft.com/office/powerpoint/2010/main" val="2821091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B7A66-B7EB-42C9-B5DD-873741A09959}"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B4569-3B6E-468D-B981-DA515F47BCE4}" type="slidenum">
              <a:rPr lang="en-US" smtClean="0"/>
              <a:t>‹#›</a:t>
            </a:fld>
            <a:endParaRPr lang="en-US"/>
          </a:p>
        </p:txBody>
      </p:sp>
    </p:spTree>
    <p:extLst>
      <p:ext uri="{BB962C8B-B14F-4D97-AF65-F5344CB8AC3E}">
        <p14:creationId xmlns:p14="http://schemas.microsoft.com/office/powerpoint/2010/main" val="2338208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3B4569-3B6E-468D-B981-DA515F47BCE4}" type="slidenum">
              <a:rPr lang="en-US" smtClean="0"/>
              <a:t>1</a:t>
            </a:fld>
            <a:endParaRPr lang="en-US"/>
          </a:p>
        </p:txBody>
      </p:sp>
    </p:spTree>
    <p:extLst>
      <p:ext uri="{BB962C8B-B14F-4D97-AF65-F5344CB8AC3E}">
        <p14:creationId xmlns:p14="http://schemas.microsoft.com/office/powerpoint/2010/main" val="3406569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4ACBA-6B04-4FC7-BFFC-8F6A115D5B2D}"/>
              </a:ext>
            </a:extLst>
          </p:cNvPr>
          <p:cNvSpPr>
            <a:spLocks noGrp="1"/>
          </p:cNvSpPr>
          <p:nvPr>
            <p:ph type="ctrTitle"/>
          </p:nvPr>
        </p:nvSpPr>
        <p:spPr>
          <a:xfrm>
            <a:off x="1524000" y="1067386"/>
            <a:ext cx="9144000" cy="1266092"/>
          </a:xfrm>
        </p:spPr>
        <p:txBody>
          <a:bodyPr anchor="t"/>
          <a:lstStyle>
            <a:lvl1pPr algn="ctr">
              <a:defRPr sz="6000"/>
            </a:lvl1pPr>
          </a:lstStyle>
          <a:p>
            <a:r>
              <a:rPr lang="en-US"/>
              <a:t>Click to edit Master title style</a:t>
            </a:r>
            <a:endParaRPr lang="en-CA" dirty="0"/>
          </a:p>
        </p:txBody>
      </p:sp>
      <p:sp>
        <p:nvSpPr>
          <p:cNvPr id="3" name="Subtitle 2">
            <a:extLst>
              <a:ext uri="{FF2B5EF4-FFF2-40B4-BE49-F238E27FC236}">
                <a16:creationId xmlns:a16="http://schemas.microsoft.com/office/drawing/2014/main" id="{14AC46E8-003F-4C71-AD92-6210656ECE2B}"/>
              </a:ext>
            </a:extLst>
          </p:cNvPr>
          <p:cNvSpPr>
            <a:spLocks noGrp="1"/>
          </p:cNvSpPr>
          <p:nvPr>
            <p:ph type="subTitle" idx="1"/>
          </p:nvPr>
        </p:nvSpPr>
        <p:spPr>
          <a:xfrm>
            <a:off x="1524000" y="302877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Tree>
    <p:extLst>
      <p:ext uri="{BB962C8B-B14F-4D97-AF65-F5344CB8AC3E}">
        <p14:creationId xmlns:p14="http://schemas.microsoft.com/office/powerpoint/2010/main" val="1383383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1D92-C5DA-46C7-8E2D-7F4D9E365ED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69B72AA-D0E3-491E-B166-431B1923C8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5072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D22C1-4682-416A-B48B-83BC020ED997}"/>
              </a:ext>
            </a:extLst>
          </p:cNvPr>
          <p:cNvSpPr>
            <a:spLocks noGrp="1"/>
          </p:cNvSpPr>
          <p:nvPr>
            <p:ph type="title"/>
          </p:nvPr>
        </p:nvSpPr>
        <p:spPr>
          <a:xfrm>
            <a:off x="365760" y="353161"/>
            <a:ext cx="11405061" cy="989500"/>
          </a:xfrm>
        </p:spPr>
        <p:txBody>
          <a:bodyPr anchor="t"/>
          <a:lstStyle>
            <a:lvl1pPr>
              <a:defRPr sz="6000"/>
            </a:lvl1p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027D876B-000B-4EEB-BDAB-20770F6351D2}"/>
              </a:ext>
            </a:extLst>
          </p:cNvPr>
          <p:cNvSpPr>
            <a:spLocks noGrp="1"/>
          </p:cNvSpPr>
          <p:nvPr>
            <p:ph type="body" idx="1"/>
          </p:nvPr>
        </p:nvSpPr>
        <p:spPr>
          <a:xfrm>
            <a:off x="365760" y="1413240"/>
            <a:ext cx="11405062" cy="4031519"/>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14895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4B44-5D95-49B4-806A-12FB80B5B289}"/>
              </a:ext>
            </a:extLst>
          </p:cNvPr>
          <p:cNvSpPr>
            <a:spLocks noGrp="1"/>
          </p:cNvSpPr>
          <p:nvPr>
            <p:ph type="title"/>
          </p:nvPr>
        </p:nvSpPr>
        <p:spPr>
          <a:xfrm>
            <a:off x="322810" y="286945"/>
            <a:ext cx="10515600" cy="677481"/>
          </a:xfrm>
        </p:spPr>
        <p:txBody>
          <a:bodyPr anchor="t"/>
          <a:lstStyle/>
          <a:p>
            <a:r>
              <a:rPr lang="en-US"/>
              <a:t>Click to edit Master title style</a:t>
            </a:r>
            <a:endParaRPr lang="en-CA" dirty="0"/>
          </a:p>
        </p:txBody>
      </p:sp>
      <p:sp>
        <p:nvSpPr>
          <p:cNvPr id="3" name="Content Placeholder 2">
            <a:extLst>
              <a:ext uri="{FF2B5EF4-FFF2-40B4-BE49-F238E27FC236}">
                <a16:creationId xmlns:a16="http://schemas.microsoft.com/office/drawing/2014/main" id="{4F3E7D7E-14C5-43A1-B5D6-323C270FDEBC}"/>
              </a:ext>
            </a:extLst>
          </p:cNvPr>
          <p:cNvSpPr>
            <a:spLocks noGrp="1"/>
          </p:cNvSpPr>
          <p:nvPr>
            <p:ph sz="half" idx="1"/>
          </p:nvPr>
        </p:nvSpPr>
        <p:spPr>
          <a:xfrm>
            <a:off x="322810" y="1104952"/>
            <a:ext cx="5105401" cy="4114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0509D06-0F99-4D23-9547-48FE99123DF8}"/>
              </a:ext>
            </a:extLst>
          </p:cNvPr>
          <p:cNvSpPr>
            <a:spLocks noGrp="1"/>
          </p:cNvSpPr>
          <p:nvPr>
            <p:ph sz="half" idx="2"/>
          </p:nvPr>
        </p:nvSpPr>
        <p:spPr>
          <a:xfrm>
            <a:off x="5656810" y="1104952"/>
            <a:ext cx="6271954" cy="4114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0BECB31-263D-417D-8D59-90316746F4DF}"/>
              </a:ext>
            </a:extLst>
          </p:cNvPr>
          <p:cNvSpPr>
            <a:spLocks noGrp="1"/>
          </p:cNvSpPr>
          <p:nvPr>
            <p:ph type="dt" sz="half" idx="10"/>
          </p:nvPr>
        </p:nvSpPr>
        <p:spPr>
          <a:xfrm>
            <a:off x="322810" y="6205930"/>
            <a:ext cx="3320446" cy="365125"/>
          </a:xfrm>
          <a:prstGeom prst="rect">
            <a:avLst/>
          </a:prstGeom>
        </p:spPr>
        <p:txBody>
          <a:bodyPr/>
          <a:lstStyle/>
          <a:p>
            <a:fld id="{3739EF29-9BD1-4D4D-8E49-2C111C8A28AD}" type="datetimeFigureOut">
              <a:rPr lang="en-CA" smtClean="0"/>
              <a:t>2025-11-15</a:t>
            </a:fld>
            <a:endParaRPr lang="en-CA"/>
          </a:p>
        </p:txBody>
      </p:sp>
      <p:sp>
        <p:nvSpPr>
          <p:cNvPr id="6" name="Footer Placeholder 5">
            <a:extLst>
              <a:ext uri="{FF2B5EF4-FFF2-40B4-BE49-F238E27FC236}">
                <a16:creationId xmlns:a16="http://schemas.microsoft.com/office/drawing/2014/main" id="{68553520-22D2-4420-A1F6-6EA24125949B}"/>
              </a:ext>
            </a:extLst>
          </p:cNvPr>
          <p:cNvSpPr>
            <a:spLocks noGrp="1"/>
          </p:cNvSpPr>
          <p:nvPr>
            <p:ph type="ftr" sz="quarter" idx="11"/>
          </p:nvPr>
        </p:nvSpPr>
        <p:spPr>
          <a:xfrm>
            <a:off x="3233065" y="6205929"/>
            <a:ext cx="498067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F15F7600-32D0-40A2-BC11-A2F14C528872}"/>
              </a:ext>
            </a:extLst>
          </p:cNvPr>
          <p:cNvSpPr>
            <a:spLocks noGrp="1"/>
          </p:cNvSpPr>
          <p:nvPr>
            <p:ph type="sldNum" sz="quarter" idx="12"/>
          </p:nvPr>
        </p:nvSpPr>
        <p:spPr>
          <a:xfrm>
            <a:off x="7514918" y="6205928"/>
            <a:ext cx="3923517" cy="365125"/>
          </a:xfrm>
          <a:prstGeom prst="rect">
            <a:avLst/>
          </a:prstGeom>
        </p:spPr>
        <p:txBody>
          <a:bodyPr/>
          <a:lstStyle/>
          <a:p>
            <a:fld id="{2EAFB990-9518-4826-BD15-8257EAF7B383}" type="slidenum">
              <a:rPr lang="en-CA" smtClean="0"/>
              <a:t>‹#›</a:t>
            </a:fld>
            <a:endParaRPr lang="en-CA"/>
          </a:p>
        </p:txBody>
      </p:sp>
    </p:spTree>
    <p:extLst>
      <p:ext uri="{BB962C8B-B14F-4D97-AF65-F5344CB8AC3E}">
        <p14:creationId xmlns:p14="http://schemas.microsoft.com/office/powerpoint/2010/main" val="1531355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455D5-F001-47F7-8E2E-68D1FA42278E}"/>
              </a:ext>
            </a:extLst>
          </p:cNvPr>
          <p:cNvSpPr>
            <a:spLocks noGrp="1"/>
          </p:cNvSpPr>
          <p:nvPr>
            <p:ph type="title"/>
          </p:nvPr>
        </p:nvSpPr>
        <p:spPr>
          <a:xfrm>
            <a:off x="332712" y="124690"/>
            <a:ext cx="11452226" cy="781397"/>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B9B34E0-47DA-4EFB-80F1-CD5DD94A7A3C}"/>
              </a:ext>
            </a:extLst>
          </p:cNvPr>
          <p:cNvSpPr>
            <a:spLocks noGrp="1"/>
          </p:cNvSpPr>
          <p:nvPr>
            <p:ph type="body" idx="1"/>
          </p:nvPr>
        </p:nvSpPr>
        <p:spPr>
          <a:xfrm>
            <a:off x="332712" y="1083914"/>
            <a:ext cx="5935085" cy="60112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E1F744-3B20-475B-A0D0-A6C4463E1312}"/>
              </a:ext>
            </a:extLst>
          </p:cNvPr>
          <p:cNvSpPr>
            <a:spLocks noGrp="1"/>
          </p:cNvSpPr>
          <p:nvPr>
            <p:ph sz="half" idx="2"/>
          </p:nvPr>
        </p:nvSpPr>
        <p:spPr>
          <a:xfrm>
            <a:off x="332712" y="1685042"/>
            <a:ext cx="5935085" cy="36606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4">
            <a:extLst>
              <a:ext uri="{FF2B5EF4-FFF2-40B4-BE49-F238E27FC236}">
                <a16:creationId xmlns:a16="http://schemas.microsoft.com/office/drawing/2014/main" id="{800AECA0-0469-4E94-9E76-FFBDE84874AC}"/>
              </a:ext>
            </a:extLst>
          </p:cNvPr>
          <p:cNvSpPr>
            <a:spLocks noGrp="1"/>
          </p:cNvSpPr>
          <p:nvPr>
            <p:ph type="body" sz="quarter" idx="3"/>
          </p:nvPr>
        </p:nvSpPr>
        <p:spPr>
          <a:xfrm>
            <a:off x="6467301" y="1083914"/>
            <a:ext cx="5317637" cy="60112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1B269C-5422-45AA-A940-955BFBE6C370}"/>
              </a:ext>
            </a:extLst>
          </p:cNvPr>
          <p:cNvSpPr>
            <a:spLocks noGrp="1"/>
          </p:cNvSpPr>
          <p:nvPr>
            <p:ph sz="quarter" idx="4"/>
          </p:nvPr>
        </p:nvSpPr>
        <p:spPr>
          <a:xfrm>
            <a:off x="6467302" y="1685041"/>
            <a:ext cx="5317637" cy="36606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1047031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6D7A0-CCD6-461F-B721-0DB0CBDF477B}"/>
              </a:ext>
            </a:extLst>
          </p:cNvPr>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4083199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53B000-7533-42DA-9FDF-56373C8C5E70}"/>
              </a:ext>
            </a:extLst>
          </p:cNvPr>
          <p:cNvSpPr>
            <a:spLocks noGrp="1"/>
          </p:cNvSpPr>
          <p:nvPr>
            <p:ph type="dt" sz="half" idx="10"/>
          </p:nvPr>
        </p:nvSpPr>
        <p:spPr>
          <a:xfrm>
            <a:off x="838200" y="5266592"/>
            <a:ext cx="2743200" cy="365125"/>
          </a:xfrm>
          <a:prstGeom prst="rect">
            <a:avLst/>
          </a:prstGeom>
        </p:spPr>
        <p:txBody>
          <a:bodyPr/>
          <a:lstStyle/>
          <a:p>
            <a:fld id="{3739EF29-9BD1-4D4D-8E49-2C111C8A28AD}" type="datetimeFigureOut">
              <a:rPr lang="en-CA" smtClean="0"/>
              <a:t>2025-11-15</a:t>
            </a:fld>
            <a:endParaRPr lang="en-CA"/>
          </a:p>
        </p:txBody>
      </p:sp>
      <p:sp>
        <p:nvSpPr>
          <p:cNvPr id="3" name="Footer Placeholder 2">
            <a:extLst>
              <a:ext uri="{FF2B5EF4-FFF2-40B4-BE49-F238E27FC236}">
                <a16:creationId xmlns:a16="http://schemas.microsoft.com/office/drawing/2014/main" id="{49BB77BD-D63B-4689-84B0-AFF982ABE881}"/>
              </a:ext>
            </a:extLst>
          </p:cNvPr>
          <p:cNvSpPr>
            <a:spLocks noGrp="1"/>
          </p:cNvSpPr>
          <p:nvPr>
            <p:ph type="ftr" sz="quarter" idx="11"/>
          </p:nvPr>
        </p:nvSpPr>
        <p:spPr>
          <a:xfrm>
            <a:off x="3748454" y="5266591"/>
            <a:ext cx="4114800" cy="365125"/>
          </a:xfrm>
          <a:prstGeom prst="rect">
            <a:avLst/>
          </a:prstGeom>
        </p:spPr>
        <p:txBody>
          <a:bodyPr/>
          <a:lstStyle/>
          <a:p>
            <a:endParaRPr lang="en-CA"/>
          </a:p>
        </p:txBody>
      </p:sp>
      <p:sp>
        <p:nvSpPr>
          <p:cNvPr id="4" name="Slide Number Placeholder 3">
            <a:extLst>
              <a:ext uri="{FF2B5EF4-FFF2-40B4-BE49-F238E27FC236}">
                <a16:creationId xmlns:a16="http://schemas.microsoft.com/office/drawing/2014/main" id="{C3393C4E-AD0B-4E2F-9B63-571DE011A001}"/>
              </a:ext>
            </a:extLst>
          </p:cNvPr>
          <p:cNvSpPr>
            <a:spLocks noGrp="1"/>
          </p:cNvSpPr>
          <p:nvPr>
            <p:ph type="sldNum" sz="quarter" idx="12"/>
          </p:nvPr>
        </p:nvSpPr>
        <p:spPr>
          <a:xfrm>
            <a:off x="8030308" y="5266590"/>
            <a:ext cx="3241430" cy="365125"/>
          </a:xfrm>
          <a:prstGeom prst="rect">
            <a:avLst/>
          </a:prstGeom>
        </p:spPr>
        <p:txBody>
          <a:bodyPr/>
          <a:lstStyle/>
          <a:p>
            <a:fld id="{2EAFB990-9518-4826-BD15-8257EAF7B383}" type="slidenum">
              <a:rPr lang="en-CA" smtClean="0"/>
              <a:t>‹#›</a:t>
            </a:fld>
            <a:endParaRPr lang="en-CA"/>
          </a:p>
        </p:txBody>
      </p:sp>
    </p:spTree>
    <p:extLst>
      <p:ext uri="{BB962C8B-B14F-4D97-AF65-F5344CB8AC3E}">
        <p14:creationId xmlns:p14="http://schemas.microsoft.com/office/powerpoint/2010/main" val="552713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E65AB-8337-4564-BDAE-1376D11D27A4}"/>
              </a:ext>
            </a:extLst>
          </p:cNvPr>
          <p:cNvSpPr>
            <a:spLocks noGrp="1"/>
          </p:cNvSpPr>
          <p:nvPr>
            <p:ph type="title"/>
          </p:nvPr>
        </p:nvSpPr>
        <p:spPr>
          <a:xfrm>
            <a:off x="349337" y="157941"/>
            <a:ext cx="4223385"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434CC1D-CA7D-4997-99F6-2DA8E7102899}"/>
              </a:ext>
            </a:extLst>
          </p:cNvPr>
          <p:cNvSpPr>
            <a:spLocks noGrp="1"/>
          </p:cNvSpPr>
          <p:nvPr>
            <p:ph idx="1"/>
          </p:nvPr>
        </p:nvSpPr>
        <p:spPr>
          <a:xfrm>
            <a:off x="4692737" y="157941"/>
            <a:ext cx="7211088" cy="510833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1ABB99F-F911-4F8E-B037-8E4BC701C717}"/>
              </a:ext>
            </a:extLst>
          </p:cNvPr>
          <p:cNvSpPr>
            <a:spLocks noGrp="1"/>
          </p:cNvSpPr>
          <p:nvPr>
            <p:ph type="body" sz="half" idx="2"/>
          </p:nvPr>
        </p:nvSpPr>
        <p:spPr>
          <a:xfrm>
            <a:off x="349337" y="1758141"/>
            <a:ext cx="4223385" cy="35081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25008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77402-F12E-4068-B4DD-2E2703EF29AF}"/>
              </a:ext>
            </a:extLst>
          </p:cNvPr>
          <p:cNvSpPr>
            <a:spLocks noGrp="1"/>
          </p:cNvSpPr>
          <p:nvPr>
            <p:ph type="title"/>
          </p:nvPr>
        </p:nvSpPr>
        <p:spPr>
          <a:xfrm>
            <a:off x="831475" y="1537854"/>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887066BE-181C-4FDA-96F5-91F1AC5B5B47}"/>
              </a:ext>
            </a:extLst>
          </p:cNvPr>
          <p:cNvSpPr>
            <a:spLocks noGrp="1"/>
          </p:cNvSpPr>
          <p:nvPr>
            <p:ph type="pic" idx="1"/>
          </p:nvPr>
        </p:nvSpPr>
        <p:spPr>
          <a:xfrm>
            <a:off x="5174875" y="1537855"/>
            <a:ext cx="6172200" cy="512591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4" name="Text Placeholder 3">
            <a:extLst>
              <a:ext uri="{FF2B5EF4-FFF2-40B4-BE49-F238E27FC236}">
                <a16:creationId xmlns:a16="http://schemas.microsoft.com/office/drawing/2014/main" id="{B37A51D3-94E9-449E-A3CD-30D2BD4AC3D1}"/>
              </a:ext>
            </a:extLst>
          </p:cNvPr>
          <p:cNvSpPr>
            <a:spLocks noGrp="1"/>
          </p:cNvSpPr>
          <p:nvPr>
            <p:ph type="body" sz="half" idx="2"/>
          </p:nvPr>
        </p:nvSpPr>
        <p:spPr>
          <a:xfrm>
            <a:off x="831475" y="3138054"/>
            <a:ext cx="3932237" cy="352571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912822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F14E-7698-4F0B-8241-5623B196D629}"/>
              </a:ext>
            </a:extLst>
          </p:cNvPr>
          <p:cNvSpPr>
            <a:spLocks noGrp="1"/>
          </p:cNvSpPr>
          <p:nvPr>
            <p:ph type="title"/>
          </p:nvPr>
        </p:nvSpPr>
        <p:spPr>
          <a:xfrm>
            <a:off x="293716" y="265846"/>
            <a:ext cx="11604567" cy="969547"/>
          </a:xfrm>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63EB2C9-CAE4-4DEC-8404-E32882EF08AE}"/>
              </a:ext>
            </a:extLst>
          </p:cNvPr>
          <p:cNvSpPr>
            <a:spLocks noGrp="1"/>
          </p:cNvSpPr>
          <p:nvPr>
            <p:ph type="body" orient="vert" idx="1"/>
          </p:nvPr>
        </p:nvSpPr>
        <p:spPr>
          <a:xfrm>
            <a:off x="293715" y="1441938"/>
            <a:ext cx="11604567" cy="39741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27953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9DAFBC-2145-40B6-AD1D-FA248D535373}"/>
              </a:ext>
            </a:extLst>
          </p:cNvPr>
          <p:cNvSpPr>
            <a:spLocks noGrp="1"/>
          </p:cNvSpPr>
          <p:nvPr>
            <p:ph type="title" orient="vert"/>
          </p:nvPr>
        </p:nvSpPr>
        <p:spPr>
          <a:xfrm>
            <a:off x="9398230" y="99118"/>
            <a:ext cx="2628900" cy="5266590"/>
          </a:xfrm>
        </p:spPr>
        <p:txBody>
          <a:bodyPr vert="eaVert"/>
          <a:lstStyle/>
          <a:p>
            <a:r>
              <a:rPr lang="en-US"/>
              <a:t>Click to edit Master title style</a:t>
            </a:r>
            <a:endParaRPr lang="en-CA" dirty="0"/>
          </a:p>
        </p:txBody>
      </p:sp>
      <p:sp>
        <p:nvSpPr>
          <p:cNvPr id="3" name="Vertical Text Placeholder 2">
            <a:extLst>
              <a:ext uri="{FF2B5EF4-FFF2-40B4-BE49-F238E27FC236}">
                <a16:creationId xmlns:a16="http://schemas.microsoft.com/office/drawing/2014/main" id="{5C1693F9-293B-496D-BD0E-504D32640066}"/>
              </a:ext>
            </a:extLst>
          </p:cNvPr>
          <p:cNvSpPr>
            <a:spLocks noGrp="1"/>
          </p:cNvSpPr>
          <p:nvPr>
            <p:ph type="body" orient="vert" idx="1"/>
          </p:nvPr>
        </p:nvSpPr>
        <p:spPr>
          <a:xfrm>
            <a:off x="239683" y="99118"/>
            <a:ext cx="9062258" cy="5266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5466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277FE72-93F1-40D3-BBA6-DC9F92E3B698}"/>
              </a:ext>
            </a:extLst>
          </p:cNvPr>
          <p:cNvGrpSpPr/>
          <p:nvPr userDrawn="1"/>
        </p:nvGrpSpPr>
        <p:grpSpPr>
          <a:xfrm>
            <a:off x="0" y="5696160"/>
            <a:ext cx="12196233" cy="1292468"/>
            <a:chOff x="0" y="5565532"/>
            <a:chExt cx="12196233" cy="1292468"/>
          </a:xfrm>
        </p:grpSpPr>
        <p:sp>
          <p:nvSpPr>
            <p:cNvPr id="4" name="Rectangle 3">
              <a:extLst>
                <a:ext uri="{FF2B5EF4-FFF2-40B4-BE49-F238E27FC236}">
                  <a16:creationId xmlns:a16="http://schemas.microsoft.com/office/drawing/2014/main" id="{8549B9F9-2BC1-4A2D-AEBA-A10329F25B91}"/>
                </a:ext>
              </a:extLst>
            </p:cNvPr>
            <p:cNvSpPr/>
            <p:nvPr/>
          </p:nvSpPr>
          <p:spPr>
            <a:xfrm>
              <a:off x="0" y="5565532"/>
              <a:ext cx="12196233" cy="12924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pic>
          <p:nvPicPr>
            <p:cNvPr id="9" name="Picture 7" descr="Cnstga_vrt_CMYK_gld_wht_rev.eps">
              <a:extLst>
                <a:ext uri="{FF2B5EF4-FFF2-40B4-BE49-F238E27FC236}">
                  <a16:creationId xmlns:a16="http://schemas.microsoft.com/office/drawing/2014/main" id="{67E2E141-4F4F-4167-9AAC-12987D8F4291}"/>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61844" y="5644346"/>
              <a:ext cx="1516836" cy="11549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2" name="Title Placeholder 1">
            <a:extLst>
              <a:ext uri="{FF2B5EF4-FFF2-40B4-BE49-F238E27FC236}">
                <a16:creationId xmlns:a16="http://schemas.microsoft.com/office/drawing/2014/main" id="{3BCD99DD-8128-4693-A361-8AA6A0FC1879}"/>
              </a:ext>
            </a:extLst>
          </p:cNvPr>
          <p:cNvSpPr>
            <a:spLocks noGrp="1"/>
          </p:cNvSpPr>
          <p:nvPr>
            <p:ph type="title"/>
          </p:nvPr>
        </p:nvSpPr>
        <p:spPr>
          <a:xfrm>
            <a:off x="282632" y="265846"/>
            <a:ext cx="11584469" cy="969547"/>
          </a:xfrm>
          <a:prstGeom prst="rect">
            <a:avLst/>
          </a:prstGeom>
        </p:spPr>
        <p:txBody>
          <a:bodyPr vert="horz" lIns="91440" tIns="45720" rIns="91440" bIns="45720" rtlCol="0" anchor="ctr">
            <a:normAutofit/>
          </a:bodyPr>
          <a:lstStyle/>
          <a:p>
            <a:r>
              <a:rPr lang="en-US" dirty="0"/>
              <a:t>Click to edit Master title style</a:t>
            </a:r>
            <a:endParaRPr lang="en-CA" dirty="0"/>
          </a:p>
        </p:txBody>
      </p:sp>
      <p:sp>
        <p:nvSpPr>
          <p:cNvPr id="3" name="Text Placeholder 2">
            <a:extLst>
              <a:ext uri="{FF2B5EF4-FFF2-40B4-BE49-F238E27FC236}">
                <a16:creationId xmlns:a16="http://schemas.microsoft.com/office/drawing/2014/main" id="{B634A6A1-F6DF-4D59-981C-AD2CDA51EB3F}"/>
              </a:ext>
            </a:extLst>
          </p:cNvPr>
          <p:cNvSpPr>
            <a:spLocks noGrp="1"/>
          </p:cNvSpPr>
          <p:nvPr>
            <p:ph type="body" idx="1"/>
          </p:nvPr>
        </p:nvSpPr>
        <p:spPr>
          <a:xfrm>
            <a:off x="282633" y="1297103"/>
            <a:ext cx="11584470" cy="397412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5214791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000" b="1" kern="1200">
          <a:solidFill>
            <a:schemeClr val="tx1"/>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jpeg"/><Relationship Id="rId7" Type="http://schemas.openxmlformats.org/officeDocument/2006/relationships/diagramColors" Target="../diagrams/colors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2FD7-76EF-4EBF-8807-5A08A9C8EA09}"/>
              </a:ext>
            </a:extLst>
          </p:cNvPr>
          <p:cNvSpPr>
            <a:spLocks noGrp="1"/>
          </p:cNvSpPr>
          <p:nvPr>
            <p:ph type="ctrTitle"/>
          </p:nvPr>
        </p:nvSpPr>
        <p:spPr>
          <a:xfrm>
            <a:off x="1849771" y="1007195"/>
            <a:ext cx="8679915" cy="1909714"/>
          </a:xfrm>
        </p:spPr>
        <p:txBody>
          <a:bodyPr>
            <a:normAutofit fontScale="90000"/>
          </a:bodyPr>
          <a:lstStyle/>
          <a:p>
            <a:r>
              <a:rPr lang="en-US" dirty="0">
                <a:cs typeface="Calibri Light"/>
              </a:rPr>
              <a:t>Testing Nonfunctional Requirements</a:t>
            </a:r>
            <a:br>
              <a:rPr lang="en-US" dirty="0">
                <a:cs typeface="Calibri Light"/>
              </a:rPr>
            </a:br>
            <a:r>
              <a:rPr lang="en-US" dirty="0">
                <a:cs typeface="Calibri Light"/>
              </a:rPr>
              <a:t>– Review of Chapter 9</a:t>
            </a:r>
            <a:endParaRPr lang="en-US" dirty="0"/>
          </a:p>
        </p:txBody>
      </p:sp>
      <p:sp>
        <p:nvSpPr>
          <p:cNvPr id="3" name="Subtitle 2">
            <a:extLst>
              <a:ext uri="{FF2B5EF4-FFF2-40B4-BE49-F238E27FC236}">
                <a16:creationId xmlns:a16="http://schemas.microsoft.com/office/drawing/2014/main" id="{F4C8D8C1-1062-49B2-BB56-D9F8E5DA6EB6}"/>
              </a:ext>
            </a:extLst>
          </p:cNvPr>
          <p:cNvSpPr>
            <a:spLocks noGrp="1"/>
          </p:cNvSpPr>
          <p:nvPr>
            <p:ph type="subTitle" idx="1"/>
          </p:nvPr>
        </p:nvSpPr>
        <p:spPr>
          <a:xfrm>
            <a:off x="1759237" y="4099449"/>
            <a:ext cx="8684159" cy="1129404"/>
          </a:xfrm>
        </p:spPr>
        <p:txBody>
          <a:bodyPr vert="horz" lIns="91440" tIns="0" rIns="91440" bIns="45720" rtlCol="0" anchor="t">
            <a:normAutofit/>
          </a:bodyPr>
          <a:lstStyle/>
          <a:p>
            <a:r>
              <a:rPr lang="en-US" dirty="0"/>
              <a:t>CSCN73010 for Bachelor of Computer Science Degree</a:t>
            </a:r>
          </a:p>
        </p:txBody>
      </p:sp>
    </p:spTree>
    <p:extLst>
      <p:ext uri="{BB962C8B-B14F-4D97-AF65-F5344CB8AC3E}">
        <p14:creationId xmlns:p14="http://schemas.microsoft.com/office/powerpoint/2010/main" val="507349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282632" y="265846"/>
            <a:ext cx="11584469" cy="969547"/>
          </a:xfrm>
        </p:spPr>
        <p:txBody>
          <a:bodyPr>
            <a:normAutofit/>
          </a:bodyPr>
          <a:lstStyle/>
          <a:p>
            <a:r>
              <a:rPr lang="en-US" dirty="0"/>
              <a:t>Non-functional Requirements (NFR's)</a:t>
            </a:r>
            <a:endParaRPr lang="en-CA" dirty="0"/>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282633" y="1297103"/>
            <a:ext cx="11584470" cy="3974123"/>
          </a:xfrm>
        </p:spPr>
        <p:txBody>
          <a:bodyPr vert="horz" lIns="91440" tIns="45720" rIns="91440" bIns="45720" rtlCol="0" anchor="t">
            <a:normAutofit/>
          </a:bodyPr>
          <a:lstStyle/>
          <a:p>
            <a:r>
              <a:rPr lang="en-CA" dirty="0"/>
              <a:t>What exactly is a non-functional requirement?</a:t>
            </a:r>
          </a:p>
          <a:p>
            <a:r>
              <a:rPr lang="en-CA" dirty="0"/>
              <a:t>Functional vs. Non-functional can seem somewhat artificial</a:t>
            </a:r>
          </a:p>
          <a:p>
            <a:r>
              <a:rPr lang="en-CA" dirty="0"/>
              <a:t>Functional – very clear to see having a basis in coded 'functionality' or structural characteristics</a:t>
            </a:r>
          </a:p>
          <a:p>
            <a:r>
              <a:rPr lang="en-CA" dirty="0"/>
              <a:t>Non-functional – May be likened to 'system characteristics', which will include the impact of how the system is coded, along with the aggregate impact of external systems, multi-tiered architecture, network and OS dependencies, and so on.</a:t>
            </a:r>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4294967295"/>
          </p:nvPr>
        </p:nvSpPr>
        <p:spPr>
          <a:xfrm>
            <a:off x="94488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2</a:t>
            </a:fld>
            <a:endParaRPr lang="en-US" dirty="0"/>
          </a:p>
        </p:txBody>
      </p:sp>
    </p:spTree>
    <p:extLst>
      <p:ext uri="{BB962C8B-B14F-4D97-AF65-F5344CB8AC3E}">
        <p14:creationId xmlns:p14="http://schemas.microsoft.com/office/powerpoint/2010/main" val="177477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282632" y="265846"/>
            <a:ext cx="11584469" cy="969547"/>
          </a:xfrm>
        </p:spPr>
        <p:txBody>
          <a:bodyPr>
            <a:normAutofit/>
          </a:bodyPr>
          <a:lstStyle/>
          <a:p>
            <a:r>
              <a:rPr lang="en-US" dirty="0"/>
              <a:t>About Nonfunctional Requirements (NFR's)</a:t>
            </a:r>
            <a:endParaRPr lang="en-CA" dirty="0"/>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282633" y="1297103"/>
            <a:ext cx="11584470" cy="3974123"/>
          </a:xfrm>
        </p:spPr>
        <p:txBody>
          <a:bodyPr vert="horz" lIns="91440" tIns="45720" rIns="91440" bIns="45720" rtlCol="0" anchor="t">
            <a:normAutofit/>
          </a:bodyPr>
          <a:lstStyle/>
          <a:p>
            <a:r>
              <a:rPr lang="en-CA" dirty="0"/>
              <a:t>Functional requirements lead us to Verification – essentially the outcome that the coding met design specifications.</a:t>
            </a:r>
          </a:p>
          <a:p>
            <a:r>
              <a:rPr lang="en-CA" dirty="0"/>
              <a:t>Non-functional requirements are dependent on a built system as a starting point. The aim is to Validate that the solution will ultimately meet user and stakeholder requirements while in use.</a:t>
            </a:r>
          </a:p>
          <a:p>
            <a:r>
              <a:rPr lang="en-CA" dirty="0"/>
              <a:t>Functional req's can sometimes be met without compiling... Non-functional req's pretty much cannot be met without a built/live system to test</a:t>
            </a:r>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4294967295"/>
          </p:nvPr>
        </p:nvSpPr>
        <p:spPr>
          <a:xfrm>
            <a:off x="94488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3</a:t>
            </a:fld>
            <a:endParaRPr lang="en-US" dirty="0"/>
          </a:p>
        </p:txBody>
      </p:sp>
    </p:spTree>
    <p:extLst>
      <p:ext uri="{BB962C8B-B14F-4D97-AF65-F5344CB8AC3E}">
        <p14:creationId xmlns:p14="http://schemas.microsoft.com/office/powerpoint/2010/main" val="2641730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9A460-59A2-3BB1-FBA5-F1789C6D53C9}"/>
              </a:ext>
            </a:extLst>
          </p:cNvPr>
          <p:cNvSpPr>
            <a:spLocks noGrp="1"/>
          </p:cNvSpPr>
          <p:nvPr>
            <p:ph type="title"/>
          </p:nvPr>
        </p:nvSpPr>
        <p:spPr/>
        <p:txBody>
          <a:bodyPr/>
          <a:lstStyle/>
          <a:p>
            <a:r>
              <a:rPr lang="en-US" dirty="0"/>
              <a:t>NFRs Can Go Unnoticed</a:t>
            </a:r>
          </a:p>
        </p:txBody>
      </p:sp>
      <p:sp>
        <p:nvSpPr>
          <p:cNvPr id="8" name="Content Placeholder 7">
            <a:extLst>
              <a:ext uri="{FF2B5EF4-FFF2-40B4-BE49-F238E27FC236}">
                <a16:creationId xmlns:a16="http://schemas.microsoft.com/office/drawing/2014/main" id="{4BCB1C8C-B7CA-EBED-F80F-0FA6334CD73E}"/>
              </a:ext>
            </a:extLst>
          </p:cNvPr>
          <p:cNvSpPr>
            <a:spLocks noGrp="1"/>
          </p:cNvSpPr>
          <p:nvPr>
            <p:ph idx="1"/>
          </p:nvPr>
        </p:nvSpPr>
        <p:spPr/>
        <p:txBody>
          <a:bodyPr/>
          <a:lstStyle/>
          <a:p>
            <a:r>
              <a:rPr lang="en-US" dirty="0"/>
              <a:t>Non-functional Requirements are sometimes dropped off project plan or go unnoticed early on in project. </a:t>
            </a:r>
          </a:p>
          <a:p>
            <a:r>
              <a:rPr lang="en-US" dirty="0"/>
              <a:t>Discovering late in delivery process that there is a security problem, or a performance bottleneck would  delay a project or even get it cancelled. </a:t>
            </a:r>
          </a:p>
          <a:p>
            <a:r>
              <a:rPr lang="en-US" dirty="0"/>
              <a:t>Because architecture can’t be changed later in a delivery</a:t>
            </a:r>
          </a:p>
        </p:txBody>
      </p:sp>
    </p:spTree>
    <p:extLst>
      <p:ext uri="{BB962C8B-B14F-4D97-AF65-F5344CB8AC3E}">
        <p14:creationId xmlns:p14="http://schemas.microsoft.com/office/powerpoint/2010/main" val="319151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9A460-59A2-3BB1-FBA5-F1789C6D53C9}"/>
              </a:ext>
            </a:extLst>
          </p:cNvPr>
          <p:cNvSpPr>
            <a:spLocks noGrp="1"/>
          </p:cNvSpPr>
          <p:nvPr>
            <p:ph type="title"/>
          </p:nvPr>
        </p:nvSpPr>
        <p:spPr/>
        <p:txBody>
          <a:bodyPr/>
          <a:lstStyle/>
          <a:p>
            <a:r>
              <a:rPr lang="en-US" dirty="0"/>
              <a:t>Interaction between NFRs </a:t>
            </a:r>
          </a:p>
        </p:txBody>
      </p:sp>
      <p:sp>
        <p:nvSpPr>
          <p:cNvPr id="8" name="Content Placeholder 7">
            <a:extLst>
              <a:ext uri="{FF2B5EF4-FFF2-40B4-BE49-F238E27FC236}">
                <a16:creationId xmlns:a16="http://schemas.microsoft.com/office/drawing/2014/main" id="{4BCB1C8C-B7CA-EBED-F80F-0FA6334CD73E}"/>
              </a:ext>
            </a:extLst>
          </p:cNvPr>
          <p:cNvSpPr>
            <a:spLocks noGrp="1"/>
          </p:cNvSpPr>
          <p:nvPr>
            <p:ph idx="1"/>
          </p:nvPr>
        </p:nvSpPr>
        <p:spPr/>
        <p:txBody>
          <a:bodyPr/>
          <a:lstStyle/>
          <a:p>
            <a:r>
              <a:rPr lang="en-US" dirty="0"/>
              <a:t>NFRs interact with each other in an unhelpful matter. </a:t>
            </a:r>
          </a:p>
          <a:p>
            <a:r>
              <a:rPr lang="en-US" dirty="0"/>
              <a:t>Very secure systems often compromise on ease of use </a:t>
            </a:r>
          </a:p>
          <a:p>
            <a:r>
              <a:rPr lang="en-US" dirty="0"/>
              <a:t>Very flexible systems often compromise on performance</a:t>
            </a:r>
          </a:p>
          <a:p>
            <a:endParaRPr lang="en-US" dirty="0"/>
          </a:p>
          <a:p>
            <a:endParaRPr lang="en-US" dirty="0"/>
          </a:p>
        </p:txBody>
      </p:sp>
    </p:spTree>
    <p:extLst>
      <p:ext uri="{BB962C8B-B14F-4D97-AF65-F5344CB8AC3E}">
        <p14:creationId xmlns:p14="http://schemas.microsoft.com/office/powerpoint/2010/main" val="506016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65B8-D81E-A1FD-0F11-29279744247E}"/>
              </a:ext>
            </a:extLst>
          </p:cNvPr>
          <p:cNvSpPr>
            <a:spLocks noGrp="1"/>
          </p:cNvSpPr>
          <p:nvPr>
            <p:ph type="title"/>
          </p:nvPr>
        </p:nvSpPr>
        <p:spPr/>
        <p:txBody>
          <a:bodyPr/>
          <a:lstStyle/>
          <a:p>
            <a:r>
              <a:rPr lang="en-US" dirty="0">
                <a:cs typeface="Calibri Light"/>
              </a:rPr>
              <a:t>Assessing NFR's</a:t>
            </a:r>
          </a:p>
        </p:txBody>
      </p:sp>
      <p:sp>
        <p:nvSpPr>
          <p:cNvPr id="3" name="Text Placeholder 2">
            <a:extLst>
              <a:ext uri="{FF2B5EF4-FFF2-40B4-BE49-F238E27FC236}">
                <a16:creationId xmlns:a16="http://schemas.microsoft.com/office/drawing/2014/main" id="{9C44EA3A-4FC0-26F8-04DB-3710AD0DCDB0}"/>
              </a:ext>
            </a:extLst>
          </p:cNvPr>
          <p:cNvSpPr>
            <a:spLocks noGrp="1"/>
          </p:cNvSpPr>
          <p:nvPr>
            <p:ph type="body" idx="1"/>
          </p:nvPr>
        </p:nvSpPr>
        <p:spPr/>
        <p:txBody>
          <a:bodyPr/>
          <a:lstStyle/>
          <a:p>
            <a:r>
              <a:rPr lang="en-US" dirty="0"/>
              <a:t>What are the Limits? Measured how?</a:t>
            </a:r>
          </a:p>
        </p:txBody>
      </p:sp>
      <p:sp>
        <p:nvSpPr>
          <p:cNvPr id="4" name="Content Placeholder 3">
            <a:extLst>
              <a:ext uri="{FF2B5EF4-FFF2-40B4-BE49-F238E27FC236}">
                <a16:creationId xmlns:a16="http://schemas.microsoft.com/office/drawing/2014/main" id="{8CA29608-CD7B-E64B-9D21-99DE13767C4C}"/>
              </a:ext>
            </a:extLst>
          </p:cNvPr>
          <p:cNvSpPr>
            <a:spLocks noGrp="1"/>
          </p:cNvSpPr>
          <p:nvPr>
            <p:ph sz="half" idx="2"/>
          </p:nvPr>
        </p:nvSpPr>
        <p:spPr/>
        <p:txBody>
          <a:bodyPr vert="horz" lIns="91440" tIns="45720" rIns="91440" bIns="45720" rtlCol="0" anchor="t">
            <a:noAutofit/>
          </a:bodyPr>
          <a:lstStyle/>
          <a:p>
            <a:r>
              <a:rPr lang="en-US" sz="2400" dirty="0">
                <a:latin typeface="Neue Haas Grotesk Text Pro"/>
              </a:rPr>
              <a:t>Response time should be as fast as possible.</a:t>
            </a:r>
          </a:p>
          <a:p>
            <a:r>
              <a:rPr lang="en-US" sz="2400" dirty="0">
                <a:latin typeface="Neue Haas Grotesk Text Pro"/>
              </a:rPr>
              <a:t>Revised – All user interactions will take less than 2 seconds to respond.</a:t>
            </a:r>
          </a:p>
          <a:p>
            <a:endParaRPr lang="en-US" sz="1600" dirty="0">
              <a:latin typeface="Neue Haas Grotesk Text Pro"/>
            </a:endParaRPr>
          </a:p>
        </p:txBody>
      </p:sp>
      <p:sp>
        <p:nvSpPr>
          <p:cNvPr id="5" name="Text Placeholder 4">
            <a:extLst>
              <a:ext uri="{FF2B5EF4-FFF2-40B4-BE49-F238E27FC236}">
                <a16:creationId xmlns:a16="http://schemas.microsoft.com/office/drawing/2014/main" id="{817C7663-BC39-8EA7-ACDF-6FB741949DEC}"/>
              </a:ext>
            </a:extLst>
          </p:cNvPr>
          <p:cNvSpPr>
            <a:spLocks noGrp="1"/>
          </p:cNvSpPr>
          <p:nvPr>
            <p:ph type="body" sz="quarter" idx="3"/>
          </p:nvPr>
        </p:nvSpPr>
        <p:spPr/>
        <p:txBody>
          <a:bodyPr/>
          <a:lstStyle/>
          <a:p>
            <a:r>
              <a:rPr lang="en-US" dirty="0"/>
              <a:t>Details and more Details...</a:t>
            </a:r>
          </a:p>
        </p:txBody>
      </p:sp>
      <p:sp>
        <p:nvSpPr>
          <p:cNvPr id="6" name="Content Placeholder 5">
            <a:extLst>
              <a:ext uri="{FF2B5EF4-FFF2-40B4-BE49-F238E27FC236}">
                <a16:creationId xmlns:a16="http://schemas.microsoft.com/office/drawing/2014/main" id="{22F0562F-2239-EA49-7958-4244E2F22DB8}"/>
              </a:ext>
            </a:extLst>
          </p:cNvPr>
          <p:cNvSpPr>
            <a:spLocks noGrp="1"/>
          </p:cNvSpPr>
          <p:nvPr>
            <p:ph sz="quarter" idx="4"/>
          </p:nvPr>
        </p:nvSpPr>
        <p:spPr/>
        <p:txBody>
          <a:bodyPr vert="horz" lIns="91440" tIns="45720" rIns="91440" bIns="45720" rtlCol="0" anchor="t">
            <a:noAutofit/>
          </a:bodyPr>
          <a:lstStyle/>
          <a:p>
            <a:r>
              <a:rPr lang="en-US" sz="2400" dirty="0">
                <a:latin typeface="Neue Haas Grotesk Text Pro"/>
              </a:rPr>
              <a:t>When is an application performance goal a usability goal?</a:t>
            </a:r>
          </a:p>
          <a:p>
            <a:r>
              <a:rPr lang="en-US" sz="2400" dirty="0">
                <a:latin typeface="Neue Haas Grotesk Text Pro"/>
              </a:rPr>
              <a:t>Does the 2 second target mean 2 seconds to execute the process, or does it mean you can respond in 2 seconds or less with 'Please wait, loading...'</a:t>
            </a:r>
          </a:p>
          <a:p>
            <a:endParaRPr lang="en-US" dirty="0">
              <a:latin typeface="Neue Haas Grotesk Text Pro"/>
            </a:endParaRPr>
          </a:p>
        </p:txBody>
      </p:sp>
    </p:spTree>
    <p:extLst>
      <p:ext uri="{BB962C8B-B14F-4D97-AF65-F5344CB8AC3E}">
        <p14:creationId xmlns:p14="http://schemas.microsoft.com/office/powerpoint/2010/main" val="166205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CB651AF-0238-AE9D-427C-48B1471B50D8}"/>
              </a:ext>
            </a:extLst>
          </p:cNvPr>
          <p:cNvSpPr>
            <a:spLocks noGrp="1"/>
          </p:cNvSpPr>
          <p:nvPr>
            <p:ph type="title"/>
          </p:nvPr>
        </p:nvSpPr>
        <p:spPr/>
        <p:txBody>
          <a:bodyPr/>
          <a:lstStyle/>
          <a:p>
            <a:r>
              <a:rPr lang="en-US" dirty="0"/>
              <a:t>As soon as possible, most of the times, </a:t>
            </a:r>
            <a:r>
              <a:rPr lang="en-US" dirty="0" err="1"/>
              <a:t>etc</a:t>
            </a:r>
            <a:endParaRPr lang="en-US" dirty="0"/>
          </a:p>
        </p:txBody>
      </p:sp>
      <p:sp>
        <p:nvSpPr>
          <p:cNvPr id="8" name="Content Placeholder 7">
            <a:extLst>
              <a:ext uri="{FF2B5EF4-FFF2-40B4-BE49-F238E27FC236}">
                <a16:creationId xmlns:a16="http://schemas.microsoft.com/office/drawing/2014/main" id="{D5588E97-47B0-1B5D-891B-1B16F2BA0610}"/>
              </a:ext>
            </a:extLst>
          </p:cNvPr>
          <p:cNvSpPr>
            <a:spLocks noGrp="1"/>
          </p:cNvSpPr>
          <p:nvPr>
            <p:ph idx="1"/>
          </p:nvPr>
        </p:nvSpPr>
        <p:spPr/>
        <p:txBody>
          <a:bodyPr/>
          <a:lstStyle/>
          <a:p>
            <a:r>
              <a:rPr lang="en-US" dirty="0"/>
              <a:t>You have to be specific with your NFRs so you can test them ! </a:t>
            </a:r>
          </a:p>
          <a:p>
            <a:r>
              <a:rPr lang="en-US" dirty="0"/>
              <a:t>No cap on a word like “as soon as possible” </a:t>
            </a:r>
          </a:p>
          <a:p>
            <a:endParaRPr lang="en-US" dirty="0"/>
          </a:p>
        </p:txBody>
      </p:sp>
    </p:spTree>
    <p:extLst>
      <p:ext uri="{BB962C8B-B14F-4D97-AF65-F5344CB8AC3E}">
        <p14:creationId xmlns:p14="http://schemas.microsoft.com/office/powerpoint/2010/main" val="119342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B9FB-0E91-C3C1-29D3-91F8E3C21B26}"/>
              </a:ext>
            </a:extLst>
          </p:cNvPr>
          <p:cNvSpPr>
            <a:spLocks noGrp="1"/>
          </p:cNvSpPr>
          <p:nvPr>
            <p:ph type="title"/>
          </p:nvPr>
        </p:nvSpPr>
        <p:spPr>
          <a:xfrm>
            <a:off x="365760" y="353161"/>
            <a:ext cx="11405061" cy="989500"/>
          </a:xfrm>
        </p:spPr>
        <p:txBody>
          <a:bodyPr>
            <a:normAutofit fontScale="90000"/>
          </a:bodyPr>
          <a:lstStyle/>
          <a:p>
            <a:r>
              <a:rPr lang="en-US" dirty="0"/>
              <a:t>Capacity, Throughput, Performance</a:t>
            </a:r>
          </a:p>
        </p:txBody>
      </p:sp>
      <p:sp>
        <p:nvSpPr>
          <p:cNvPr id="3" name="Text Placeholder 2">
            <a:extLst>
              <a:ext uri="{FF2B5EF4-FFF2-40B4-BE49-F238E27FC236}">
                <a16:creationId xmlns:a16="http://schemas.microsoft.com/office/drawing/2014/main" id="{1BAF52F9-F610-69DF-772A-71CE5295D92D}"/>
              </a:ext>
            </a:extLst>
          </p:cNvPr>
          <p:cNvSpPr>
            <a:spLocks noGrp="1"/>
          </p:cNvSpPr>
          <p:nvPr>
            <p:ph type="body" idx="1"/>
          </p:nvPr>
        </p:nvSpPr>
        <p:spPr>
          <a:xfrm>
            <a:off x="365125" y="2181885"/>
            <a:ext cx="11406188" cy="3263240"/>
          </a:xfrm>
        </p:spPr>
        <p:txBody>
          <a:bodyPr vert="horz" lIns="91440" tIns="0" rIns="91440" bIns="45720" rtlCol="0" anchor="t">
            <a:normAutofit/>
          </a:bodyPr>
          <a:lstStyle/>
          <a:p>
            <a:r>
              <a:rPr lang="en-US" dirty="0"/>
              <a:t>Three elements of NFR testing</a:t>
            </a:r>
          </a:p>
        </p:txBody>
      </p:sp>
    </p:spTree>
    <p:extLst>
      <p:ext uri="{BB962C8B-B14F-4D97-AF65-F5344CB8AC3E}">
        <p14:creationId xmlns:p14="http://schemas.microsoft.com/office/powerpoint/2010/main" val="4262167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282632" y="265846"/>
            <a:ext cx="11584469" cy="969547"/>
          </a:xfrm>
        </p:spPr>
        <p:txBody>
          <a:bodyPr>
            <a:normAutofit/>
          </a:bodyPr>
          <a:lstStyle/>
          <a:p>
            <a:r>
              <a:rPr lang="en-US" dirty="0"/>
              <a:t>Terminology for NFR Testing</a:t>
            </a:r>
          </a:p>
        </p:txBody>
      </p:sp>
      <p:graphicFrame>
        <p:nvGraphicFramePr>
          <p:cNvPr id="6" name="Content Placeholder 2">
            <a:extLst>
              <a:ext uri="{FF2B5EF4-FFF2-40B4-BE49-F238E27FC236}">
                <a16:creationId xmlns:a16="http://schemas.microsoft.com/office/drawing/2014/main" id="{D9D39551-8E31-39F8-E8B2-E9F013CEC5A8}"/>
              </a:ext>
            </a:extLst>
          </p:cNvPr>
          <p:cNvGraphicFramePr>
            <a:graphicFrameLocks noGrp="1"/>
          </p:cNvGraphicFramePr>
          <p:nvPr>
            <p:ph idx="1"/>
            <p:extLst>
              <p:ext uri="{D42A27DB-BD31-4B8C-83A1-F6EECF244321}">
                <p14:modId xmlns:p14="http://schemas.microsoft.com/office/powerpoint/2010/main" val="3078091108"/>
              </p:ext>
            </p:extLst>
          </p:nvPr>
        </p:nvGraphicFramePr>
        <p:xfrm>
          <a:off x="282575" y="1296988"/>
          <a:ext cx="11583988" cy="3973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4294967295"/>
          </p:nvPr>
        </p:nvSpPr>
        <p:spPr>
          <a:xfrm>
            <a:off x="9448800" y="6356350"/>
            <a:ext cx="2743200" cy="365125"/>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fld id="{B2DC25EE-239B-4C5F-AAD1-255A7D5F1EE2}" type="slidenum">
              <a:rPr lang="en-US" smtClean="0"/>
              <a:pPr>
                <a:spcAft>
                  <a:spcPts val="600"/>
                </a:spcAft>
              </a:pPr>
              <a:t>9</a:t>
            </a:fld>
            <a:endParaRPr lang="en-US"/>
          </a:p>
        </p:txBody>
      </p:sp>
    </p:spTree>
    <p:extLst>
      <p:ext uri="{BB962C8B-B14F-4D97-AF65-F5344CB8AC3E}">
        <p14:creationId xmlns:p14="http://schemas.microsoft.com/office/powerpoint/2010/main" val="3585320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Measuring Capacity</a:t>
            </a:r>
            <a:endParaRPr lang="en-CA" dirty="0">
              <a:solidFill>
                <a:srgbClr val="FF0000"/>
              </a:solidFill>
            </a:endParaRP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1115568" y="1385874"/>
            <a:ext cx="10168128" cy="3694176"/>
          </a:xfrm>
        </p:spPr>
        <p:txBody>
          <a:bodyPr vert="horz" lIns="91440" tIns="45720" rIns="91440" bIns="45720" rtlCol="0" anchor="t">
            <a:normAutofit lnSpcReduction="10000"/>
          </a:bodyPr>
          <a:lstStyle/>
          <a:p>
            <a:r>
              <a:rPr lang="en-CA" b="1" dirty="0">
                <a:sym typeface="Wingdings" panose="05000000000000000000" pitchFamily="2" charset="2"/>
              </a:rPr>
              <a:t>Scalability testing.</a:t>
            </a:r>
            <a:r>
              <a:rPr lang="en-CA" dirty="0">
                <a:sym typeface="Wingdings" panose="05000000000000000000" pitchFamily="2" charset="2"/>
              </a:rPr>
              <a:t> How do the response time of an individual request and the number of possible simultaneous users change as we add more servers, services, or threads?</a:t>
            </a:r>
            <a:endParaRPr lang="en-US" dirty="0"/>
          </a:p>
          <a:p>
            <a:r>
              <a:rPr lang="en-CA" b="1" dirty="0"/>
              <a:t>Longevity testing.</a:t>
            </a:r>
            <a:r>
              <a:rPr lang="en-CA" dirty="0"/>
              <a:t> This involves running the system for a long time to see if the performance changes over a protracted period of operation. This type of testing can catch memory leaks or stability problems.</a:t>
            </a:r>
          </a:p>
          <a:p>
            <a:r>
              <a:rPr lang="en-CA" dirty="0"/>
              <a:t>(Humble &amp; Farley, 2011, p. 76)</a:t>
            </a:r>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10</a:t>
            </a:fld>
            <a:endParaRPr lang="en-US" dirty="0"/>
          </a:p>
        </p:txBody>
      </p:sp>
    </p:spTree>
    <p:extLst>
      <p:ext uri="{BB962C8B-B14F-4D97-AF65-F5344CB8AC3E}">
        <p14:creationId xmlns:p14="http://schemas.microsoft.com/office/powerpoint/2010/main" val="1050428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Measuring Capacity</a:t>
            </a:r>
            <a:endParaRPr lang="en-CA" dirty="0">
              <a:solidFill>
                <a:srgbClr val="FF0000"/>
              </a:solidFill>
            </a:endParaRP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1115568" y="1394928"/>
            <a:ext cx="10168128" cy="3694176"/>
          </a:xfrm>
        </p:spPr>
        <p:txBody>
          <a:bodyPr vert="horz" lIns="91440" tIns="45720" rIns="91440" bIns="45720" rtlCol="0" anchor="t">
            <a:normAutofit/>
          </a:bodyPr>
          <a:lstStyle/>
          <a:p>
            <a:r>
              <a:rPr lang="en-CA" b="1" dirty="0">
                <a:ea typeface="+mn-lt"/>
                <a:cs typeface="+mn-lt"/>
                <a:sym typeface="Wingdings" panose="05000000000000000000" pitchFamily="2" charset="2"/>
              </a:rPr>
              <a:t>Throughput testing.</a:t>
            </a:r>
            <a:r>
              <a:rPr lang="en-CA" dirty="0">
                <a:ea typeface="+mn-lt"/>
                <a:cs typeface="+mn-lt"/>
                <a:sym typeface="Wingdings" panose="05000000000000000000" pitchFamily="2" charset="2"/>
              </a:rPr>
              <a:t> How many transactions, or messages, or page hits per second can the system handle</a:t>
            </a:r>
            <a:endParaRPr lang="en-US" dirty="0"/>
          </a:p>
          <a:p>
            <a:r>
              <a:rPr lang="en-CA" b="1" dirty="0"/>
              <a:t>Load testing</a:t>
            </a:r>
            <a:r>
              <a:rPr lang="en-CA" dirty="0"/>
              <a:t>. What happens to capacity when the load on the application increases to production-like proportions and beyond? This is perhaps the most common class of capacity testing..</a:t>
            </a:r>
          </a:p>
          <a:p>
            <a:r>
              <a:rPr lang="en-CA" dirty="0"/>
              <a:t>(Humble &amp; Farley, 2011, p. 76)</a:t>
            </a:r>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11</a:t>
            </a:fld>
            <a:endParaRPr lang="en-US" dirty="0"/>
          </a:p>
        </p:txBody>
      </p:sp>
    </p:spTree>
    <p:extLst>
      <p:ext uri="{BB962C8B-B14F-4D97-AF65-F5344CB8AC3E}">
        <p14:creationId xmlns:p14="http://schemas.microsoft.com/office/powerpoint/2010/main" val="2952561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15417-3E75-8D7B-CC82-1284BF0E5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A3A07-7D21-4B1E-0050-A69FA3B08459}"/>
              </a:ext>
            </a:extLst>
          </p:cNvPr>
          <p:cNvSpPr>
            <a:spLocks noGrp="1"/>
          </p:cNvSpPr>
          <p:nvPr>
            <p:ph type="title"/>
          </p:nvPr>
        </p:nvSpPr>
        <p:spPr/>
        <p:txBody>
          <a:bodyPr>
            <a:normAutofit/>
          </a:bodyPr>
          <a:lstStyle/>
          <a:p>
            <a:r>
              <a:rPr lang="en-US" dirty="0">
                <a:solidFill>
                  <a:srgbClr val="FF0000"/>
                </a:solidFill>
              </a:rPr>
              <a:t>Activity: </a:t>
            </a:r>
            <a:endParaRPr lang="en-CA" dirty="0">
              <a:solidFill>
                <a:srgbClr val="FF0000"/>
              </a:solidFill>
            </a:endParaRPr>
          </a:p>
        </p:txBody>
      </p:sp>
      <p:sp>
        <p:nvSpPr>
          <p:cNvPr id="3" name="Content Placeholder 2">
            <a:extLst>
              <a:ext uri="{FF2B5EF4-FFF2-40B4-BE49-F238E27FC236}">
                <a16:creationId xmlns:a16="http://schemas.microsoft.com/office/drawing/2014/main" id="{CBC0FE20-3346-DEFF-1183-55C118D76142}"/>
              </a:ext>
            </a:extLst>
          </p:cNvPr>
          <p:cNvSpPr>
            <a:spLocks noGrp="1"/>
          </p:cNvSpPr>
          <p:nvPr>
            <p:ph idx="1"/>
          </p:nvPr>
        </p:nvSpPr>
        <p:spPr>
          <a:xfrm>
            <a:off x="1115568" y="1394928"/>
            <a:ext cx="10168128" cy="3694176"/>
          </a:xfrm>
        </p:spPr>
        <p:txBody>
          <a:bodyPr vert="horz" lIns="91440" tIns="45720" rIns="91440" bIns="45720" rtlCol="0" anchor="t">
            <a:normAutofit/>
          </a:bodyPr>
          <a:lstStyle/>
          <a:p>
            <a:r>
              <a:rPr lang="en-CA" dirty="0"/>
              <a:t>You are part of a new startup that is developing a music streaming application.  </a:t>
            </a:r>
          </a:p>
          <a:p>
            <a:r>
              <a:rPr lang="en-CA" dirty="0"/>
              <a:t>Review the HP5 Studio activity provided on </a:t>
            </a:r>
            <a:r>
              <a:rPr lang="en-CA" dirty="0" err="1"/>
              <a:t>eConestoga</a:t>
            </a:r>
            <a:r>
              <a:rPr lang="en-CA" dirty="0"/>
              <a:t> to separate out the functional from the non-functional requirements for the product.</a:t>
            </a:r>
          </a:p>
        </p:txBody>
      </p:sp>
      <p:sp>
        <p:nvSpPr>
          <p:cNvPr id="4" name="Slide Number Placeholder 3">
            <a:extLst>
              <a:ext uri="{FF2B5EF4-FFF2-40B4-BE49-F238E27FC236}">
                <a16:creationId xmlns:a16="http://schemas.microsoft.com/office/drawing/2014/main" id="{1F0B86AB-1628-DA27-9C29-870C03ABAE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12</a:t>
            </a:fld>
            <a:endParaRPr lang="en-US" dirty="0"/>
          </a:p>
        </p:txBody>
      </p:sp>
    </p:spTree>
    <p:extLst>
      <p:ext uri="{BB962C8B-B14F-4D97-AF65-F5344CB8AC3E}">
        <p14:creationId xmlns:p14="http://schemas.microsoft.com/office/powerpoint/2010/main" val="36228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411480" y="987552"/>
            <a:ext cx="4485861" cy="1088136"/>
          </a:xfrm>
        </p:spPr>
        <p:txBody>
          <a:bodyPr anchor="b">
            <a:normAutofit/>
          </a:bodyPr>
          <a:lstStyle/>
          <a:p>
            <a:r>
              <a:rPr lang="en-US" sz="3400"/>
              <a:t>What is success in a NFR test?</a:t>
            </a:r>
            <a:endParaRPr lang="en-CA" sz="3400"/>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411480" y="2371465"/>
            <a:ext cx="4498848" cy="3584448"/>
          </a:xfrm>
        </p:spPr>
        <p:txBody>
          <a:bodyPr vert="horz" lIns="91440" tIns="45720" rIns="91440" bIns="45720" rtlCol="0" anchor="t">
            <a:normAutofit/>
          </a:bodyPr>
          <a:lstStyle/>
          <a:p>
            <a:r>
              <a:rPr lang="en-CA" sz="1700" dirty="0"/>
              <a:t>Challenge – Test environments are often just a simulation of production; thus how far can you extend results from testing and hold that they will apply in production?</a:t>
            </a:r>
          </a:p>
          <a:p>
            <a:r>
              <a:rPr lang="en-CA" sz="1700" dirty="0"/>
              <a:t>Challenge – Some production environments are too small, or perhaps too massively expensive to replicate on a 1:1 scale.</a:t>
            </a:r>
          </a:p>
          <a:p>
            <a:r>
              <a:rPr lang="en-CA" sz="1700" dirty="0"/>
              <a:t>(Right - an old way of testing a helmet's protective capacity)</a:t>
            </a:r>
          </a:p>
          <a:p>
            <a:pPr marL="0" indent="0">
              <a:buNone/>
            </a:pPr>
            <a:endParaRPr lang="en-CA" sz="1700" dirty="0"/>
          </a:p>
        </p:txBody>
      </p:sp>
      <p:pic>
        <p:nvPicPr>
          <p:cNvPr id="5" name="Picture 5" descr="A picture containing outdoor, person&#10;&#10;Description automatically generated">
            <a:extLst>
              <a:ext uri="{FF2B5EF4-FFF2-40B4-BE49-F238E27FC236}">
                <a16:creationId xmlns:a16="http://schemas.microsoft.com/office/drawing/2014/main" id="{4DF2F150-6801-0BAB-E6C5-A4F586CE0B40}"/>
              </a:ext>
            </a:extLst>
          </p:cNvPr>
          <p:cNvPicPr>
            <a:picLocks noChangeAspect="1"/>
          </p:cNvPicPr>
          <p:nvPr/>
        </p:nvPicPr>
        <p:blipFill rotWithShape="1">
          <a:blip r:embed="rId2"/>
          <a:srcRect r="16687" b="2"/>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fld id="{B2DC25EE-239B-4C5F-AAD1-255A7D5F1EE2}" type="slidenum">
              <a:rPr lang="en-US" smtClean="0"/>
              <a:pPr>
                <a:spcAft>
                  <a:spcPts val="600"/>
                </a:spcAft>
              </a:pPr>
              <a:t>13</a:t>
            </a:fld>
            <a:endParaRPr lang="en-US">
              <a:solidFill>
                <a:srgbClr val="FFFFFF"/>
              </a:solidFill>
            </a:endParaRPr>
          </a:p>
        </p:txBody>
      </p:sp>
    </p:spTree>
    <p:extLst>
      <p:ext uri="{BB962C8B-B14F-4D97-AF65-F5344CB8AC3E}">
        <p14:creationId xmlns:p14="http://schemas.microsoft.com/office/powerpoint/2010/main" val="2698832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Developing success measures</a:t>
            </a:r>
            <a:endParaRPr lang="en-CA" dirty="0">
              <a:solidFill>
                <a:srgbClr val="FF0000"/>
              </a:solidFill>
            </a:endParaRP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440436" y="1452864"/>
            <a:ext cx="11311127" cy="3952272"/>
          </a:xfrm>
        </p:spPr>
        <p:txBody>
          <a:bodyPr vert="horz" lIns="91440" tIns="45720" rIns="91440" bIns="45720" rtlCol="0" anchor="t">
            <a:normAutofit lnSpcReduction="10000"/>
          </a:bodyPr>
          <a:lstStyle/>
          <a:p>
            <a:r>
              <a:rPr lang="en-CA" b="1" dirty="0"/>
              <a:t>Baseline everything</a:t>
            </a:r>
            <a:r>
              <a:rPr lang="en-CA" dirty="0"/>
              <a:t> - If you hope to be able to make inferences about capacity/throughput/performance you must know where we're starting to measure from, e.g. the original baseline performance. The creation of valuable quality test records is a good benefit of testing against baseline measures</a:t>
            </a:r>
          </a:p>
          <a:p>
            <a:r>
              <a:rPr lang="en-CA" b="1" dirty="0"/>
              <a:t>Beware of scaling</a:t>
            </a:r>
            <a:r>
              <a:rPr lang="en-CA" dirty="0"/>
              <a:t> - It is a good strategy to develop a scaled approach to the test environment, but it is often rare to see test results scale 'perfectly' to production. Operational monitoring is critical in efforts to understand as much as possible about how the application works in production.</a:t>
            </a:r>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14</a:t>
            </a:fld>
            <a:endParaRPr lang="en-US" dirty="0"/>
          </a:p>
        </p:txBody>
      </p:sp>
    </p:spTree>
    <p:extLst>
      <p:ext uri="{BB962C8B-B14F-4D97-AF65-F5344CB8AC3E}">
        <p14:creationId xmlns:p14="http://schemas.microsoft.com/office/powerpoint/2010/main" val="105712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187287" y="128426"/>
            <a:ext cx="11584469" cy="969547"/>
          </a:xfrm>
        </p:spPr>
        <p:txBody>
          <a:bodyPr>
            <a:normAutofit/>
          </a:bodyPr>
          <a:lstStyle/>
          <a:p>
            <a:r>
              <a:rPr lang="en-US" dirty="0">
                <a:solidFill>
                  <a:srgbClr val="FF0000"/>
                </a:solidFill>
              </a:rPr>
              <a:t>Scaling the test environment</a:t>
            </a:r>
            <a:endParaRPr lang="en-CA" dirty="0">
              <a:solidFill>
                <a:srgbClr val="FF0000"/>
              </a:solidFill>
            </a:endParaRPr>
          </a:p>
        </p:txBody>
      </p:sp>
      <p:pic>
        <p:nvPicPr>
          <p:cNvPr id="5" name="Picture 5" descr="Diagram&#10;&#10;Description automatically generated">
            <a:extLst>
              <a:ext uri="{FF2B5EF4-FFF2-40B4-BE49-F238E27FC236}">
                <a16:creationId xmlns:a16="http://schemas.microsoft.com/office/drawing/2014/main" id="{04A2FA14-E269-7AA9-0734-09FA0AC8676A}"/>
              </a:ext>
            </a:extLst>
          </p:cNvPr>
          <p:cNvPicPr>
            <a:picLocks noGrp="1" noChangeAspect="1"/>
          </p:cNvPicPr>
          <p:nvPr>
            <p:ph idx="1"/>
          </p:nvPr>
        </p:nvPicPr>
        <p:blipFill>
          <a:blip r:embed="rId2"/>
          <a:stretch>
            <a:fillRect/>
          </a:stretch>
        </p:blipFill>
        <p:spPr>
          <a:xfrm>
            <a:off x="187287" y="1158584"/>
            <a:ext cx="6173872" cy="4540832"/>
          </a:xfrm>
        </p:spPr>
      </p:pic>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15</a:t>
            </a:fld>
            <a:endParaRPr lang="en-US" dirty="0"/>
          </a:p>
        </p:txBody>
      </p:sp>
      <p:pic>
        <p:nvPicPr>
          <p:cNvPr id="6" name="Picture 6" descr="Diagram&#10;&#10;Description automatically generated">
            <a:extLst>
              <a:ext uri="{FF2B5EF4-FFF2-40B4-BE49-F238E27FC236}">
                <a16:creationId xmlns:a16="http://schemas.microsoft.com/office/drawing/2014/main" id="{43831FAF-3282-1F7A-11B4-44DC88851647}"/>
              </a:ext>
            </a:extLst>
          </p:cNvPr>
          <p:cNvPicPr>
            <a:picLocks noChangeAspect="1"/>
          </p:cNvPicPr>
          <p:nvPr/>
        </p:nvPicPr>
        <p:blipFill>
          <a:blip r:embed="rId3"/>
          <a:stretch>
            <a:fillRect/>
          </a:stretch>
        </p:blipFill>
        <p:spPr>
          <a:xfrm>
            <a:off x="8756035" y="978625"/>
            <a:ext cx="2901499" cy="4694116"/>
          </a:xfrm>
          <a:prstGeom prst="rect">
            <a:avLst/>
          </a:prstGeom>
        </p:spPr>
      </p:pic>
      <p:sp>
        <p:nvSpPr>
          <p:cNvPr id="7" name="TextBox 6">
            <a:extLst>
              <a:ext uri="{FF2B5EF4-FFF2-40B4-BE49-F238E27FC236}">
                <a16:creationId xmlns:a16="http://schemas.microsoft.com/office/drawing/2014/main" id="{BBA95A43-A8BA-0ACE-C73B-9B640FF9371E}"/>
              </a:ext>
            </a:extLst>
          </p:cNvPr>
          <p:cNvSpPr txBox="1"/>
          <p:nvPr/>
        </p:nvSpPr>
        <p:spPr>
          <a:xfrm>
            <a:off x="510048" y="6360242"/>
            <a:ext cx="104959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From Fig. 9.2 - Production Environment (left) scaled to a representative Test Environment (right)</a:t>
            </a:r>
          </a:p>
        </p:txBody>
      </p:sp>
      <p:graphicFrame>
        <p:nvGraphicFramePr>
          <p:cNvPr id="8" name="Diagram 8">
            <a:extLst>
              <a:ext uri="{FF2B5EF4-FFF2-40B4-BE49-F238E27FC236}">
                <a16:creationId xmlns:a16="http://schemas.microsoft.com/office/drawing/2014/main" id="{B5A542E2-5E9B-036C-6B2A-87E251746E27}"/>
              </a:ext>
            </a:extLst>
          </p:cNvPr>
          <p:cNvGraphicFramePr/>
          <p:nvPr>
            <p:extLst>
              <p:ext uri="{D42A27DB-BD31-4B8C-83A1-F6EECF244321}">
                <p14:modId xmlns:p14="http://schemas.microsoft.com/office/powerpoint/2010/main" val="1823851033"/>
              </p:ext>
            </p:extLst>
          </p:nvPr>
        </p:nvGraphicFramePr>
        <p:xfrm>
          <a:off x="6605720" y="2553852"/>
          <a:ext cx="1954162" cy="12364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47180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E3DC-706A-08ED-4918-ED179AAAEE8D}"/>
              </a:ext>
            </a:extLst>
          </p:cNvPr>
          <p:cNvSpPr>
            <a:spLocks noGrp="1"/>
          </p:cNvSpPr>
          <p:nvPr>
            <p:ph type="title"/>
          </p:nvPr>
        </p:nvSpPr>
        <p:spPr/>
        <p:txBody>
          <a:bodyPr/>
          <a:lstStyle/>
          <a:p>
            <a:r>
              <a:rPr lang="en-US" dirty="0"/>
              <a:t>Automating Capacity Testing</a:t>
            </a:r>
          </a:p>
        </p:txBody>
      </p:sp>
      <p:sp>
        <p:nvSpPr>
          <p:cNvPr id="3" name="Content Placeholder 2">
            <a:extLst>
              <a:ext uri="{FF2B5EF4-FFF2-40B4-BE49-F238E27FC236}">
                <a16:creationId xmlns:a16="http://schemas.microsoft.com/office/drawing/2014/main" id="{350BF667-EA26-FD27-54EF-A94F2B3876C6}"/>
              </a:ext>
            </a:extLst>
          </p:cNvPr>
          <p:cNvSpPr>
            <a:spLocks noGrp="1"/>
          </p:cNvSpPr>
          <p:nvPr>
            <p:ph idx="1"/>
          </p:nvPr>
        </p:nvSpPr>
        <p:spPr/>
        <p:txBody>
          <a:bodyPr/>
          <a:lstStyle/>
          <a:p>
            <a:r>
              <a:rPr lang="en-US" dirty="0"/>
              <a:t>- Test specific real-world scenarios. </a:t>
            </a:r>
          </a:p>
          <a:p>
            <a:r>
              <a:rPr lang="en-US" dirty="0"/>
              <a:t>- Have a predefined threshold for success. </a:t>
            </a:r>
          </a:p>
          <a:p>
            <a:r>
              <a:rPr lang="en-US" dirty="0"/>
              <a:t>- Be of short duration. </a:t>
            </a:r>
          </a:p>
          <a:p>
            <a:r>
              <a:rPr lang="en-US" dirty="0"/>
              <a:t>- Avoid constant rework to keep up with changes. </a:t>
            </a:r>
          </a:p>
          <a:p>
            <a:r>
              <a:rPr lang="en-US" dirty="0"/>
              <a:t>- Be repeatable. </a:t>
            </a:r>
          </a:p>
        </p:txBody>
      </p:sp>
    </p:spTree>
    <p:extLst>
      <p:ext uri="{BB962C8B-B14F-4D97-AF65-F5344CB8AC3E}">
        <p14:creationId xmlns:p14="http://schemas.microsoft.com/office/powerpoint/2010/main" val="1369369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2" descr="Diagram&#10;&#10;Description automatically generated">
            <a:extLst>
              <a:ext uri="{FF2B5EF4-FFF2-40B4-BE49-F238E27FC236}">
                <a16:creationId xmlns:a16="http://schemas.microsoft.com/office/drawing/2014/main" id="{6F0EAC34-3F83-636E-ED3A-07C0363B74C6}"/>
              </a:ext>
            </a:extLst>
          </p:cNvPr>
          <p:cNvPicPr>
            <a:picLocks noGrp="1" noChangeAspect="1"/>
          </p:cNvPicPr>
          <p:nvPr>
            <p:ph idx="1"/>
          </p:nvPr>
        </p:nvPicPr>
        <p:blipFill>
          <a:blip r:embed="rId2"/>
          <a:stretch>
            <a:fillRect/>
          </a:stretch>
        </p:blipFill>
        <p:spPr>
          <a:xfrm>
            <a:off x="1136188" y="1237636"/>
            <a:ext cx="9487832" cy="4382728"/>
          </a:xfrm>
        </p:spPr>
      </p:pic>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Where to test ?!</a:t>
            </a:r>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17</a:t>
            </a:fld>
            <a:endParaRPr lang="en-US" dirty="0"/>
          </a:p>
        </p:txBody>
      </p:sp>
      <p:sp>
        <p:nvSpPr>
          <p:cNvPr id="7" name="TextBox 6">
            <a:extLst>
              <a:ext uri="{FF2B5EF4-FFF2-40B4-BE49-F238E27FC236}">
                <a16:creationId xmlns:a16="http://schemas.microsoft.com/office/drawing/2014/main" id="{BBA95A43-A8BA-0ACE-C73B-9B640FF9371E}"/>
              </a:ext>
            </a:extLst>
          </p:cNvPr>
          <p:cNvSpPr txBox="1"/>
          <p:nvPr/>
        </p:nvSpPr>
        <p:spPr>
          <a:xfrm>
            <a:off x="510048" y="6360242"/>
            <a:ext cx="104959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From Fig. 9.3 - Potential injection points for capacity testing.</a:t>
            </a:r>
          </a:p>
        </p:txBody>
      </p:sp>
      <p:pic>
        <p:nvPicPr>
          <p:cNvPr id="36" name="Graphic 36" descr="Checklist outline">
            <a:extLst>
              <a:ext uri="{FF2B5EF4-FFF2-40B4-BE49-F238E27FC236}">
                <a16:creationId xmlns:a16="http://schemas.microsoft.com/office/drawing/2014/main" id="{FEB2B991-24BB-AC66-9A93-896481DE68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1930" y="2222090"/>
            <a:ext cx="988142" cy="1135625"/>
          </a:xfrm>
          <a:prstGeom prst="rect">
            <a:avLst/>
          </a:prstGeom>
        </p:spPr>
      </p:pic>
      <p:sp>
        <p:nvSpPr>
          <p:cNvPr id="37" name="TextBox 36">
            <a:extLst>
              <a:ext uri="{FF2B5EF4-FFF2-40B4-BE49-F238E27FC236}">
                <a16:creationId xmlns:a16="http://schemas.microsoft.com/office/drawing/2014/main" id="{07862199-C0B1-6135-090F-6E9B6022B218}"/>
              </a:ext>
            </a:extLst>
          </p:cNvPr>
          <p:cNvSpPr txBox="1"/>
          <p:nvPr/>
        </p:nvSpPr>
        <p:spPr>
          <a:xfrm>
            <a:off x="6642920" y="2322870"/>
            <a:ext cx="18155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What could we test here??</a:t>
            </a:r>
          </a:p>
        </p:txBody>
      </p:sp>
    </p:spTree>
    <p:extLst>
      <p:ext uri="{BB962C8B-B14F-4D97-AF65-F5344CB8AC3E}">
        <p14:creationId xmlns:p14="http://schemas.microsoft.com/office/powerpoint/2010/main" val="1302135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Selectively dividing the system</a:t>
            </a:r>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18</a:t>
            </a:fld>
            <a:endParaRPr lang="en-US" dirty="0"/>
          </a:p>
        </p:txBody>
      </p:sp>
      <p:sp>
        <p:nvSpPr>
          <p:cNvPr id="7" name="TextBox 6">
            <a:extLst>
              <a:ext uri="{FF2B5EF4-FFF2-40B4-BE49-F238E27FC236}">
                <a16:creationId xmlns:a16="http://schemas.microsoft.com/office/drawing/2014/main" id="{BBA95A43-A8BA-0ACE-C73B-9B640FF9371E}"/>
              </a:ext>
            </a:extLst>
          </p:cNvPr>
          <p:cNvSpPr txBox="1"/>
          <p:nvPr/>
        </p:nvSpPr>
        <p:spPr>
          <a:xfrm>
            <a:off x="510048" y="6360242"/>
            <a:ext cx="104959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From Fig. 9.4 - Recording Interactions against a public API</a:t>
            </a:r>
          </a:p>
        </p:txBody>
      </p:sp>
      <p:pic>
        <p:nvPicPr>
          <p:cNvPr id="36" name="Graphic 36" descr="Checklist outline">
            <a:extLst>
              <a:ext uri="{FF2B5EF4-FFF2-40B4-BE49-F238E27FC236}">
                <a16:creationId xmlns:a16="http://schemas.microsoft.com/office/drawing/2014/main" id="{FEB2B991-24BB-AC66-9A93-896481DE68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89625" y="136525"/>
            <a:ext cx="988142" cy="1135625"/>
          </a:xfrm>
          <a:prstGeom prst="rect">
            <a:avLst/>
          </a:prstGeom>
        </p:spPr>
      </p:pic>
      <p:sp>
        <p:nvSpPr>
          <p:cNvPr id="37" name="TextBox 36">
            <a:extLst>
              <a:ext uri="{FF2B5EF4-FFF2-40B4-BE49-F238E27FC236}">
                <a16:creationId xmlns:a16="http://schemas.microsoft.com/office/drawing/2014/main" id="{07862199-C0B1-6135-090F-6E9B6022B218}"/>
              </a:ext>
            </a:extLst>
          </p:cNvPr>
          <p:cNvSpPr txBox="1"/>
          <p:nvPr/>
        </p:nvSpPr>
        <p:spPr>
          <a:xfrm>
            <a:off x="7764723" y="1352443"/>
            <a:ext cx="391722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Bypass complexities of client-side scale out... </a:t>
            </a:r>
          </a:p>
          <a:p>
            <a:endParaRPr lang="en-US" sz="2000" dirty="0"/>
          </a:p>
          <a:p>
            <a:r>
              <a:rPr lang="en-US" sz="2000" dirty="0"/>
              <a:t>Your service API will act in the place of having 10,000 web clients sending calls to the web server.</a:t>
            </a:r>
          </a:p>
          <a:p>
            <a:endParaRPr lang="en-US" sz="2000" dirty="0"/>
          </a:p>
          <a:p>
            <a:r>
              <a:rPr lang="en-US" sz="2000" dirty="0"/>
              <a:t>Will you still need to test lots of actual clients against the system? Possibly but possibly not! Some architectures are well tested in this manner compared to production.</a:t>
            </a:r>
          </a:p>
        </p:txBody>
      </p:sp>
      <p:pic>
        <p:nvPicPr>
          <p:cNvPr id="6" name="Picture 7" descr="Diagram&#10;&#10;Description automatically generated">
            <a:extLst>
              <a:ext uri="{FF2B5EF4-FFF2-40B4-BE49-F238E27FC236}">
                <a16:creationId xmlns:a16="http://schemas.microsoft.com/office/drawing/2014/main" id="{E35E9AEC-50CA-C27D-118E-A82511FB5447}"/>
              </a:ext>
            </a:extLst>
          </p:cNvPr>
          <p:cNvPicPr>
            <a:picLocks noGrp="1" noChangeAspect="1"/>
          </p:cNvPicPr>
          <p:nvPr>
            <p:ph idx="1"/>
          </p:nvPr>
        </p:nvPicPr>
        <p:blipFill>
          <a:blip r:embed="rId4"/>
          <a:stretch>
            <a:fillRect/>
          </a:stretch>
        </p:blipFill>
        <p:spPr>
          <a:xfrm>
            <a:off x="510048" y="1352443"/>
            <a:ext cx="6860556" cy="3809999"/>
          </a:xfrm>
        </p:spPr>
      </p:pic>
    </p:spTree>
    <p:extLst>
      <p:ext uri="{BB962C8B-B14F-4D97-AF65-F5344CB8AC3E}">
        <p14:creationId xmlns:p14="http://schemas.microsoft.com/office/powerpoint/2010/main" val="3148845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Diagram&#10;&#10;Description automatically generated">
            <a:extLst>
              <a:ext uri="{FF2B5EF4-FFF2-40B4-BE49-F238E27FC236}">
                <a16:creationId xmlns:a16="http://schemas.microsoft.com/office/drawing/2014/main" id="{61B08B34-75A5-E4BF-D4A4-3945659A551A}"/>
              </a:ext>
            </a:extLst>
          </p:cNvPr>
          <p:cNvPicPr>
            <a:picLocks noChangeAspect="1"/>
          </p:cNvPicPr>
          <p:nvPr/>
        </p:nvPicPr>
        <p:blipFill>
          <a:blip r:embed="rId2"/>
          <a:stretch>
            <a:fillRect/>
          </a:stretch>
        </p:blipFill>
        <p:spPr>
          <a:xfrm>
            <a:off x="4886608" y="623860"/>
            <a:ext cx="6922008" cy="4533914"/>
          </a:xfrm>
          <a:prstGeom prst="rect">
            <a:avLst/>
          </a:prstGeom>
        </p:spPr>
      </p:pic>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fld id="{B2DC25EE-239B-4C5F-AAD1-255A7D5F1EE2}" type="slidenum">
              <a:rPr lang="en-US" smtClean="0"/>
              <a:pPr>
                <a:spcAft>
                  <a:spcPts val="600"/>
                </a:spcAft>
              </a:pPr>
              <a:t>19</a:t>
            </a:fld>
            <a:endParaRPr lang="en-US">
              <a:solidFill>
                <a:schemeClr val="tx2">
                  <a:lumMod val="50000"/>
                  <a:lumOff val="50000"/>
                </a:schemeClr>
              </a:solidFill>
            </a:endParaRPr>
          </a:p>
        </p:txBody>
      </p:sp>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383384" y="431945"/>
            <a:ext cx="3438144" cy="1239012"/>
          </a:xfrm>
        </p:spPr>
        <p:txBody>
          <a:bodyPr anchor="ctr">
            <a:normAutofit/>
          </a:bodyPr>
          <a:lstStyle/>
          <a:p>
            <a:r>
              <a:rPr lang="en-US" sz="2800" dirty="0"/>
              <a:t>Pipeline view of Capacity Testing</a:t>
            </a:r>
          </a:p>
        </p:txBody>
      </p:sp>
      <p:sp>
        <p:nvSpPr>
          <p:cNvPr id="10" name="Content Placeholder 9">
            <a:extLst>
              <a:ext uri="{FF2B5EF4-FFF2-40B4-BE49-F238E27FC236}">
                <a16:creationId xmlns:a16="http://schemas.microsoft.com/office/drawing/2014/main" id="{C6234F74-C3FC-5A7C-8EE7-FF16042EF114}"/>
              </a:ext>
            </a:extLst>
          </p:cNvPr>
          <p:cNvSpPr>
            <a:spLocks noGrp="1"/>
          </p:cNvSpPr>
          <p:nvPr>
            <p:ph idx="1"/>
          </p:nvPr>
        </p:nvSpPr>
        <p:spPr>
          <a:xfrm>
            <a:off x="383385" y="1984724"/>
            <a:ext cx="5265978" cy="2867933"/>
          </a:xfrm>
        </p:spPr>
        <p:txBody>
          <a:bodyPr vert="horz" lIns="91440" tIns="45720" rIns="91440" bIns="45720" rtlCol="0" anchor="t">
            <a:normAutofit/>
          </a:bodyPr>
          <a:lstStyle/>
          <a:p>
            <a:r>
              <a:rPr lang="en-US" sz="1700" dirty="0"/>
              <a:t>Does this look familiar yet?</a:t>
            </a:r>
          </a:p>
          <a:p>
            <a:r>
              <a:rPr lang="en-US" sz="1700" dirty="0"/>
              <a:t>Important to note that the approach to including and supporting capacity testing in your CI/CD pipeline has many of the same goals as previous stages...</a:t>
            </a:r>
          </a:p>
          <a:p>
            <a:r>
              <a:rPr lang="en-US" sz="1700" dirty="0"/>
              <a:t>Configuration</a:t>
            </a:r>
          </a:p>
          <a:p>
            <a:r>
              <a:rPr lang="en-US" sz="1700" dirty="0"/>
              <a:t>Access to binaries</a:t>
            </a:r>
          </a:p>
          <a:p>
            <a:r>
              <a:rPr lang="en-US" sz="1700" dirty="0"/>
              <a:t>Smoke testing</a:t>
            </a:r>
          </a:p>
          <a:p>
            <a:r>
              <a:rPr lang="en-US" sz="1700" dirty="0"/>
              <a:t>Managing reports and metadata</a:t>
            </a:r>
          </a:p>
          <a:p>
            <a:endParaRPr lang="en-US" sz="1700" dirty="0"/>
          </a:p>
        </p:txBody>
      </p:sp>
    </p:spTree>
    <p:extLst>
      <p:ext uri="{BB962C8B-B14F-4D97-AF65-F5344CB8AC3E}">
        <p14:creationId xmlns:p14="http://schemas.microsoft.com/office/powerpoint/2010/main" val="2762817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E5ECF-A64C-5BA0-3EE7-5E50721773CA}"/>
              </a:ext>
            </a:extLst>
          </p:cNvPr>
          <p:cNvSpPr>
            <a:spLocks noGrp="1"/>
          </p:cNvSpPr>
          <p:nvPr>
            <p:ph type="title"/>
          </p:nvPr>
        </p:nvSpPr>
        <p:spPr/>
        <p:txBody>
          <a:bodyPr/>
          <a:lstStyle/>
          <a:p>
            <a:r>
              <a:rPr lang="en-US" dirty="0"/>
              <a:t>Adding Capacity Test to Pipeline</a:t>
            </a:r>
          </a:p>
        </p:txBody>
      </p:sp>
      <p:sp>
        <p:nvSpPr>
          <p:cNvPr id="3" name="Content Placeholder 2">
            <a:extLst>
              <a:ext uri="{FF2B5EF4-FFF2-40B4-BE49-F238E27FC236}">
                <a16:creationId xmlns:a16="http://schemas.microsoft.com/office/drawing/2014/main" id="{063441AE-67BC-8B60-A971-1AE0037BA70D}"/>
              </a:ext>
            </a:extLst>
          </p:cNvPr>
          <p:cNvSpPr>
            <a:spLocks noGrp="1"/>
          </p:cNvSpPr>
          <p:nvPr>
            <p:ph idx="1"/>
          </p:nvPr>
        </p:nvSpPr>
        <p:spPr/>
        <p:txBody>
          <a:bodyPr/>
          <a:lstStyle/>
          <a:p>
            <a:r>
              <a:rPr lang="en-US" dirty="0"/>
              <a:t>- The good enough test. </a:t>
            </a:r>
          </a:p>
          <a:p>
            <a:r>
              <a:rPr lang="en-US" dirty="0"/>
              <a:t>- Make sure the system is not over-engineered vs not having enough capacity to handle the expected loads. </a:t>
            </a:r>
          </a:p>
          <a:p>
            <a:r>
              <a:rPr lang="en-US" dirty="0"/>
              <a:t>- Always remember, test should fail as quickly as possible to provide feedback. </a:t>
            </a:r>
          </a:p>
          <a:p>
            <a:r>
              <a:rPr lang="en-US" dirty="0"/>
              <a:t>- Best to have those tests after your acceptance tests ! Since they take longer to execute and not run every commit. </a:t>
            </a:r>
          </a:p>
          <a:p>
            <a:r>
              <a:rPr lang="en-US" dirty="0"/>
              <a:t>- Also, they need specialized environment to be set up. </a:t>
            </a:r>
          </a:p>
        </p:txBody>
      </p:sp>
    </p:spTree>
    <p:extLst>
      <p:ext uri="{BB962C8B-B14F-4D97-AF65-F5344CB8AC3E}">
        <p14:creationId xmlns:p14="http://schemas.microsoft.com/office/powerpoint/2010/main" val="2714502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E7E93-C5DD-8FB2-0EAD-854D1AFF5E64}"/>
              </a:ext>
            </a:extLst>
          </p:cNvPr>
          <p:cNvSpPr>
            <a:spLocks noGrp="1"/>
          </p:cNvSpPr>
          <p:nvPr>
            <p:ph type="title"/>
          </p:nvPr>
        </p:nvSpPr>
        <p:spPr/>
        <p:txBody>
          <a:bodyPr/>
          <a:lstStyle/>
          <a:p>
            <a:r>
              <a:rPr lang="en-US" dirty="0"/>
              <a:t>Benefits of Capacity Test System</a:t>
            </a:r>
          </a:p>
        </p:txBody>
      </p:sp>
      <p:sp>
        <p:nvSpPr>
          <p:cNvPr id="3" name="Content Placeholder 2">
            <a:extLst>
              <a:ext uri="{FF2B5EF4-FFF2-40B4-BE49-F238E27FC236}">
                <a16:creationId xmlns:a16="http://schemas.microsoft.com/office/drawing/2014/main" id="{A07F4756-51FE-488D-7AA7-837A7E0BCFA0}"/>
              </a:ext>
            </a:extLst>
          </p:cNvPr>
          <p:cNvSpPr>
            <a:spLocks noGrp="1"/>
          </p:cNvSpPr>
          <p:nvPr>
            <p:ph idx="1"/>
          </p:nvPr>
        </p:nvSpPr>
        <p:spPr/>
        <p:txBody>
          <a:bodyPr/>
          <a:lstStyle/>
          <a:p>
            <a:r>
              <a:rPr lang="en-US" dirty="0"/>
              <a:t>- Detect and debug memory leaks</a:t>
            </a:r>
          </a:p>
          <a:p>
            <a:r>
              <a:rPr lang="en-US" dirty="0"/>
              <a:t>- Longevity testing</a:t>
            </a:r>
          </a:p>
          <a:p>
            <a:r>
              <a:rPr lang="en-US" dirty="0"/>
              <a:t>- Tuning application configuration parameters</a:t>
            </a:r>
          </a:p>
          <a:p>
            <a:r>
              <a:rPr lang="en-US" dirty="0"/>
              <a:t>- Simulate worst-day scenario</a:t>
            </a:r>
          </a:p>
          <a:p>
            <a:r>
              <a:rPr lang="en-US" dirty="0"/>
              <a:t>- Load-testing communication with external systems. </a:t>
            </a:r>
          </a:p>
          <a:p>
            <a:r>
              <a:rPr lang="en-US" dirty="0"/>
              <a:t>- And much more. </a:t>
            </a:r>
          </a:p>
          <a:p>
            <a:endParaRPr lang="en-US" dirty="0"/>
          </a:p>
        </p:txBody>
      </p:sp>
    </p:spTree>
    <p:extLst>
      <p:ext uri="{BB962C8B-B14F-4D97-AF65-F5344CB8AC3E}">
        <p14:creationId xmlns:p14="http://schemas.microsoft.com/office/powerpoint/2010/main" val="2981297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7C35A-FBC3-0779-B17A-890AFB175746}"/>
              </a:ext>
            </a:extLst>
          </p:cNvPr>
          <p:cNvSpPr>
            <a:spLocks noGrp="1"/>
          </p:cNvSpPr>
          <p:nvPr>
            <p:ph type="title"/>
          </p:nvPr>
        </p:nvSpPr>
        <p:spPr/>
        <p:txBody>
          <a:bodyPr/>
          <a:lstStyle/>
          <a:p>
            <a:r>
              <a:rPr lang="en-US" dirty="0"/>
              <a:t>Activity: Capacity Testing in Python !</a:t>
            </a:r>
          </a:p>
        </p:txBody>
      </p:sp>
      <p:sp>
        <p:nvSpPr>
          <p:cNvPr id="3" name="Content Placeholder 2">
            <a:extLst>
              <a:ext uri="{FF2B5EF4-FFF2-40B4-BE49-F238E27FC236}">
                <a16:creationId xmlns:a16="http://schemas.microsoft.com/office/drawing/2014/main" id="{A624133B-F0F9-6473-4366-E85B207D6F0C}"/>
              </a:ext>
            </a:extLst>
          </p:cNvPr>
          <p:cNvSpPr>
            <a:spLocks noGrp="1"/>
          </p:cNvSpPr>
          <p:nvPr>
            <p:ph idx="1"/>
          </p:nvPr>
        </p:nvSpPr>
        <p:spPr/>
        <p:txBody>
          <a:bodyPr/>
          <a:lstStyle/>
          <a:p>
            <a:r>
              <a:rPr lang="en-US" dirty="0"/>
              <a:t>Let’s try that on our code. </a:t>
            </a:r>
          </a:p>
        </p:txBody>
      </p:sp>
    </p:spTree>
    <p:extLst>
      <p:ext uri="{BB962C8B-B14F-4D97-AF65-F5344CB8AC3E}">
        <p14:creationId xmlns:p14="http://schemas.microsoft.com/office/powerpoint/2010/main" val="3071058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967DC1-7F2E-9E39-B8D3-794FEC4A3E0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Locust Report</a:t>
            </a:r>
          </a:p>
        </p:txBody>
      </p:sp>
      <p:pic>
        <p:nvPicPr>
          <p:cNvPr id="5" name="Content Placeholder 4" descr="A screenshot of a computer&#10;&#10;Description automatically generated">
            <a:extLst>
              <a:ext uri="{FF2B5EF4-FFF2-40B4-BE49-F238E27FC236}">
                <a16:creationId xmlns:a16="http://schemas.microsoft.com/office/drawing/2014/main" id="{E41B3284-5D0D-1BCA-4203-4DA545B4A156}"/>
              </a:ext>
            </a:extLst>
          </p:cNvPr>
          <p:cNvPicPr>
            <a:picLocks noGrp="1" noChangeAspect="1"/>
          </p:cNvPicPr>
          <p:nvPr>
            <p:ph idx="1"/>
          </p:nvPr>
        </p:nvPicPr>
        <p:blipFill>
          <a:blip r:embed="rId2"/>
          <a:stretch>
            <a:fillRect/>
          </a:stretch>
        </p:blipFill>
        <p:spPr>
          <a:xfrm>
            <a:off x="5897961" y="195597"/>
            <a:ext cx="5149484" cy="6559854"/>
          </a:xfrm>
          <a:prstGeom prst="rect">
            <a:avLst/>
          </a:prstGeom>
        </p:spPr>
      </p:pic>
    </p:spTree>
    <p:extLst>
      <p:ext uri="{BB962C8B-B14F-4D97-AF65-F5344CB8AC3E}">
        <p14:creationId xmlns:p14="http://schemas.microsoft.com/office/powerpoint/2010/main" val="310945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1963A-5225-B722-04F0-0D218E0B3D8B}"/>
              </a:ext>
            </a:extLst>
          </p:cNvPr>
          <p:cNvSpPr>
            <a:spLocks noGrp="1"/>
          </p:cNvSpPr>
          <p:nvPr>
            <p:ph type="title"/>
          </p:nvPr>
        </p:nvSpPr>
        <p:spPr/>
        <p:txBody>
          <a:bodyPr/>
          <a:lstStyle/>
          <a:p>
            <a:r>
              <a:rPr lang="en-US" dirty="0"/>
              <a:t>Capacity Testing in Python</a:t>
            </a:r>
          </a:p>
        </p:txBody>
      </p:sp>
      <p:sp>
        <p:nvSpPr>
          <p:cNvPr id="3" name="Content Placeholder 2">
            <a:extLst>
              <a:ext uri="{FF2B5EF4-FFF2-40B4-BE49-F238E27FC236}">
                <a16:creationId xmlns:a16="http://schemas.microsoft.com/office/drawing/2014/main" id="{1A2DC033-F394-C7E4-2478-3882D19DED96}"/>
              </a:ext>
            </a:extLst>
          </p:cNvPr>
          <p:cNvSpPr>
            <a:spLocks noGrp="1"/>
          </p:cNvSpPr>
          <p:nvPr>
            <p:ph idx="1"/>
          </p:nvPr>
        </p:nvSpPr>
        <p:spPr/>
        <p:txBody>
          <a:bodyPr/>
          <a:lstStyle/>
          <a:p>
            <a:r>
              <a:rPr lang="en-US" dirty="0"/>
              <a:t>Using Locust</a:t>
            </a:r>
          </a:p>
        </p:txBody>
      </p:sp>
    </p:spTree>
    <p:extLst>
      <p:ext uri="{BB962C8B-B14F-4D97-AF65-F5344CB8AC3E}">
        <p14:creationId xmlns:p14="http://schemas.microsoft.com/office/powerpoint/2010/main" val="1284234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1D7A-D8FE-E400-C6AA-8B184BDEE786}"/>
              </a:ext>
            </a:extLst>
          </p:cNvPr>
          <p:cNvSpPr>
            <a:spLocks noGrp="1"/>
          </p:cNvSpPr>
          <p:nvPr>
            <p:ph type="title"/>
          </p:nvPr>
        </p:nvSpPr>
        <p:spPr/>
        <p:txBody>
          <a:bodyPr/>
          <a:lstStyle/>
          <a:p>
            <a:r>
              <a:rPr lang="en-US" dirty="0" err="1"/>
              <a:t>Github</a:t>
            </a:r>
            <a:r>
              <a:rPr lang="en-US" dirty="0"/>
              <a:t> Action Workflow</a:t>
            </a:r>
          </a:p>
        </p:txBody>
      </p:sp>
      <p:pic>
        <p:nvPicPr>
          <p:cNvPr id="5" name="Content Placeholder 4" descr="A screenshot of a computer&#10;&#10;Description automatically generated">
            <a:extLst>
              <a:ext uri="{FF2B5EF4-FFF2-40B4-BE49-F238E27FC236}">
                <a16:creationId xmlns:a16="http://schemas.microsoft.com/office/drawing/2014/main" id="{D04C8D69-9CD0-37B3-70ED-B2F1D27A1943}"/>
              </a:ext>
            </a:extLst>
          </p:cNvPr>
          <p:cNvPicPr>
            <a:picLocks noGrp="1" noChangeAspect="1"/>
          </p:cNvPicPr>
          <p:nvPr>
            <p:ph idx="1"/>
          </p:nvPr>
        </p:nvPicPr>
        <p:blipFill>
          <a:blip r:embed="rId2"/>
          <a:stretch>
            <a:fillRect/>
          </a:stretch>
        </p:blipFill>
        <p:spPr>
          <a:xfrm>
            <a:off x="282575" y="1790520"/>
            <a:ext cx="11583988" cy="2986448"/>
          </a:xfrm>
        </p:spPr>
      </p:pic>
    </p:spTree>
    <p:extLst>
      <p:ext uri="{BB962C8B-B14F-4D97-AF65-F5344CB8AC3E}">
        <p14:creationId xmlns:p14="http://schemas.microsoft.com/office/powerpoint/2010/main" val="3181013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1963A-5225-B722-04F0-0D218E0B3D8B}"/>
              </a:ext>
            </a:extLst>
          </p:cNvPr>
          <p:cNvSpPr>
            <a:spLocks noGrp="1"/>
          </p:cNvSpPr>
          <p:nvPr>
            <p:ph type="title"/>
          </p:nvPr>
        </p:nvSpPr>
        <p:spPr/>
        <p:txBody>
          <a:bodyPr/>
          <a:lstStyle/>
          <a:p>
            <a:r>
              <a:rPr lang="en-US" dirty="0"/>
              <a:t>Capacity Testing in Python</a:t>
            </a:r>
          </a:p>
        </p:txBody>
      </p:sp>
      <p:sp>
        <p:nvSpPr>
          <p:cNvPr id="3" name="Content Placeholder 2">
            <a:extLst>
              <a:ext uri="{FF2B5EF4-FFF2-40B4-BE49-F238E27FC236}">
                <a16:creationId xmlns:a16="http://schemas.microsoft.com/office/drawing/2014/main" id="{1A2DC033-F394-C7E4-2478-3882D19DED96}"/>
              </a:ext>
            </a:extLst>
          </p:cNvPr>
          <p:cNvSpPr>
            <a:spLocks noGrp="1"/>
          </p:cNvSpPr>
          <p:nvPr>
            <p:ph idx="1"/>
          </p:nvPr>
        </p:nvSpPr>
        <p:spPr/>
        <p:txBody>
          <a:bodyPr/>
          <a:lstStyle/>
          <a:p>
            <a:r>
              <a:rPr lang="en-US" dirty="0"/>
              <a:t>Locust as a </a:t>
            </a:r>
            <a:r>
              <a:rPr lang="en-US" dirty="0" err="1"/>
              <a:t>github</a:t>
            </a:r>
            <a:r>
              <a:rPr lang="en-US" dirty="0"/>
              <a:t> action !</a:t>
            </a:r>
          </a:p>
        </p:txBody>
      </p:sp>
    </p:spTree>
    <p:extLst>
      <p:ext uri="{BB962C8B-B14F-4D97-AF65-F5344CB8AC3E}">
        <p14:creationId xmlns:p14="http://schemas.microsoft.com/office/powerpoint/2010/main" val="675647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B9FB-0E91-C3C1-29D3-91F8E3C21B26}"/>
              </a:ext>
            </a:extLst>
          </p:cNvPr>
          <p:cNvSpPr>
            <a:spLocks noGrp="1"/>
          </p:cNvSpPr>
          <p:nvPr>
            <p:ph type="ctrTitle"/>
          </p:nvPr>
        </p:nvSpPr>
        <p:spPr>
          <a:xfrm>
            <a:off x="1587374" y="2758551"/>
            <a:ext cx="9144000" cy="1266092"/>
          </a:xfrm>
        </p:spPr>
        <p:txBody>
          <a:bodyPr vert="horz" lIns="228600" tIns="228600" rIns="228600" bIns="0" rtlCol="0" anchor="b">
            <a:normAutofit fontScale="90000"/>
          </a:bodyPr>
          <a:lstStyle/>
          <a:p>
            <a:pPr>
              <a:lnSpc>
                <a:spcPct val="80000"/>
              </a:lnSpc>
            </a:pPr>
            <a:r>
              <a:rPr lang="en-US" dirty="0"/>
              <a:t>Deploying and Releasing Applications – </a:t>
            </a:r>
            <a:br>
              <a:rPr lang="en-US" dirty="0"/>
            </a:br>
            <a:r>
              <a:rPr lang="en-US" sz="6000" dirty="0"/>
              <a:t>Review of Chapter 10</a:t>
            </a:r>
            <a:br>
              <a:rPr lang="en-US" sz="6000" dirty="0"/>
            </a:br>
            <a:endParaRPr lang="en-US" dirty="0">
              <a:cs typeface="Calibri Light"/>
            </a:endParaRPr>
          </a:p>
        </p:txBody>
      </p:sp>
      <p:sp>
        <p:nvSpPr>
          <p:cNvPr id="6" name="Subtitle 2">
            <a:extLst>
              <a:ext uri="{FF2B5EF4-FFF2-40B4-BE49-F238E27FC236}">
                <a16:creationId xmlns:a16="http://schemas.microsoft.com/office/drawing/2014/main" id="{8815E001-BFF5-4267-6E0B-068DCF764478}"/>
              </a:ext>
            </a:extLst>
          </p:cNvPr>
          <p:cNvSpPr>
            <a:spLocks noGrp="1"/>
          </p:cNvSpPr>
          <p:nvPr>
            <p:ph type="subTitle" idx="1"/>
          </p:nvPr>
        </p:nvSpPr>
        <p:spPr>
          <a:xfrm>
            <a:off x="1759237" y="4099449"/>
            <a:ext cx="8684159" cy="1129404"/>
          </a:xfrm>
        </p:spPr>
        <p:txBody>
          <a:bodyPr vert="horz" lIns="91440" tIns="0" rIns="91440" bIns="45720" rtlCol="0" anchor="t">
            <a:normAutofit/>
          </a:bodyPr>
          <a:lstStyle/>
          <a:p>
            <a:r>
              <a:rPr lang="en-US" dirty="0"/>
              <a:t>CSCN73010 for Bachelor of Computer Science Degree</a:t>
            </a:r>
          </a:p>
        </p:txBody>
      </p:sp>
    </p:spTree>
    <p:extLst>
      <p:ext uri="{BB962C8B-B14F-4D97-AF65-F5344CB8AC3E}">
        <p14:creationId xmlns:p14="http://schemas.microsoft.com/office/powerpoint/2010/main" val="2877410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Wow – we have to worry about this?</a:t>
            </a:r>
            <a:endParaRPr lang="en-CA" dirty="0">
              <a:solidFill>
                <a:srgbClr val="FF0000"/>
              </a:solidFill>
            </a:endParaRP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1115568" y="1581912"/>
            <a:ext cx="10168128" cy="3694176"/>
          </a:xfrm>
        </p:spPr>
        <p:txBody>
          <a:bodyPr vert="horz" lIns="91440" tIns="45720" rIns="91440" bIns="45720" rtlCol="0" anchor="t">
            <a:normAutofit fontScale="92500" lnSpcReduction="10000"/>
          </a:bodyPr>
          <a:lstStyle/>
          <a:p>
            <a:r>
              <a:rPr lang="en-CA" dirty="0"/>
              <a:t>While in school, you don't typically deploy many of your assignments to 'production', aside from uploading to a drop box</a:t>
            </a:r>
          </a:p>
          <a:p>
            <a:r>
              <a:rPr lang="en-CA" dirty="0"/>
              <a:t>For real world deployments, we need to wonder about...</a:t>
            </a:r>
          </a:p>
          <a:p>
            <a:pPr lvl="1"/>
            <a:r>
              <a:rPr lang="en-CA" dirty="0"/>
              <a:t>Archiving and backup strategy</a:t>
            </a:r>
          </a:p>
          <a:p>
            <a:pPr lvl="1"/>
            <a:r>
              <a:rPr lang="en-CA" dirty="0"/>
              <a:t>Data migration</a:t>
            </a:r>
          </a:p>
          <a:p>
            <a:pPr lvl="1"/>
            <a:r>
              <a:rPr lang="en-CA" dirty="0"/>
              <a:t>Communicating dev/support features like logging or debug modes</a:t>
            </a:r>
          </a:p>
          <a:p>
            <a:pPr lvl="1"/>
            <a:r>
              <a:rPr lang="en-CA" dirty="0"/>
              <a:t>Impact to external systems... have the Operations team been informed of possible impact to delivery?</a:t>
            </a:r>
          </a:p>
          <a:p>
            <a:pPr lvl="1"/>
            <a:r>
              <a:rPr lang="en-CA" dirty="0"/>
              <a:t>And MANY more topics!!</a:t>
            </a:r>
          </a:p>
          <a:p>
            <a:pPr lvl="1"/>
            <a:endParaRPr lang="en-CA" dirty="0"/>
          </a:p>
          <a:p>
            <a:pPr lvl="1"/>
            <a:endParaRPr lang="en-CA" dirty="0"/>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28</a:t>
            </a:fld>
            <a:endParaRPr lang="en-US" dirty="0"/>
          </a:p>
        </p:txBody>
      </p:sp>
    </p:spTree>
    <p:extLst>
      <p:ext uri="{BB962C8B-B14F-4D97-AF65-F5344CB8AC3E}">
        <p14:creationId xmlns:p14="http://schemas.microsoft.com/office/powerpoint/2010/main" val="314413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fontScale="90000"/>
          </a:bodyPr>
          <a:lstStyle/>
          <a:p>
            <a:r>
              <a:rPr lang="en-US" dirty="0">
                <a:solidFill>
                  <a:srgbClr val="FF0000"/>
                </a:solidFill>
              </a:rPr>
              <a:t>What others in the company are thinking about as we approach release of the app</a:t>
            </a: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1011936" y="1666531"/>
            <a:ext cx="10168128" cy="3694176"/>
          </a:xfrm>
        </p:spPr>
        <p:txBody>
          <a:bodyPr vert="horz" lIns="91440" tIns="45720" rIns="91440" bIns="45720" rtlCol="0" anchor="t">
            <a:normAutofit/>
          </a:bodyPr>
          <a:lstStyle/>
          <a:p>
            <a:r>
              <a:rPr lang="en-CA" dirty="0"/>
              <a:t>Pricing model &amp; Licensing strategy</a:t>
            </a:r>
            <a:endParaRPr lang="en-US" dirty="0"/>
          </a:p>
          <a:p>
            <a:r>
              <a:rPr lang="en-CA" dirty="0"/>
              <a:t>Copyright issues around third-party technologies used </a:t>
            </a:r>
          </a:p>
          <a:p>
            <a:r>
              <a:rPr lang="en-CA" dirty="0"/>
              <a:t>Packaging &amp; Marketing materials—print, web-based, podcasts, blogs, press releases, conferences, etc.</a:t>
            </a:r>
          </a:p>
          <a:p>
            <a:r>
              <a:rPr lang="en-CA" dirty="0"/>
              <a:t>Product documentation and/or wiki's</a:t>
            </a:r>
          </a:p>
          <a:p>
            <a:r>
              <a:rPr lang="en-CA" dirty="0"/>
              <a:t>Installers </a:t>
            </a:r>
          </a:p>
          <a:p>
            <a:r>
              <a:rPr lang="en-CA" dirty="0"/>
              <a:t>Preparing sales and support teams</a:t>
            </a:r>
          </a:p>
          <a:p>
            <a:pPr lvl="1"/>
            <a:endParaRPr lang="en-CA" dirty="0"/>
          </a:p>
          <a:p>
            <a:pPr lvl="1"/>
            <a:endParaRPr lang="en-CA" dirty="0"/>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29</a:t>
            </a:fld>
            <a:endParaRPr lang="en-US" dirty="0"/>
          </a:p>
        </p:txBody>
      </p:sp>
    </p:spTree>
    <p:extLst>
      <p:ext uri="{BB962C8B-B14F-4D97-AF65-F5344CB8AC3E}">
        <p14:creationId xmlns:p14="http://schemas.microsoft.com/office/powerpoint/2010/main" val="1979631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Release Plan</a:t>
            </a: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1011936" y="1431142"/>
            <a:ext cx="10168128" cy="3694176"/>
          </a:xfrm>
        </p:spPr>
        <p:txBody>
          <a:bodyPr vert="horz" lIns="91440" tIns="45720" rIns="91440" bIns="45720" rtlCol="0" anchor="t">
            <a:normAutofit fontScale="92500" lnSpcReduction="10000"/>
          </a:bodyPr>
          <a:lstStyle/>
          <a:p>
            <a:r>
              <a:rPr lang="en-CA" dirty="0"/>
              <a:t>The steps required to deploy the application for the first time</a:t>
            </a:r>
            <a:endParaRPr lang="en-US" dirty="0"/>
          </a:p>
          <a:p>
            <a:r>
              <a:rPr lang="en-CA" dirty="0"/>
              <a:t>How to smoke-test the application and any services it uses as part of the deployment process</a:t>
            </a:r>
          </a:p>
          <a:p>
            <a:r>
              <a:rPr lang="en-CA" dirty="0"/>
              <a:t>The steps required to back out the deployment should it go wrong</a:t>
            </a:r>
          </a:p>
          <a:p>
            <a:r>
              <a:rPr lang="en-CA" dirty="0"/>
              <a:t>The steps required to back up and restore the application’s state </a:t>
            </a:r>
          </a:p>
          <a:p>
            <a:r>
              <a:rPr lang="en-CA" dirty="0"/>
              <a:t>The steps required to upgrade the application without destroying the application’s state </a:t>
            </a:r>
          </a:p>
          <a:p>
            <a:endParaRPr lang="en-CA" dirty="0"/>
          </a:p>
          <a:p>
            <a:pPr lvl="1"/>
            <a:endParaRPr lang="en-CA" dirty="0"/>
          </a:p>
          <a:p>
            <a:pPr lvl="1"/>
            <a:endParaRPr lang="en-CA" dirty="0"/>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30</a:t>
            </a:fld>
            <a:endParaRPr lang="en-US" dirty="0"/>
          </a:p>
        </p:txBody>
      </p:sp>
    </p:spTree>
    <p:extLst>
      <p:ext uri="{BB962C8B-B14F-4D97-AF65-F5344CB8AC3E}">
        <p14:creationId xmlns:p14="http://schemas.microsoft.com/office/powerpoint/2010/main" val="2464396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More in a Release Plan</a:t>
            </a: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1011936" y="1431142"/>
            <a:ext cx="10168128" cy="3694176"/>
          </a:xfrm>
        </p:spPr>
        <p:txBody>
          <a:bodyPr vert="horz" lIns="91440" tIns="45720" rIns="91440" bIns="45720" rtlCol="0" anchor="t">
            <a:normAutofit lnSpcReduction="10000"/>
          </a:bodyPr>
          <a:lstStyle/>
          <a:p>
            <a:r>
              <a:rPr lang="en-CA" dirty="0">
                <a:ea typeface="+mn-lt"/>
                <a:cs typeface="+mn-lt"/>
              </a:rPr>
              <a:t>The steps to restart or redeploy the application should it fail</a:t>
            </a:r>
            <a:endParaRPr lang="en-US" dirty="0">
              <a:ea typeface="+mn-lt"/>
              <a:cs typeface="+mn-lt"/>
            </a:endParaRPr>
          </a:p>
          <a:p>
            <a:r>
              <a:rPr lang="en-CA" dirty="0">
                <a:ea typeface="+mn-lt"/>
                <a:cs typeface="+mn-lt"/>
              </a:rPr>
              <a:t>The location of the logs and a description of the information they contain </a:t>
            </a:r>
            <a:endParaRPr lang="en-US" dirty="0">
              <a:ea typeface="+mn-lt"/>
              <a:cs typeface="+mn-lt"/>
            </a:endParaRPr>
          </a:p>
          <a:p>
            <a:r>
              <a:rPr lang="en-CA" dirty="0">
                <a:ea typeface="+mn-lt"/>
                <a:cs typeface="+mn-lt"/>
              </a:rPr>
              <a:t>The methods of monitoring the application</a:t>
            </a:r>
            <a:endParaRPr lang="en-US" dirty="0">
              <a:ea typeface="+mn-lt"/>
              <a:cs typeface="+mn-lt"/>
            </a:endParaRPr>
          </a:p>
          <a:p>
            <a:r>
              <a:rPr lang="en-CA" dirty="0">
                <a:ea typeface="+mn-lt"/>
                <a:cs typeface="+mn-lt"/>
              </a:rPr>
              <a:t>The steps to perform any data migrations that are necessary as part of the release</a:t>
            </a:r>
            <a:endParaRPr lang="en-US" dirty="0">
              <a:ea typeface="+mn-lt"/>
              <a:cs typeface="+mn-lt"/>
            </a:endParaRPr>
          </a:p>
          <a:p>
            <a:r>
              <a:rPr lang="en-CA" dirty="0">
                <a:ea typeface="+mn-lt"/>
                <a:cs typeface="+mn-lt"/>
              </a:rPr>
              <a:t>An issue log of problems from previous deployments, and their solutions</a:t>
            </a:r>
            <a:endParaRPr lang="en-US" dirty="0"/>
          </a:p>
          <a:p>
            <a:endParaRPr lang="en-CA" dirty="0"/>
          </a:p>
          <a:p>
            <a:pPr lvl="1"/>
            <a:endParaRPr lang="en-CA" dirty="0"/>
          </a:p>
          <a:p>
            <a:pPr lvl="1"/>
            <a:endParaRPr lang="en-CA" dirty="0"/>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31</a:t>
            </a:fld>
            <a:endParaRPr lang="en-US" dirty="0"/>
          </a:p>
        </p:txBody>
      </p:sp>
    </p:spTree>
    <p:extLst>
      <p:ext uri="{BB962C8B-B14F-4D97-AF65-F5344CB8AC3E}">
        <p14:creationId xmlns:p14="http://schemas.microsoft.com/office/powerpoint/2010/main" val="4262550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282632" y="265846"/>
            <a:ext cx="11584469" cy="969547"/>
          </a:xfrm>
        </p:spPr>
        <p:txBody>
          <a:bodyPr>
            <a:normAutofit fontScale="90000"/>
          </a:bodyPr>
          <a:lstStyle/>
          <a:p>
            <a:r>
              <a:rPr lang="en-US" dirty="0"/>
              <a:t>Sample Zero Downtime Release </a:t>
            </a:r>
            <a:br>
              <a:rPr lang="en-US" dirty="0"/>
            </a:br>
            <a:r>
              <a:rPr lang="en-US" dirty="0"/>
              <a:t>- Blue-Green Deployments</a:t>
            </a:r>
            <a:endParaRPr lang="en-CA" dirty="0"/>
          </a:p>
        </p:txBody>
      </p:sp>
      <p:pic>
        <p:nvPicPr>
          <p:cNvPr id="5" name="Picture 5" descr="Diagram&#10;&#10;Description automatically generated">
            <a:extLst>
              <a:ext uri="{FF2B5EF4-FFF2-40B4-BE49-F238E27FC236}">
                <a16:creationId xmlns:a16="http://schemas.microsoft.com/office/drawing/2014/main" id="{23E916F5-A102-EB21-4CE7-D678986C38C4}"/>
              </a:ext>
            </a:extLst>
          </p:cNvPr>
          <p:cNvPicPr>
            <a:picLocks noGrp="1" noChangeAspect="1"/>
          </p:cNvPicPr>
          <p:nvPr>
            <p:ph idx="1"/>
          </p:nvPr>
        </p:nvPicPr>
        <p:blipFill>
          <a:blip r:embed="rId2"/>
          <a:stretch>
            <a:fillRect/>
          </a:stretch>
        </p:blipFill>
        <p:spPr>
          <a:xfrm>
            <a:off x="563418" y="1804772"/>
            <a:ext cx="11400240" cy="3248455"/>
          </a:xfrm>
        </p:spPr>
      </p:pic>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4294967295"/>
          </p:nvPr>
        </p:nvSpPr>
        <p:spPr>
          <a:xfrm>
            <a:off x="94488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32</a:t>
            </a:fld>
            <a:endParaRPr lang="en-US" dirty="0"/>
          </a:p>
        </p:txBody>
      </p:sp>
    </p:spTree>
    <p:extLst>
      <p:ext uri="{BB962C8B-B14F-4D97-AF65-F5344CB8AC3E}">
        <p14:creationId xmlns:p14="http://schemas.microsoft.com/office/powerpoint/2010/main" val="1003864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EABF4-E178-EC8A-6924-AB634F34EA9F}"/>
              </a:ext>
            </a:extLst>
          </p:cNvPr>
          <p:cNvSpPr>
            <a:spLocks noGrp="1"/>
          </p:cNvSpPr>
          <p:nvPr>
            <p:ph type="title"/>
          </p:nvPr>
        </p:nvSpPr>
        <p:spPr/>
        <p:txBody>
          <a:bodyPr/>
          <a:lstStyle/>
          <a:p>
            <a:r>
              <a:rPr lang="en-US" dirty="0"/>
              <a:t>Blue-Green Deployments</a:t>
            </a:r>
          </a:p>
        </p:txBody>
      </p:sp>
      <p:sp>
        <p:nvSpPr>
          <p:cNvPr id="3" name="Content Placeholder 2">
            <a:extLst>
              <a:ext uri="{FF2B5EF4-FFF2-40B4-BE49-F238E27FC236}">
                <a16:creationId xmlns:a16="http://schemas.microsoft.com/office/drawing/2014/main" id="{45611B36-9352-00F7-7221-EF2917257A8C}"/>
              </a:ext>
            </a:extLst>
          </p:cNvPr>
          <p:cNvSpPr>
            <a:spLocks noGrp="1"/>
          </p:cNvSpPr>
          <p:nvPr>
            <p:ph idx="1"/>
          </p:nvPr>
        </p:nvSpPr>
        <p:spPr/>
        <p:txBody>
          <a:bodyPr/>
          <a:lstStyle/>
          <a:p>
            <a:r>
              <a:rPr lang="en-US" dirty="0"/>
              <a:t>Think about database situation; might be set to read-only for a short time. Snapshots might be taken in case of rollback. </a:t>
            </a:r>
          </a:p>
          <a:p>
            <a:r>
              <a:rPr lang="en-US" dirty="0"/>
              <a:t>Might be costly to have the capacity of having two environments at the same time. </a:t>
            </a:r>
          </a:p>
          <a:p>
            <a:endParaRPr lang="en-US" dirty="0"/>
          </a:p>
        </p:txBody>
      </p:sp>
    </p:spTree>
    <p:extLst>
      <p:ext uri="{BB962C8B-B14F-4D97-AF65-F5344CB8AC3E}">
        <p14:creationId xmlns:p14="http://schemas.microsoft.com/office/powerpoint/2010/main" val="51806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400" dirty="0"/>
              <a:t>Sample Zero Downtime Release </a:t>
            </a:r>
            <a:br>
              <a:rPr lang="en-US" sz="4400" dirty="0"/>
            </a:br>
            <a:r>
              <a:rPr lang="en-US" sz="4400" dirty="0"/>
              <a:t>- Canary Releasing</a:t>
            </a:r>
          </a:p>
        </p:txBody>
      </p:sp>
      <p:pic>
        <p:nvPicPr>
          <p:cNvPr id="7" name="Picture 7" descr="Diagram&#10;&#10;Description automatically generated">
            <a:extLst>
              <a:ext uri="{FF2B5EF4-FFF2-40B4-BE49-F238E27FC236}">
                <a16:creationId xmlns:a16="http://schemas.microsoft.com/office/drawing/2014/main" id="{CE2503CA-034D-11A8-9B7A-89EDA205E99C}"/>
              </a:ext>
            </a:extLst>
          </p:cNvPr>
          <p:cNvPicPr>
            <a:picLocks noGrp="1" noChangeAspect="1"/>
          </p:cNvPicPr>
          <p:nvPr>
            <p:ph idx="1"/>
          </p:nvPr>
        </p:nvPicPr>
        <p:blipFill>
          <a:blip r:embed="rId2"/>
          <a:stretch>
            <a:fillRect/>
          </a:stretch>
        </p:blipFill>
        <p:spPr>
          <a:xfrm>
            <a:off x="4756155" y="136525"/>
            <a:ext cx="6771399" cy="5551055"/>
          </a:xfrm>
          <a:prstGeom prst="rect">
            <a:avLst/>
          </a:prstGeom>
        </p:spPr>
      </p:pic>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Aft>
                <a:spcPts val="600"/>
              </a:spcAft>
            </a:pPr>
            <a:fld id="{B2DC25EE-239B-4C5F-AAD1-255A7D5F1EE2}" type="slidenum">
              <a:rPr lang="en-US" smtClean="0"/>
              <a:pPr defTabSz="914400">
                <a:spcAft>
                  <a:spcPts val="600"/>
                </a:spcAft>
              </a:pPr>
              <a:t>34</a:t>
            </a:fld>
            <a:endParaRPr lang="en-US">
              <a:solidFill>
                <a:schemeClr val="tx2">
                  <a:lumMod val="50000"/>
                  <a:lumOff val="50000"/>
                </a:schemeClr>
              </a:solidFill>
            </a:endParaRPr>
          </a:p>
        </p:txBody>
      </p:sp>
    </p:spTree>
    <p:extLst>
      <p:ext uri="{BB962C8B-B14F-4D97-AF65-F5344CB8AC3E}">
        <p14:creationId xmlns:p14="http://schemas.microsoft.com/office/powerpoint/2010/main" val="4177174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6168-D05E-2383-567C-F9B225357CF5}"/>
              </a:ext>
            </a:extLst>
          </p:cNvPr>
          <p:cNvSpPr>
            <a:spLocks noGrp="1"/>
          </p:cNvSpPr>
          <p:nvPr>
            <p:ph type="title"/>
          </p:nvPr>
        </p:nvSpPr>
        <p:spPr/>
        <p:txBody>
          <a:bodyPr/>
          <a:lstStyle/>
          <a:p>
            <a:r>
              <a:rPr lang="en-US" dirty="0"/>
              <a:t>Canary Releasing</a:t>
            </a:r>
          </a:p>
        </p:txBody>
      </p:sp>
      <p:sp>
        <p:nvSpPr>
          <p:cNvPr id="3" name="Content Placeholder 2">
            <a:extLst>
              <a:ext uri="{FF2B5EF4-FFF2-40B4-BE49-F238E27FC236}">
                <a16:creationId xmlns:a16="http://schemas.microsoft.com/office/drawing/2014/main" id="{F45D13BD-2760-1BC0-B5B0-6BBBBE872029}"/>
              </a:ext>
            </a:extLst>
          </p:cNvPr>
          <p:cNvSpPr>
            <a:spLocks noGrp="1"/>
          </p:cNvSpPr>
          <p:nvPr>
            <p:ph idx="1"/>
          </p:nvPr>
        </p:nvSpPr>
        <p:spPr/>
        <p:txBody>
          <a:bodyPr/>
          <a:lstStyle/>
          <a:p>
            <a:r>
              <a:rPr lang="en-US" dirty="0"/>
              <a:t>Usually applied to power users; can utilize A/B testing. </a:t>
            </a:r>
          </a:p>
          <a:p>
            <a:r>
              <a:rPr lang="en-US" dirty="0"/>
              <a:t>Can check capacity requirements by ramping up the load by adding more and more users. </a:t>
            </a:r>
          </a:p>
          <a:p>
            <a:r>
              <a:rPr lang="en-US" dirty="0"/>
              <a:t>Did you experience this before ?</a:t>
            </a:r>
          </a:p>
        </p:txBody>
      </p:sp>
    </p:spTree>
    <p:extLst>
      <p:ext uri="{BB962C8B-B14F-4D97-AF65-F5344CB8AC3E}">
        <p14:creationId xmlns:p14="http://schemas.microsoft.com/office/powerpoint/2010/main" val="893224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E4B0-E03F-4F02-BDFE-7A4C6DA29131}"/>
              </a:ext>
            </a:extLst>
          </p:cNvPr>
          <p:cNvSpPr>
            <a:spLocks noGrp="1"/>
          </p:cNvSpPr>
          <p:nvPr>
            <p:ph type="title"/>
          </p:nvPr>
        </p:nvSpPr>
        <p:spPr/>
        <p:txBody>
          <a:bodyPr>
            <a:normAutofit/>
          </a:bodyPr>
          <a:lstStyle/>
          <a:p>
            <a:r>
              <a:rPr lang="en-US" dirty="0">
                <a:solidFill>
                  <a:srgbClr val="FF0000"/>
                </a:solidFill>
              </a:rPr>
              <a:t>Always be ready to revert!</a:t>
            </a:r>
            <a:endParaRPr lang="en-CA" dirty="0">
              <a:solidFill>
                <a:srgbClr val="FF0000"/>
              </a:solidFill>
            </a:endParaRPr>
          </a:p>
        </p:txBody>
      </p:sp>
      <p:sp>
        <p:nvSpPr>
          <p:cNvPr id="3" name="Content Placeholder 2">
            <a:extLst>
              <a:ext uri="{FF2B5EF4-FFF2-40B4-BE49-F238E27FC236}">
                <a16:creationId xmlns:a16="http://schemas.microsoft.com/office/drawing/2014/main" id="{F3005794-BF65-410E-9225-F34791DBC010}"/>
              </a:ext>
            </a:extLst>
          </p:cNvPr>
          <p:cNvSpPr>
            <a:spLocks noGrp="1"/>
          </p:cNvSpPr>
          <p:nvPr>
            <p:ph idx="1"/>
          </p:nvPr>
        </p:nvSpPr>
        <p:spPr>
          <a:xfrm>
            <a:off x="990802" y="1704941"/>
            <a:ext cx="10168128" cy="3694176"/>
          </a:xfrm>
        </p:spPr>
        <p:txBody>
          <a:bodyPr vert="horz" lIns="91440" tIns="45720" rIns="91440" bIns="45720" rtlCol="0" anchor="t">
            <a:normAutofit/>
          </a:bodyPr>
          <a:lstStyle/>
          <a:p>
            <a:pPr marL="0" indent="0">
              <a:buNone/>
            </a:pPr>
            <a:r>
              <a:rPr lang="en-CA" dirty="0"/>
              <a:t>While there are many good tips and tricks shared in our course text and out in the industry, those with many years' experience will tend to align with one essential goal for releasing a new version of a software system...</a:t>
            </a:r>
          </a:p>
          <a:p>
            <a:pPr marL="0" indent="0" algn="ctr">
              <a:buNone/>
            </a:pPr>
            <a:r>
              <a:rPr lang="en-CA" b="1" dirty="0"/>
              <a:t>ALWAYS HAVE A BACKUP</a:t>
            </a:r>
          </a:p>
          <a:p>
            <a:pPr marL="0" indent="0">
              <a:buNone/>
            </a:pPr>
            <a:r>
              <a:rPr lang="en-CA" dirty="0"/>
              <a:t>(Related – test that your backup strategy is valid and works!!)</a:t>
            </a:r>
          </a:p>
          <a:p>
            <a:pPr lvl="1"/>
            <a:endParaRPr lang="en-CA" dirty="0"/>
          </a:p>
          <a:p>
            <a:pPr lvl="1"/>
            <a:endParaRPr lang="en-CA" dirty="0"/>
          </a:p>
          <a:p>
            <a:endParaRPr lang="en-CA" dirty="0"/>
          </a:p>
        </p:txBody>
      </p:sp>
      <p:sp>
        <p:nvSpPr>
          <p:cNvPr id="4" name="Slide Number Placeholder 3">
            <a:extLst>
              <a:ext uri="{FF2B5EF4-FFF2-40B4-BE49-F238E27FC236}">
                <a16:creationId xmlns:a16="http://schemas.microsoft.com/office/drawing/2014/main" id="{4E14A3A2-0881-4AA2-B724-688DC439136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36</a:t>
            </a:fld>
            <a:endParaRPr lang="en-US" dirty="0"/>
          </a:p>
        </p:txBody>
      </p:sp>
    </p:spTree>
    <p:extLst>
      <p:ext uri="{BB962C8B-B14F-4D97-AF65-F5344CB8AC3E}">
        <p14:creationId xmlns:p14="http://schemas.microsoft.com/office/powerpoint/2010/main" val="698408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F870-B41F-9FC1-393A-80DB4FD3C341}"/>
              </a:ext>
            </a:extLst>
          </p:cNvPr>
          <p:cNvSpPr>
            <a:spLocks noGrp="1"/>
          </p:cNvSpPr>
          <p:nvPr>
            <p:ph type="title"/>
          </p:nvPr>
        </p:nvSpPr>
        <p:spPr/>
        <p:txBody>
          <a:bodyPr/>
          <a:lstStyle/>
          <a:p>
            <a:r>
              <a:rPr lang="en-US" dirty="0"/>
              <a:t>More Tips ..</a:t>
            </a:r>
          </a:p>
        </p:txBody>
      </p:sp>
      <p:sp>
        <p:nvSpPr>
          <p:cNvPr id="3" name="Content Placeholder 2">
            <a:extLst>
              <a:ext uri="{FF2B5EF4-FFF2-40B4-BE49-F238E27FC236}">
                <a16:creationId xmlns:a16="http://schemas.microsoft.com/office/drawing/2014/main" id="{C836400B-6A9D-FE95-5425-9332E1EED049}"/>
              </a:ext>
            </a:extLst>
          </p:cNvPr>
          <p:cNvSpPr>
            <a:spLocks noGrp="1"/>
          </p:cNvSpPr>
          <p:nvPr>
            <p:ph idx="1"/>
          </p:nvPr>
        </p:nvSpPr>
        <p:spPr/>
        <p:txBody>
          <a:bodyPr/>
          <a:lstStyle/>
          <a:p>
            <a:r>
              <a:rPr lang="en-US" dirty="0"/>
              <a:t>Don’t delete old files, move them. </a:t>
            </a:r>
          </a:p>
          <a:p>
            <a:r>
              <a:rPr lang="en-US" dirty="0"/>
              <a:t>Have warm-up period for new deployments. </a:t>
            </a:r>
          </a:p>
          <a:p>
            <a:r>
              <a:rPr lang="en-US" dirty="0"/>
              <a:t>Don’t make changes directly to production environment.</a:t>
            </a:r>
          </a:p>
          <a:p>
            <a:r>
              <a:rPr lang="en-US" dirty="0"/>
              <a:t>Hotfixes go through the same release process. </a:t>
            </a:r>
          </a:p>
          <a:p>
            <a:endParaRPr lang="en-US" dirty="0"/>
          </a:p>
          <a:p>
            <a:r>
              <a:rPr lang="en-US" b="1" dirty="0"/>
              <a:t>Still follow your process even in emergencies. </a:t>
            </a:r>
          </a:p>
        </p:txBody>
      </p:sp>
    </p:spTree>
    <p:extLst>
      <p:ext uri="{BB962C8B-B14F-4D97-AF65-F5344CB8AC3E}">
        <p14:creationId xmlns:p14="http://schemas.microsoft.com/office/powerpoint/2010/main" val="1371428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5B8E-A9E5-E522-DA90-773AD0B33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CC369-4243-9DB4-C9F0-85C73F583A9E}"/>
              </a:ext>
            </a:extLst>
          </p:cNvPr>
          <p:cNvSpPr>
            <a:spLocks noGrp="1"/>
          </p:cNvSpPr>
          <p:nvPr>
            <p:ph type="title"/>
          </p:nvPr>
        </p:nvSpPr>
        <p:spPr/>
        <p:txBody>
          <a:bodyPr>
            <a:normAutofit/>
          </a:bodyPr>
          <a:lstStyle/>
          <a:p>
            <a:r>
              <a:rPr lang="en-US" dirty="0">
                <a:solidFill>
                  <a:srgbClr val="FF0000"/>
                </a:solidFill>
              </a:rPr>
              <a:t>Activity: </a:t>
            </a:r>
            <a:endParaRPr lang="en-CA" dirty="0">
              <a:solidFill>
                <a:srgbClr val="FF0000"/>
              </a:solidFill>
            </a:endParaRPr>
          </a:p>
        </p:txBody>
      </p:sp>
      <p:sp>
        <p:nvSpPr>
          <p:cNvPr id="3" name="Content Placeholder 2">
            <a:extLst>
              <a:ext uri="{FF2B5EF4-FFF2-40B4-BE49-F238E27FC236}">
                <a16:creationId xmlns:a16="http://schemas.microsoft.com/office/drawing/2014/main" id="{70F6E0E0-A909-2AC7-56D9-DDB9AC959B23}"/>
              </a:ext>
            </a:extLst>
          </p:cNvPr>
          <p:cNvSpPr>
            <a:spLocks noGrp="1"/>
          </p:cNvSpPr>
          <p:nvPr>
            <p:ph idx="1"/>
          </p:nvPr>
        </p:nvSpPr>
        <p:spPr>
          <a:xfrm>
            <a:off x="1115568" y="1394928"/>
            <a:ext cx="10168128" cy="3694176"/>
          </a:xfrm>
        </p:spPr>
        <p:txBody>
          <a:bodyPr vert="horz" lIns="91440" tIns="45720" rIns="91440" bIns="45720" rtlCol="0" anchor="t">
            <a:normAutofit/>
          </a:bodyPr>
          <a:lstStyle/>
          <a:p>
            <a:r>
              <a:rPr lang="en-CA" dirty="0"/>
              <a:t>Catch up for activities in previous lectures.  </a:t>
            </a:r>
          </a:p>
          <a:p>
            <a:r>
              <a:rPr lang="en-CA" dirty="0"/>
              <a:t>Help debugging issues in your development environment.</a:t>
            </a:r>
          </a:p>
        </p:txBody>
      </p:sp>
      <p:sp>
        <p:nvSpPr>
          <p:cNvPr id="4" name="Slide Number Placeholder 3">
            <a:extLst>
              <a:ext uri="{FF2B5EF4-FFF2-40B4-BE49-F238E27FC236}">
                <a16:creationId xmlns:a16="http://schemas.microsoft.com/office/drawing/2014/main" id="{96CCC06F-45DC-181E-EB56-CDEF761585B6}"/>
              </a:ext>
            </a:extLst>
          </p:cNvPr>
          <p:cNvSpPr>
            <a:spLocks noGrp="1"/>
          </p:cNvSpPr>
          <p:nvPr>
            <p:ph type="sldNum" sz="quarter" idx="12"/>
          </p:nvPr>
        </p:nvSpPr>
        <p:spPr>
          <a:xfrm>
            <a:off x="8540496"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DC25EE-239B-4C5F-AAD1-255A7D5F1EE2}" type="slidenum">
              <a:rPr lang="en-US" smtClean="0"/>
              <a:pPr/>
              <a:t>38</a:t>
            </a:fld>
            <a:endParaRPr lang="en-US" dirty="0"/>
          </a:p>
        </p:txBody>
      </p:sp>
    </p:spTree>
    <p:extLst>
      <p:ext uri="{BB962C8B-B14F-4D97-AF65-F5344CB8AC3E}">
        <p14:creationId xmlns:p14="http://schemas.microsoft.com/office/powerpoint/2010/main" val="4009124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n placed on top of a signature line">
            <a:extLst>
              <a:ext uri="{FF2B5EF4-FFF2-40B4-BE49-F238E27FC236}">
                <a16:creationId xmlns:a16="http://schemas.microsoft.com/office/drawing/2014/main" id="{FCC904CA-CBF5-DF68-111E-42311400418E}"/>
              </a:ext>
            </a:extLst>
          </p:cNvPr>
          <p:cNvPicPr>
            <a:picLocks noChangeAspect="1"/>
          </p:cNvPicPr>
          <p:nvPr/>
        </p:nvPicPr>
        <p:blipFill rotWithShape="1">
          <a:blip r:embed="rId2"/>
          <a:srcRect l="15628" r="-1" b="-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149634-2259-3540-152A-9AE5C56DC75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latin typeface="+mj-lt"/>
              </a:rPr>
              <a:t>Assignment 4 Check In</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4250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067AFE-471F-2E31-5CA2-5121C24E1894}"/>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Thank you !</a:t>
            </a:r>
          </a:p>
        </p:txBody>
      </p:sp>
      <p:pic>
        <p:nvPicPr>
          <p:cNvPr id="22" name="Graphic 21" descr="Handshake">
            <a:extLst>
              <a:ext uri="{FF2B5EF4-FFF2-40B4-BE49-F238E27FC236}">
                <a16:creationId xmlns:a16="http://schemas.microsoft.com/office/drawing/2014/main" id="{42EE5B13-7D58-66A4-B152-E268F1A4CB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83296" y="643466"/>
            <a:ext cx="5568739" cy="5568739"/>
          </a:xfrm>
          <a:prstGeom prst="rect">
            <a:avLst/>
          </a:prstGeom>
        </p:spPr>
      </p:pic>
    </p:spTree>
    <p:extLst>
      <p:ext uri="{BB962C8B-B14F-4D97-AF65-F5344CB8AC3E}">
        <p14:creationId xmlns:p14="http://schemas.microsoft.com/office/powerpoint/2010/main" val="1072547022"/>
      </p:ext>
    </p:extLst>
  </p:cSld>
  <p:clrMapOvr>
    <a:masterClrMapping/>
  </p:clrMapOvr>
</p:sld>
</file>

<file path=ppt/theme/theme1.xml><?xml version="1.0" encoding="utf-8"?>
<a:theme xmlns:a="http://schemas.openxmlformats.org/drawingml/2006/main" name="Template - Lab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bdabebe7-dcbe-4e94-a92c-729f1490f51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62E93A2332D944AF887598A2B4F874" ma:contentTypeVersion="14" ma:contentTypeDescription="Create a new document." ma:contentTypeScope="" ma:versionID="28c6674ce23b5d03f89bd38b6102c529">
  <xsd:schema xmlns:xsd="http://www.w3.org/2001/XMLSchema" xmlns:xs="http://www.w3.org/2001/XMLSchema" xmlns:p="http://schemas.microsoft.com/office/2006/metadata/properties" xmlns:ns3="bdabebe7-dcbe-4e94-a92c-729f1490f51a" xmlns:ns4="a3b7308a-5bc2-4135-a584-8c525ad8cf6b" targetNamespace="http://schemas.microsoft.com/office/2006/metadata/properties" ma:root="true" ma:fieldsID="a58cc67411d412b3d919938b41e4c3fe" ns3:_="" ns4:_="">
    <xsd:import namespace="bdabebe7-dcbe-4e94-a92c-729f1490f51a"/>
    <xsd:import namespace="a3b7308a-5bc2-4135-a584-8c525ad8cf6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Location"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bebe7-dcbe-4e94-a92c-729f1490f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3b7308a-5bc2-4135-a584-8c525ad8cf6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C683C-DA35-4A0E-ADD0-CC297892D8C4}">
  <ds:schemaRefs>
    <ds:schemaRef ds:uri="http://schemas.microsoft.com/sharepoint/v3/contenttype/forms"/>
  </ds:schemaRefs>
</ds:datastoreItem>
</file>

<file path=customXml/itemProps2.xml><?xml version="1.0" encoding="utf-8"?>
<ds:datastoreItem xmlns:ds="http://schemas.openxmlformats.org/officeDocument/2006/customXml" ds:itemID="{3C239BB0-53B8-40A5-8BB9-15D2ED1AEBC9}">
  <ds:schemaRefs>
    <ds:schemaRef ds:uri="http://schemas.microsoft.com/office/infopath/2007/PartnerControls"/>
    <ds:schemaRef ds:uri="http://schemas.microsoft.com/office/2006/metadata/properties"/>
    <ds:schemaRef ds:uri="http://schemas.microsoft.com/office/2006/documentManagement/types"/>
    <ds:schemaRef ds:uri="bdabebe7-dcbe-4e94-a92c-729f1490f51a"/>
    <ds:schemaRef ds:uri="a3b7308a-5bc2-4135-a584-8c525ad8cf6b"/>
    <ds:schemaRef ds:uri="http://www.w3.org/XML/1998/namespace"/>
    <ds:schemaRef ds:uri="http://purl.org/dc/elements/1.1/"/>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B260AB55-0B4A-4F46-A442-7BE4E51DF7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abebe7-dcbe-4e94-a92c-729f1490f51a"/>
    <ds:schemaRef ds:uri="a3b7308a-5bc2-4135-a584-8c525ad8cf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Atlas</Template>
  <TotalTime>5955</TotalTime>
  <Words>1686</Words>
  <Application>Microsoft Office PowerPoint</Application>
  <PresentationFormat>Widescreen</PresentationFormat>
  <Paragraphs>178</Paragraphs>
  <Slides>40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Century Gothic</vt:lpstr>
      <vt:lpstr>Neue Haas Grotesk Text Pro</vt:lpstr>
      <vt:lpstr>Wingdings</vt:lpstr>
      <vt:lpstr>Template - Labs</vt:lpstr>
      <vt:lpstr>Testing Nonfunctional Requirements – Review of Chapter 9</vt:lpstr>
      <vt:lpstr>Non-functional Requirements (NFR's)</vt:lpstr>
      <vt:lpstr>About Nonfunctional Requirements (NFR's)</vt:lpstr>
      <vt:lpstr>NFRs Can Go Unnoticed</vt:lpstr>
      <vt:lpstr>Interaction between NFRs </vt:lpstr>
      <vt:lpstr>Assessing NFR's</vt:lpstr>
      <vt:lpstr>As soon as possible, most of the times, etc</vt:lpstr>
      <vt:lpstr>Capacity, Throughput, Performance</vt:lpstr>
      <vt:lpstr>Terminology for NFR Testing</vt:lpstr>
      <vt:lpstr>Measuring Capacity</vt:lpstr>
      <vt:lpstr>Measuring Capacity</vt:lpstr>
      <vt:lpstr>Activity: </vt:lpstr>
      <vt:lpstr>What is success in a NFR test?</vt:lpstr>
      <vt:lpstr>Developing success measures</vt:lpstr>
      <vt:lpstr>Scaling the test environment</vt:lpstr>
      <vt:lpstr>Automating Capacity Testing</vt:lpstr>
      <vt:lpstr>Where to test ?!</vt:lpstr>
      <vt:lpstr>Selectively dividing the system</vt:lpstr>
      <vt:lpstr>Pipeline view of Capacity Testing</vt:lpstr>
      <vt:lpstr>Adding Capacity Test to Pipeline</vt:lpstr>
      <vt:lpstr>Benefits of Capacity Test System</vt:lpstr>
      <vt:lpstr>Activity: Capacity Testing in Python !</vt:lpstr>
      <vt:lpstr>Locust Report</vt:lpstr>
      <vt:lpstr>Capacity Testing in Python</vt:lpstr>
      <vt:lpstr>Github Action Workflow</vt:lpstr>
      <vt:lpstr>Capacity Testing in Python</vt:lpstr>
      <vt:lpstr>Deploying and Releasing Applications –  Review of Chapter 10 </vt:lpstr>
      <vt:lpstr>Wow – we have to worry about this?</vt:lpstr>
      <vt:lpstr>What others in the company are thinking about as we approach release of the app</vt:lpstr>
      <vt:lpstr>Release Plan</vt:lpstr>
      <vt:lpstr>More in a Release Plan</vt:lpstr>
      <vt:lpstr>Sample Zero Downtime Release  - Blue-Green Deployments</vt:lpstr>
      <vt:lpstr>Blue-Green Deployments</vt:lpstr>
      <vt:lpstr>Sample Zero Downtime Release  - Canary Releasing</vt:lpstr>
      <vt:lpstr>Canary Releasing</vt:lpstr>
      <vt:lpstr>Always be ready to revert!</vt:lpstr>
      <vt:lpstr>More Tips ..</vt:lpstr>
      <vt:lpstr>Activity: </vt:lpstr>
      <vt:lpstr>Assignment 4 Check In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Sara Ross-Howe</cp:lastModifiedBy>
  <cp:revision>853</cp:revision>
  <dcterms:created xsi:type="dcterms:W3CDTF">2022-09-11T15:01:01Z</dcterms:created>
  <dcterms:modified xsi:type="dcterms:W3CDTF">2025-11-17T04:05:31Z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0x0101009262E93A2332D944AF887598A2B4F874</vt:lpwstr>
  </property>
</Properties>
</file>